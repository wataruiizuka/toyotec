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735763" cy="98663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2" roundtripDataSignature="AMtx7mjxNN+aUTULpmhJw2WDRc2kkJNQ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591EC0-8DA9-3A42-8973-A6A6BF2E3C06}" v="18" dt="2026-08-07T01:46:06.050"/>
    <p1510:client id="{5655260D-ECFD-4FC4-A0C0-5BA4A6334BC4}" v="48" dt="2026-08-07T01:52:38.909"/>
    <p1510:client id="{EF711F99-6844-0032-4380-FB068E0A4815}" v="3" dt="2026-08-07T01:40:19.796"/>
  </p1510:revLst>
</p1510:revInfo>
</file>

<file path=ppt/tableStyles.xml><?xml version="1.0" encoding="utf-8"?>
<a:tblStyleLst xmlns:a="http://schemas.openxmlformats.org/drawingml/2006/main" def="{0A2E3945-3831-4C0D-9F7B-975D0945990D}">
  <a:tblStyle styleId="{0A2E3945-3831-4C0D-9F7B-975D0945990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37AB141-70E1-40B7-A9D7-3D9BD5A711C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customschemas.google.com/relationships/presentationmetadata" Target="meta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1941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14763" y="0"/>
            <a:ext cx="291941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1013"/>
            <a:ext cx="291941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ja-JP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7936b2ea4_3_0:notes"/>
          <p:cNvSpPr txBox="1">
            <a:spLocks noGrp="1"/>
          </p:cNvSpPr>
          <p:nvPr>
            <p:ph type="body" idx="1"/>
          </p:nvPr>
        </p:nvSpPr>
        <p:spPr>
          <a:xfrm>
            <a:off x="673100" y="4748213"/>
            <a:ext cx="5389500" cy="3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3d7936b2ea4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8" name="Google Shape;358;p17:notes"/>
          <p:cNvSpPr txBox="1">
            <a:spLocks noGrp="1"/>
          </p:cNvSpPr>
          <p:nvPr>
            <p:ph type="body" idx="1"/>
          </p:nvPr>
        </p:nvSpPr>
        <p:spPr>
          <a:xfrm>
            <a:off x="673100" y="4748213"/>
            <a:ext cx="5389500" cy="3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p17:notes"/>
          <p:cNvSpPr txBox="1">
            <a:spLocks noGrp="1"/>
          </p:cNvSpPr>
          <p:nvPr>
            <p:ph type="sldNum" idx="12"/>
          </p:nvPr>
        </p:nvSpPr>
        <p:spPr>
          <a:xfrm>
            <a:off x="3814763" y="9371013"/>
            <a:ext cx="2919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ja-JP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387a03c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9" name="Google Shape;409;g3d387a03c21_0_0:notes"/>
          <p:cNvSpPr txBox="1">
            <a:spLocks noGrp="1"/>
          </p:cNvSpPr>
          <p:nvPr>
            <p:ph type="body" idx="1"/>
          </p:nvPr>
        </p:nvSpPr>
        <p:spPr>
          <a:xfrm>
            <a:off x="673100" y="4748213"/>
            <a:ext cx="5389500" cy="3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0" name="Google Shape;410;g3d387a03c21_0_0:notes"/>
          <p:cNvSpPr txBox="1">
            <a:spLocks noGrp="1"/>
          </p:cNvSpPr>
          <p:nvPr>
            <p:ph type="sldNum" idx="12"/>
          </p:nvPr>
        </p:nvSpPr>
        <p:spPr>
          <a:xfrm>
            <a:off x="3814763" y="9371013"/>
            <a:ext cx="2919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ja-JP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387a03c21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00" cy="3329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4" name="Google Shape;434;g3d387a03c21_0_151:notes"/>
          <p:cNvSpPr txBox="1">
            <a:spLocks noGrp="1"/>
          </p:cNvSpPr>
          <p:nvPr>
            <p:ph type="body" idx="1"/>
          </p:nvPr>
        </p:nvSpPr>
        <p:spPr>
          <a:xfrm>
            <a:off x="673100" y="4748213"/>
            <a:ext cx="5389500" cy="3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5" name="Google Shape;435;g3d387a03c21_0_151:notes"/>
          <p:cNvSpPr txBox="1">
            <a:spLocks noGrp="1"/>
          </p:cNvSpPr>
          <p:nvPr>
            <p:ph type="sldNum" idx="12"/>
          </p:nvPr>
        </p:nvSpPr>
        <p:spPr>
          <a:xfrm>
            <a:off x="3814763" y="9371013"/>
            <a:ext cx="2919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ja-JP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387a03c2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1" name="Google Shape;461;g3d387a03c21_0_181:notes"/>
          <p:cNvSpPr txBox="1">
            <a:spLocks noGrp="1"/>
          </p:cNvSpPr>
          <p:nvPr>
            <p:ph type="body" idx="1"/>
          </p:nvPr>
        </p:nvSpPr>
        <p:spPr>
          <a:xfrm>
            <a:off x="673100" y="4748213"/>
            <a:ext cx="5389500" cy="3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2" name="Google Shape;462;g3d387a03c21_0_181:notes"/>
          <p:cNvSpPr txBox="1">
            <a:spLocks noGrp="1"/>
          </p:cNvSpPr>
          <p:nvPr>
            <p:ph type="sldNum" idx="12"/>
          </p:nvPr>
        </p:nvSpPr>
        <p:spPr>
          <a:xfrm>
            <a:off x="3814763" y="9371013"/>
            <a:ext cx="2919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ja-JP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e1aff548f7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00" cy="3329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1" name="Google Shape;491;g3e1aff548f7_0_63:notes"/>
          <p:cNvSpPr txBox="1">
            <a:spLocks noGrp="1"/>
          </p:cNvSpPr>
          <p:nvPr>
            <p:ph type="body" idx="1"/>
          </p:nvPr>
        </p:nvSpPr>
        <p:spPr>
          <a:xfrm>
            <a:off x="673100" y="4748213"/>
            <a:ext cx="5389500" cy="3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2" name="Google Shape;492;g3e1aff548f7_0_63:notes"/>
          <p:cNvSpPr txBox="1">
            <a:spLocks noGrp="1"/>
          </p:cNvSpPr>
          <p:nvPr>
            <p:ph type="sldNum" idx="12"/>
          </p:nvPr>
        </p:nvSpPr>
        <p:spPr>
          <a:xfrm>
            <a:off x="3814763" y="9371013"/>
            <a:ext cx="2919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ja-JP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1aff548f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8" name="Google Shape;498;g3e1aff548f7_0_1:notes"/>
          <p:cNvSpPr txBox="1">
            <a:spLocks noGrp="1"/>
          </p:cNvSpPr>
          <p:nvPr>
            <p:ph type="body" idx="1"/>
          </p:nvPr>
        </p:nvSpPr>
        <p:spPr>
          <a:xfrm>
            <a:off x="673100" y="4748213"/>
            <a:ext cx="5389500" cy="3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9" name="Google Shape;499;g3e1aff548f7_0_1:notes"/>
          <p:cNvSpPr txBox="1">
            <a:spLocks noGrp="1"/>
          </p:cNvSpPr>
          <p:nvPr>
            <p:ph type="sldNum" idx="12"/>
          </p:nvPr>
        </p:nvSpPr>
        <p:spPr>
          <a:xfrm>
            <a:off x="3814763" y="9371013"/>
            <a:ext cx="2919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ja-JP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387a03c21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5" name="Google Shape;505;g3d387a03c21_0_337:notes"/>
          <p:cNvSpPr txBox="1">
            <a:spLocks noGrp="1"/>
          </p:cNvSpPr>
          <p:nvPr>
            <p:ph type="body" idx="1"/>
          </p:nvPr>
        </p:nvSpPr>
        <p:spPr>
          <a:xfrm>
            <a:off x="673100" y="4748213"/>
            <a:ext cx="5389500" cy="3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6" name="Google Shape;506;g3d387a03c21_0_337:notes"/>
          <p:cNvSpPr txBox="1">
            <a:spLocks noGrp="1"/>
          </p:cNvSpPr>
          <p:nvPr>
            <p:ph type="sldNum" idx="12"/>
          </p:nvPr>
        </p:nvSpPr>
        <p:spPr>
          <a:xfrm>
            <a:off x="3814763" y="9371013"/>
            <a:ext cx="2919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ja-JP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6" name="Google Shape;56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7" name="Google Shape;59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8" name="Google Shape;61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f689329f10_3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  <p:sp>
        <p:nvSpPr>
          <p:cNvPr id="653" name="Google Shape;653;g3f689329f10_3_161:notes"/>
          <p:cNvSpPr txBox="1">
            <a:spLocks noGrp="1"/>
          </p:cNvSpPr>
          <p:nvPr>
            <p:ph type="body" idx="1"/>
          </p:nvPr>
        </p:nvSpPr>
        <p:spPr>
          <a:xfrm>
            <a:off x="673100" y="4748213"/>
            <a:ext cx="5389500" cy="38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g3f689329f10_3_161:notes"/>
          <p:cNvSpPr txBox="1">
            <a:spLocks noGrp="1"/>
          </p:cNvSpPr>
          <p:nvPr>
            <p:ph type="sldNum" idx="12"/>
          </p:nvPr>
        </p:nvSpPr>
        <p:spPr>
          <a:xfrm>
            <a:off x="3814763" y="9371013"/>
            <a:ext cx="2919300" cy="495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f689329f10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00" cy="3329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  <p:sp>
        <p:nvSpPr>
          <p:cNvPr id="752" name="Google Shape;752;g3f689329f10_3_0:notes"/>
          <p:cNvSpPr txBox="1">
            <a:spLocks noGrp="1"/>
          </p:cNvSpPr>
          <p:nvPr>
            <p:ph type="body" idx="1"/>
          </p:nvPr>
        </p:nvSpPr>
        <p:spPr>
          <a:xfrm>
            <a:off x="673100" y="4748213"/>
            <a:ext cx="5389500" cy="38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g3f689329f10_3_0:notes"/>
          <p:cNvSpPr txBox="1">
            <a:spLocks noGrp="1"/>
          </p:cNvSpPr>
          <p:nvPr>
            <p:ph type="sldNum" idx="12"/>
          </p:nvPr>
        </p:nvSpPr>
        <p:spPr>
          <a:xfrm>
            <a:off x="3814763" y="9371013"/>
            <a:ext cx="2919300" cy="495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ja-JP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f689329f10_0_122:notes"/>
          <p:cNvSpPr txBox="1">
            <a:spLocks noGrp="1"/>
          </p:cNvSpPr>
          <p:nvPr>
            <p:ph type="body" idx="1"/>
          </p:nvPr>
        </p:nvSpPr>
        <p:spPr>
          <a:xfrm>
            <a:off x="673575" y="4748157"/>
            <a:ext cx="5388600" cy="388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g3f689329f1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19787" cy="333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f689329f10_0_89:notes"/>
          <p:cNvSpPr txBox="1">
            <a:spLocks noGrp="1"/>
          </p:cNvSpPr>
          <p:nvPr>
            <p:ph type="body" idx="1"/>
          </p:nvPr>
        </p:nvSpPr>
        <p:spPr>
          <a:xfrm>
            <a:off x="673575" y="4748157"/>
            <a:ext cx="5388600" cy="388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g3f689329f1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19787" cy="333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コンテンツ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縦書きテキスト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26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0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6.png"/><Relationship Id="rId18" Type="http://schemas.openxmlformats.org/officeDocument/2006/relationships/image" Target="../media/image45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44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39.png"/><Relationship Id="rId10" Type="http://schemas.openxmlformats.org/officeDocument/2006/relationships/image" Target="../media/image36.png"/><Relationship Id="rId19" Type="http://schemas.openxmlformats.org/officeDocument/2006/relationships/image" Target="../media/image4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ja-JP" sz="2400"/>
              <a:t>2026/5/</a:t>
            </a:r>
            <a:r>
              <a:rPr lang="ja-JP"/>
              <a:t>20</a:t>
            </a:r>
            <a:endParaRPr sz="2400"/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ja-JP" sz="2400"/>
              <a:t>㈱トヨテック</a:t>
            </a:r>
            <a:endParaRPr sz="2400"/>
          </a:p>
        </p:txBody>
      </p:sp>
      <p:sp>
        <p:nvSpPr>
          <p:cNvPr id="94" name="Google Shape;94;p1"/>
          <p:cNvSpPr txBox="1"/>
          <p:nvPr/>
        </p:nvSpPr>
        <p:spPr>
          <a:xfrm>
            <a:off x="1055350" y="2359306"/>
            <a:ext cx="10389300" cy="14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ja-JP" sz="32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Ｍobilico</a:t>
            </a:r>
            <a:endParaRPr sz="3200" b="1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ja-JP" sz="32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データ連携・セキュリティ設計方針</a:t>
            </a:r>
            <a:endParaRPr sz="3200" b="1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95" name="Google Shape;95;p1" descr="文字が書かれている&#10;&#10;AI 生成コンテンツは誤りを含む可能性があります。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29024" y="5728561"/>
            <a:ext cx="2333951" cy="60015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1"/>
          <p:cNvGraphicFramePr/>
          <p:nvPr/>
        </p:nvGraphicFramePr>
        <p:xfrm>
          <a:off x="9603498" y="4901639"/>
          <a:ext cx="1889800" cy="1352895"/>
        </p:xfrm>
        <a:graphic>
          <a:graphicData uri="http://schemas.openxmlformats.org/drawingml/2006/table">
            <a:tbl>
              <a:tblPr firstRow="1" bandRow="1">
                <a:noFill/>
                <a:tableStyleId>{0A2E3945-3831-4C0D-9F7B-975D0945990D}</a:tableStyleId>
              </a:tblPr>
              <a:tblGrid>
                <a:gridCol w="9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b="1" i="0" u="none" strike="noStrike" cap="none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  <a:sym typeface="MS PGothic"/>
                        </a:rPr>
                        <a:t>Toyotec担当者</a:t>
                      </a:r>
                      <a:endParaRPr sz="1400" b="1" i="0" u="none" strike="noStrike" cap="none">
                        <a:solidFill>
                          <a:srgbClr val="FFFFFF"/>
                        </a:solidFill>
                        <a:latin typeface="MS PGothic"/>
                        <a:ea typeface="MS PGothic"/>
                        <a:cs typeface="MS PGothic"/>
                        <a:sym typeface="MS P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  <a:sym typeface="MS PGothic"/>
                        </a:rPr>
                        <a:t>TMC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  <a:sym typeface="MS PGothic"/>
                        </a:rPr>
                        <a:t>担当者</a:t>
                      </a:r>
                      <a:endParaRPr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highlight>
                          <a:srgbClr val="000000"/>
                        </a:highlight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highlight>
                          <a:srgbClr val="000000"/>
                        </a:highlight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7" name="Google Shape;97;p1" descr="アイコン&#10;&#10;AI 生成コンテンツは誤りを含む可能性があります。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9352" y="5589666"/>
            <a:ext cx="539123" cy="502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g3d7936b2ea4_3_0"/>
          <p:cNvGrpSpPr/>
          <p:nvPr/>
        </p:nvGrpSpPr>
        <p:grpSpPr>
          <a:xfrm>
            <a:off x="7616641" y="4796240"/>
            <a:ext cx="2729822" cy="1897347"/>
            <a:chOff x="10610185" y="2278558"/>
            <a:chExt cx="2637000" cy="1800823"/>
          </a:xfrm>
        </p:grpSpPr>
        <p:sp>
          <p:nvSpPr>
            <p:cNvPr id="103" name="Google Shape;103;g3d7936b2ea4_3_0"/>
            <p:cNvSpPr/>
            <p:nvPr/>
          </p:nvSpPr>
          <p:spPr>
            <a:xfrm>
              <a:off x="10610185" y="2282681"/>
              <a:ext cx="2637000" cy="1796700"/>
            </a:xfrm>
            <a:prstGeom prst="roundRect">
              <a:avLst>
                <a:gd name="adj" fmla="val 2655"/>
              </a:avLst>
            </a:prstGeom>
            <a:solidFill>
              <a:srgbClr val="C9C9C9">
                <a:alpha val="70196"/>
              </a:srgbClr>
            </a:solidFill>
            <a:ln w="12700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d7936b2ea4_3_0"/>
            <p:cNvSpPr txBox="1"/>
            <p:nvPr/>
          </p:nvSpPr>
          <p:spPr>
            <a:xfrm>
              <a:off x="10989173" y="2326315"/>
              <a:ext cx="7050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-JP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Fabric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5" name="Google Shape;105;g3d7936b2ea4_3_0" descr="Introducing Microsoft Fabric – BI Polar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699463" y="2278558"/>
              <a:ext cx="309635" cy="3096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" name="Google Shape;106;g3d7936b2ea4_3_0"/>
          <p:cNvGrpSpPr/>
          <p:nvPr/>
        </p:nvGrpSpPr>
        <p:grpSpPr>
          <a:xfrm>
            <a:off x="5803166" y="1428553"/>
            <a:ext cx="4564948" cy="3229266"/>
            <a:chOff x="6095999" y="1436654"/>
            <a:chExt cx="4246463" cy="3229266"/>
          </a:xfrm>
        </p:grpSpPr>
        <p:sp>
          <p:nvSpPr>
            <p:cNvPr id="107" name="Google Shape;107;g3d7936b2ea4_3_0"/>
            <p:cNvSpPr/>
            <p:nvPr/>
          </p:nvSpPr>
          <p:spPr>
            <a:xfrm>
              <a:off x="6095999" y="1436654"/>
              <a:ext cx="2874900" cy="3229200"/>
            </a:xfrm>
            <a:prstGeom prst="roundRect">
              <a:avLst>
                <a:gd name="adj" fmla="val 2655"/>
              </a:avLst>
            </a:prstGeom>
            <a:solidFill>
              <a:srgbClr val="CAEEFB"/>
            </a:solidFill>
            <a:ln w="12700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d7936b2ea4_3_0"/>
            <p:cNvSpPr/>
            <p:nvPr/>
          </p:nvSpPr>
          <p:spPr>
            <a:xfrm>
              <a:off x="8678362" y="1437020"/>
              <a:ext cx="1664100" cy="3228900"/>
            </a:xfrm>
            <a:prstGeom prst="roundRect">
              <a:avLst>
                <a:gd name="adj" fmla="val 2655"/>
              </a:avLst>
            </a:prstGeom>
            <a:solidFill>
              <a:srgbClr val="FFF2CC"/>
            </a:solidFill>
            <a:ln w="12700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d7936b2ea4_3_0"/>
            <p:cNvSpPr/>
            <p:nvPr/>
          </p:nvSpPr>
          <p:spPr>
            <a:xfrm>
              <a:off x="8610191" y="1449689"/>
              <a:ext cx="348000" cy="3206700"/>
            </a:xfrm>
            <a:prstGeom prst="roundRect">
              <a:avLst>
                <a:gd name="adj" fmla="val 0"/>
              </a:avLst>
            </a:prstGeom>
            <a:solidFill>
              <a:srgbClr val="CAEEF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g3d7936b2ea4_3_0"/>
          <p:cNvGrpSpPr/>
          <p:nvPr/>
        </p:nvGrpSpPr>
        <p:grpSpPr>
          <a:xfrm>
            <a:off x="3648135" y="1643180"/>
            <a:ext cx="1815600" cy="2356231"/>
            <a:chOff x="1397610" y="3787878"/>
            <a:chExt cx="1815600" cy="3753156"/>
          </a:xfrm>
        </p:grpSpPr>
        <p:sp>
          <p:nvSpPr>
            <p:cNvPr id="111" name="Google Shape;111;g3d7936b2ea4_3_0"/>
            <p:cNvSpPr/>
            <p:nvPr/>
          </p:nvSpPr>
          <p:spPr>
            <a:xfrm>
              <a:off x="1397610" y="3808734"/>
              <a:ext cx="1815600" cy="3732300"/>
            </a:xfrm>
            <a:prstGeom prst="roundRect">
              <a:avLst>
                <a:gd name="adj" fmla="val 6841"/>
              </a:avLst>
            </a:prstGeom>
            <a:solidFill>
              <a:srgbClr val="FBE4D4"/>
            </a:solidFill>
            <a:ln w="12700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-JP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　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d7936b2ea4_3_0"/>
            <p:cNvSpPr txBox="1"/>
            <p:nvPr/>
          </p:nvSpPr>
          <p:spPr>
            <a:xfrm>
              <a:off x="1637767" y="3787878"/>
              <a:ext cx="1323600" cy="7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-JP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Oracle Cloud</a:t>
              </a: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-JP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Infrastructue</a:t>
              </a: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g3d7936b2ea4_3_0"/>
          <p:cNvSpPr/>
          <p:nvPr/>
        </p:nvSpPr>
        <p:spPr>
          <a:xfrm>
            <a:off x="5300506" y="72504"/>
            <a:ext cx="1265100" cy="1084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75707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8775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975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ja-JP" sz="97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endParaRPr sz="975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g3d7936b2ea4_3_0" descr="プレート, 挿絵 が含まれている画像&#10;&#10;自動的に生成された説明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2900" y="171466"/>
            <a:ext cx="1079127" cy="361949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5" name="Google Shape;115;g3d7936b2ea4_3_0"/>
          <p:cNvSpPr/>
          <p:nvPr/>
        </p:nvSpPr>
        <p:spPr>
          <a:xfrm>
            <a:off x="6796300" y="66788"/>
            <a:ext cx="1263600" cy="10899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75707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8775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ja-JP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endParaRPr sz="9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d7936b2ea4_3_0"/>
          <p:cNvSpPr/>
          <p:nvPr/>
        </p:nvSpPr>
        <p:spPr>
          <a:xfrm>
            <a:off x="7041556" y="575291"/>
            <a:ext cx="757800" cy="479100"/>
          </a:xfrm>
          <a:prstGeom prst="can">
            <a:avLst>
              <a:gd name="adj" fmla="val 25000"/>
            </a:avLst>
          </a:prstGeom>
          <a:solidFill>
            <a:srgbClr val="D8D8D8"/>
          </a:solidFill>
          <a:ln w="12700" cap="flat" cmpd="sng">
            <a:solidFill>
              <a:srgbClr val="75707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ja-JP" sz="9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GAZOO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g3d7936b2ea4_3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78928" y="257104"/>
            <a:ext cx="699902" cy="24029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18" name="Google Shape;118;g3d7936b2ea4_3_0"/>
          <p:cNvSpPr/>
          <p:nvPr/>
        </p:nvSpPr>
        <p:spPr>
          <a:xfrm>
            <a:off x="5553555" y="598936"/>
            <a:ext cx="757800" cy="455400"/>
          </a:xfrm>
          <a:prstGeom prst="can">
            <a:avLst>
              <a:gd name="adj" fmla="val 25000"/>
            </a:avLst>
          </a:prstGeom>
          <a:solidFill>
            <a:srgbClr val="D8D8D8"/>
          </a:solidFill>
          <a:ln w="12700" cap="flat" cmpd="sng">
            <a:solidFill>
              <a:srgbClr val="75707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ja-JP" sz="9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U-Pass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g3d7936b2ea4_3_0"/>
          <p:cNvGrpSpPr/>
          <p:nvPr/>
        </p:nvGrpSpPr>
        <p:grpSpPr>
          <a:xfrm>
            <a:off x="3781288" y="1705264"/>
            <a:ext cx="1492572" cy="1320347"/>
            <a:chOff x="4444465" y="2768570"/>
            <a:chExt cx="1633011" cy="1444581"/>
          </a:xfrm>
        </p:grpSpPr>
        <p:grpSp>
          <p:nvGrpSpPr>
            <p:cNvPr id="120" name="Google Shape;120;g3d7936b2ea4_3_0"/>
            <p:cNvGrpSpPr/>
            <p:nvPr/>
          </p:nvGrpSpPr>
          <p:grpSpPr>
            <a:xfrm>
              <a:off x="4444465" y="3132651"/>
              <a:ext cx="1633011" cy="1080500"/>
              <a:chOff x="1671032" y="4668226"/>
              <a:chExt cx="1225800" cy="656041"/>
            </a:xfrm>
          </p:grpSpPr>
          <p:grpSp>
            <p:nvGrpSpPr>
              <p:cNvPr id="121" name="Google Shape;121;g3d7936b2ea4_3_0"/>
              <p:cNvGrpSpPr/>
              <p:nvPr/>
            </p:nvGrpSpPr>
            <p:grpSpPr>
              <a:xfrm>
                <a:off x="2024513" y="4668226"/>
                <a:ext cx="513347" cy="390715"/>
                <a:chOff x="2024513" y="4668226"/>
                <a:chExt cx="513347" cy="390715"/>
              </a:xfrm>
            </p:grpSpPr>
            <p:grpSp>
              <p:nvGrpSpPr>
                <p:cNvPr id="122" name="Google Shape;122;g3d7936b2ea4_3_0"/>
                <p:cNvGrpSpPr/>
                <p:nvPr/>
              </p:nvGrpSpPr>
              <p:grpSpPr>
                <a:xfrm>
                  <a:off x="2024513" y="4668226"/>
                  <a:ext cx="513347" cy="390715"/>
                  <a:chOff x="2024513" y="4668226"/>
                  <a:chExt cx="513347" cy="390715"/>
                </a:xfrm>
              </p:grpSpPr>
              <p:sp>
                <p:nvSpPr>
                  <p:cNvPr id="123" name="Google Shape;123;g3d7936b2ea4_3_0"/>
                  <p:cNvSpPr/>
                  <p:nvPr/>
                </p:nvSpPr>
                <p:spPr>
                  <a:xfrm>
                    <a:off x="2030622" y="4674335"/>
                    <a:ext cx="499904" cy="379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904" h="379723" extrusionOk="0">
                        <a:moveTo>
                          <a:pt x="495015" y="378504"/>
                        </a:moveTo>
                        <a:cubicBezTo>
                          <a:pt x="481571" y="378504"/>
                          <a:pt x="475456" y="373621"/>
                          <a:pt x="470566" y="369957"/>
                        </a:cubicBezTo>
                        <a:cubicBezTo>
                          <a:pt x="466902" y="367512"/>
                          <a:pt x="465683" y="366293"/>
                          <a:pt x="463238" y="366293"/>
                        </a:cubicBezTo>
                        <a:cubicBezTo>
                          <a:pt x="460793" y="366293"/>
                          <a:pt x="458349" y="367512"/>
                          <a:pt x="455904" y="369957"/>
                        </a:cubicBezTo>
                        <a:cubicBezTo>
                          <a:pt x="451014" y="373621"/>
                          <a:pt x="443680" y="378504"/>
                          <a:pt x="431456" y="378504"/>
                        </a:cubicBezTo>
                        <a:cubicBezTo>
                          <a:pt x="418012" y="378504"/>
                          <a:pt x="411904" y="373621"/>
                          <a:pt x="407014" y="369957"/>
                        </a:cubicBezTo>
                        <a:cubicBezTo>
                          <a:pt x="403343" y="367512"/>
                          <a:pt x="402124" y="366293"/>
                          <a:pt x="399680" y="366293"/>
                        </a:cubicBezTo>
                        <a:cubicBezTo>
                          <a:pt x="397235" y="366293"/>
                          <a:pt x="394790" y="367512"/>
                          <a:pt x="392345" y="369957"/>
                        </a:cubicBezTo>
                        <a:cubicBezTo>
                          <a:pt x="387455" y="373621"/>
                          <a:pt x="380121" y="378504"/>
                          <a:pt x="367897" y="378504"/>
                        </a:cubicBezTo>
                        <a:cubicBezTo>
                          <a:pt x="354454" y="378504"/>
                          <a:pt x="348345" y="373621"/>
                          <a:pt x="343455" y="369957"/>
                        </a:cubicBezTo>
                        <a:cubicBezTo>
                          <a:pt x="339791" y="367512"/>
                          <a:pt x="338565" y="366293"/>
                          <a:pt x="336121" y="366293"/>
                        </a:cubicBezTo>
                        <a:cubicBezTo>
                          <a:pt x="332457" y="366293"/>
                          <a:pt x="331231" y="367512"/>
                          <a:pt x="328786" y="369957"/>
                        </a:cubicBezTo>
                        <a:cubicBezTo>
                          <a:pt x="323897" y="373621"/>
                          <a:pt x="316562" y="378504"/>
                          <a:pt x="304345" y="378504"/>
                        </a:cubicBezTo>
                        <a:cubicBezTo>
                          <a:pt x="290895" y="378504"/>
                          <a:pt x="284786" y="373621"/>
                          <a:pt x="279896" y="369957"/>
                        </a:cubicBezTo>
                        <a:cubicBezTo>
                          <a:pt x="276232" y="367512"/>
                          <a:pt x="275007" y="366293"/>
                          <a:pt x="272562" y="366293"/>
                        </a:cubicBezTo>
                        <a:cubicBezTo>
                          <a:pt x="268898" y="366293"/>
                          <a:pt x="267672" y="367512"/>
                          <a:pt x="265227" y="369957"/>
                        </a:cubicBezTo>
                        <a:cubicBezTo>
                          <a:pt x="260344" y="373621"/>
                          <a:pt x="253010" y="378504"/>
                          <a:pt x="240786" y="378504"/>
                        </a:cubicBezTo>
                        <a:cubicBezTo>
                          <a:pt x="227342" y="378504"/>
                          <a:pt x="221227" y="373621"/>
                          <a:pt x="216337" y="369957"/>
                        </a:cubicBezTo>
                        <a:cubicBezTo>
                          <a:pt x="212673" y="367512"/>
                          <a:pt x="211454" y="366293"/>
                          <a:pt x="209009" y="366293"/>
                        </a:cubicBezTo>
                        <a:cubicBezTo>
                          <a:pt x="205339" y="366293"/>
                          <a:pt x="204120" y="367512"/>
                          <a:pt x="201675" y="369957"/>
                        </a:cubicBezTo>
                        <a:cubicBezTo>
                          <a:pt x="196785" y="373621"/>
                          <a:pt x="189451" y="378504"/>
                          <a:pt x="177227" y="378504"/>
                        </a:cubicBezTo>
                        <a:cubicBezTo>
                          <a:pt x="163784" y="378504"/>
                          <a:pt x="157675" y="373621"/>
                          <a:pt x="152785" y="369957"/>
                        </a:cubicBezTo>
                        <a:cubicBezTo>
                          <a:pt x="149115" y="367512"/>
                          <a:pt x="147895" y="366293"/>
                          <a:pt x="145451" y="366293"/>
                        </a:cubicBezTo>
                        <a:cubicBezTo>
                          <a:pt x="143006" y="366293"/>
                          <a:pt x="140561" y="367512"/>
                          <a:pt x="138116" y="369957"/>
                        </a:cubicBezTo>
                        <a:cubicBezTo>
                          <a:pt x="133226" y="373621"/>
                          <a:pt x="125892" y="378504"/>
                          <a:pt x="113668" y="378504"/>
                        </a:cubicBezTo>
                        <a:cubicBezTo>
                          <a:pt x="100225" y="378504"/>
                          <a:pt x="94116" y="373621"/>
                          <a:pt x="89226" y="369957"/>
                        </a:cubicBezTo>
                        <a:cubicBezTo>
                          <a:pt x="85556" y="367512"/>
                          <a:pt x="84337" y="366293"/>
                          <a:pt x="81892" y="366293"/>
                        </a:cubicBezTo>
                        <a:cubicBezTo>
                          <a:pt x="79447" y="366293"/>
                          <a:pt x="67223" y="366293"/>
                          <a:pt x="63559" y="369957"/>
                        </a:cubicBezTo>
                        <a:cubicBezTo>
                          <a:pt x="58669" y="373621"/>
                          <a:pt x="51335" y="378504"/>
                          <a:pt x="39111" y="378504"/>
                        </a:cubicBezTo>
                        <a:cubicBezTo>
                          <a:pt x="25667" y="378504"/>
                          <a:pt x="19559" y="373621"/>
                          <a:pt x="14669" y="369957"/>
                        </a:cubicBezTo>
                        <a:cubicBezTo>
                          <a:pt x="10998" y="367512"/>
                          <a:pt x="9779" y="366293"/>
                          <a:pt x="7334" y="366293"/>
                        </a:cubicBezTo>
                        <a:lnTo>
                          <a:pt x="0" y="366293"/>
                        </a:lnTo>
                        <a:lnTo>
                          <a:pt x="0" y="305243"/>
                        </a:lnTo>
                        <a:lnTo>
                          <a:pt x="6115" y="305243"/>
                        </a:lnTo>
                        <a:cubicBezTo>
                          <a:pt x="19559" y="305243"/>
                          <a:pt x="25667" y="310126"/>
                          <a:pt x="30557" y="313790"/>
                        </a:cubicBezTo>
                        <a:cubicBezTo>
                          <a:pt x="34221" y="316235"/>
                          <a:pt x="35447" y="317454"/>
                          <a:pt x="37891" y="317454"/>
                        </a:cubicBezTo>
                        <a:cubicBezTo>
                          <a:pt x="41556" y="317454"/>
                          <a:pt x="42781" y="316235"/>
                          <a:pt x="45226" y="313790"/>
                        </a:cubicBezTo>
                        <a:cubicBezTo>
                          <a:pt x="50116" y="310126"/>
                          <a:pt x="57450" y="305243"/>
                          <a:pt x="69668" y="305243"/>
                        </a:cubicBezTo>
                        <a:cubicBezTo>
                          <a:pt x="83117" y="305243"/>
                          <a:pt x="89226" y="310126"/>
                          <a:pt x="94116" y="313790"/>
                        </a:cubicBezTo>
                        <a:cubicBezTo>
                          <a:pt x="97780" y="316235"/>
                          <a:pt x="99006" y="317454"/>
                          <a:pt x="101450" y="317454"/>
                        </a:cubicBezTo>
                        <a:cubicBezTo>
                          <a:pt x="103895" y="317454"/>
                          <a:pt x="106340" y="316235"/>
                          <a:pt x="108785" y="313790"/>
                        </a:cubicBezTo>
                        <a:cubicBezTo>
                          <a:pt x="110004" y="312571"/>
                          <a:pt x="111223" y="311352"/>
                          <a:pt x="113668" y="310126"/>
                        </a:cubicBezTo>
                        <a:lnTo>
                          <a:pt x="113668" y="284484"/>
                        </a:lnTo>
                        <a:lnTo>
                          <a:pt x="0" y="284484"/>
                        </a:lnTo>
                        <a:lnTo>
                          <a:pt x="0" y="223441"/>
                        </a:lnTo>
                        <a:lnTo>
                          <a:pt x="15888" y="223441"/>
                        </a:lnTo>
                        <a:cubicBezTo>
                          <a:pt x="94116" y="223441"/>
                          <a:pt x="113668" y="136749"/>
                          <a:pt x="116113" y="112327"/>
                        </a:cubicBezTo>
                        <a:lnTo>
                          <a:pt x="116113" y="95232"/>
                        </a:lnTo>
                        <a:lnTo>
                          <a:pt x="122228" y="95232"/>
                        </a:lnTo>
                        <a:lnTo>
                          <a:pt x="144225" y="95232"/>
                        </a:lnTo>
                        <a:lnTo>
                          <a:pt x="144225" y="109888"/>
                        </a:lnTo>
                        <a:cubicBezTo>
                          <a:pt x="144225" y="126983"/>
                          <a:pt x="149115" y="155063"/>
                          <a:pt x="165003" y="178260"/>
                        </a:cubicBezTo>
                        <a:cubicBezTo>
                          <a:pt x="184561" y="207566"/>
                          <a:pt x="213893" y="222215"/>
                          <a:pt x="251784" y="222215"/>
                        </a:cubicBezTo>
                        <a:cubicBezTo>
                          <a:pt x="289676" y="222215"/>
                          <a:pt x="319007" y="206346"/>
                          <a:pt x="337346" y="177041"/>
                        </a:cubicBezTo>
                        <a:cubicBezTo>
                          <a:pt x="341010" y="170938"/>
                          <a:pt x="344674" y="164830"/>
                          <a:pt x="347119" y="157508"/>
                        </a:cubicBezTo>
                        <a:lnTo>
                          <a:pt x="155230" y="157508"/>
                        </a:lnTo>
                        <a:lnTo>
                          <a:pt x="156449" y="142852"/>
                        </a:lnTo>
                        <a:cubicBezTo>
                          <a:pt x="158894" y="115991"/>
                          <a:pt x="173563" y="92794"/>
                          <a:pt x="195560" y="81802"/>
                        </a:cubicBezTo>
                        <a:cubicBezTo>
                          <a:pt x="199230" y="79363"/>
                          <a:pt x="201675" y="75699"/>
                          <a:pt x="201675" y="72036"/>
                        </a:cubicBezTo>
                        <a:cubicBezTo>
                          <a:pt x="205339" y="53722"/>
                          <a:pt x="217563" y="37847"/>
                          <a:pt x="234677" y="30525"/>
                        </a:cubicBezTo>
                        <a:cubicBezTo>
                          <a:pt x="242005" y="26861"/>
                          <a:pt x="250565" y="25642"/>
                          <a:pt x="257899" y="25642"/>
                        </a:cubicBezTo>
                        <a:cubicBezTo>
                          <a:pt x="259119" y="25642"/>
                          <a:pt x="261563" y="25642"/>
                          <a:pt x="262789" y="25642"/>
                        </a:cubicBezTo>
                        <a:lnTo>
                          <a:pt x="264008" y="25642"/>
                        </a:lnTo>
                        <a:cubicBezTo>
                          <a:pt x="267672" y="25642"/>
                          <a:pt x="270117" y="24416"/>
                          <a:pt x="272562" y="21978"/>
                        </a:cubicBezTo>
                        <a:cubicBezTo>
                          <a:pt x="286011" y="7322"/>
                          <a:pt x="304345" y="0"/>
                          <a:pt x="323897" y="0"/>
                        </a:cubicBezTo>
                        <a:cubicBezTo>
                          <a:pt x="350789" y="0"/>
                          <a:pt x="374012" y="14650"/>
                          <a:pt x="386236" y="39072"/>
                        </a:cubicBezTo>
                        <a:cubicBezTo>
                          <a:pt x="387455" y="42730"/>
                          <a:pt x="391126" y="45174"/>
                          <a:pt x="394790" y="45174"/>
                        </a:cubicBezTo>
                        <a:cubicBezTo>
                          <a:pt x="403343" y="46394"/>
                          <a:pt x="410678" y="50058"/>
                          <a:pt x="416793" y="54941"/>
                        </a:cubicBezTo>
                        <a:cubicBezTo>
                          <a:pt x="448569" y="74480"/>
                          <a:pt x="459568" y="115991"/>
                          <a:pt x="441235" y="148961"/>
                        </a:cubicBezTo>
                        <a:lnTo>
                          <a:pt x="437571" y="157508"/>
                        </a:lnTo>
                        <a:lnTo>
                          <a:pt x="397235" y="157508"/>
                        </a:lnTo>
                        <a:cubicBezTo>
                          <a:pt x="408233" y="183143"/>
                          <a:pt x="432681" y="224660"/>
                          <a:pt x="485235" y="224660"/>
                        </a:cubicBezTo>
                        <a:lnTo>
                          <a:pt x="499904" y="224660"/>
                        </a:lnTo>
                        <a:lnTo>
                          <a:pt x="499904" y="285710"/>
                        </a:lnTo>
                        <a:lnTo>
                          <a:pt x="386236" y="285710"/>
                        </a:lnTo>
                        <a:lnTo>
                          <a:pt x="386236" y="307688"/>
                        </a:lnTo>
                        <a:cubicBezTo>
                          <a:pt x="389900" y="306462"/>
                          <a:pt x="392345" y="306462"/>
                          <a:pt x="396009" y="306462"/>
                        </a:cubicBezTo>
                        <a:cubicBezTo>
                          <a:pt x="409459" y="306462"/>
                          <a:pt x="415568" y="311352"/>
                          <a:pt x="420457" y="315009"/>
                        </a:cubicBezTo>
                        <a:cubicBezTo>
                          <a:pt x="424121" y="317454"/>
                          <a:pt x="425347" y="318673"/>
                          <a:pt x="427792" y="318673"/>
                        </a:cubicBezTo>
                        <a:cubicBezTo>
                          <a:pt x="431456" y="318673"/>
                          <a:pt x="432681" y="317454"/>
                          <a:pt x="435126" y="315009"/>
                        </a:cubicBezTo>
                        <a:cubicBezTo>
                          <a:pt x="440016" y="311352"/>
                          <a:pt x="447344" y="306462"/>
                          <a:pt x="459568" y="306462"/>
                        </a:cubicBezTo>
                        <a:cubicBezTo>
                          <a:pt x="473011" y="306462"/>
                          <a:pt x="479126" y="311352"/>
                          <a:pt x="484016" y="315009"/>
                        </a:cubicBezTo>
                        <a:cubicBezTo>
                          <a:pt x="487680" y="317454"/>
                          <a:pt x="488906" y="318673"/>
                          <a:pt x="491350" y="318673"/>
                        </a:cubicBezTo>
                        <a:lnTo>
                          <a:pt x="497459" y="318673"/>
                        </a:lnTo>
                        <a:lnTo>
                          <a:pt x="497459" y="379723"/>
                        </a:lnTo>
                        <a:lnTo>
                          <a:pt x="495015" y="379723"/>
                        </a:lnTo>
                        <a:lnTo>
                          <a:pt x="495015" y="37850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" name="Google Shape;124;g3d7936b2ea4_3_0"/>
                  <p:cNvSpPr/>
                  <p:nvPr/>
                </p:nvSpPr>
                <p:spPr>
                  <a:xfrm>
                    <a:off x="2024513" y="4668226"/>
                    <a:ext cx="513347" cy="390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347" h="390715" extrusionOk="0">
                        <a:moveTo>
                          <a:pt x="331231" y="12211"/>
                        </a:moveTo>
                        <a:cubicBezTo>
                          <a:pt x="355679" y="12211"/>
                          <a:pt x="377676" y="25642"/>
                          <a:pt x="388675" y="47620"/>
                        </a:cubicBezTo>
                        <a:cubicBezTo>
                          <a:pt x="391119" y="52503"/>
                          <a:pt x="396009" y="56167"/>
                          <a:pt x="400899" y="57386"/>
                        </a:cubicBezTo>
                        <a:cubicBezTo>
                          <a:pt x="408233" y="58605"/>
                          <a:pt x="415568" y="62269"/>
                          <a:pt x="421676" y="65933"/>
                        </a:cubicBezTo>
                        <a:cubicBezTo>
                          <a:pt x="451014" y="84247"/>
                          <a:pt x="460793" y="122100"/>
                          <a:pt x="444899" y="152625"/>
                        </a:cubicBezTo>
                        <a:lnTo>
                          <a:pt x="442454" y="157508"/>
                        </a:lnTo>
                        <a:lnTo>
                          <a:pt x="397235" y="157508"/>
                        </a:lnTo>
                        <a:cubicBezTo>
                          <a:pt x="398454" y="159946"/>
                          <a:pt x="399680" y="162391"/>
                          <a:pt x="400899" y="166055"/>
                        </a:cubicBezTo>
                        <a:cubicBezTo>
                          <a:pt x="415568" y="200244"/>
                          <a:pt x="444899" y="236871"/>
                          <a:pt x="495015" y="236871"/>
                        </a:cubicBezTo>
                        <a:lnTo>
                          <a:pt x="501123" y="236871"/>
                        </a:lnTo>
                        <a:lnTo>
                          <a:pt x="501123" y="252747"/>
                        </a:lnTo>
                        <a:lnTo>
                          <a:pt x="501123" y="285710"/>
                        </a:lnTo>
                        <a:lnTo>
                          <a:pt x="387455" y="285710"/>
                        </a:lnTo>
                        <a:lnTo>
                          <a:pt x="387455" y="322337"/>
                        </a:lnTo>
                        <a:cubicBezTo>
                          <a:pt x="391119" y="319899"/>
                          <a:pt x="396009" y="317454"/>
                          <a:pt x="403343" y="317454"/>
                        </a:cubicBezTo>
                        <a:cubicBezTo>
                          <a:pt x="414342" y="317454"/>
                          <a:pt x="420457" y="322337"/>
                          <a:pt x="424121" y="324782"/>
                        </a:cubicBezTo>
                        <a:cubicBezTo>
                          <a:pt x="427792" y="327227"/>
                          <a:pt x="430236" y="329665"/>
                          <a:pt x="435126" y="329665"/>
                        </a:cubicBezTo>
                        <a:cubicBezTo>
                          <a:pt x="440009" y="329665"/>
                          <a:pt x="442454" y="328446"/>
                          <a:pt x="446124" y="324782"/>
                        </a:cubicBezTo>
                        <a:cubicBezTo>
                          <a:pt x="451014" y="321118"/>
                          <a:pt x="455904" y="317454"/>
                          <a:pt x="466902" y="317454"/>
                        </a:cubicBezTo>
                        <a:cubicBezTo>
                          <a:pt x="477901" y="317454"/>
                          <a:pt x="484016" y="322337"/>
                          <a:pt x="487680" y="324782"/>
                        </a:cubicBezTo>
                        <a:cubicBezTo>
                          <a:pt x="491344" y="327227"/>
                          <a:pt x="493789" y="329665"/>
                          <a:pt x="498678" y="329665"/>
                        </a:cubicBezTo>
                        <a:lnTo>
                          <a:pt x="498678" y="341877"/>
                        </a:lnTo>
                        <a:lnTo>
                          <a:pt x="498678" y="346760"/>
                        </a:lnTo>
                        <a:lnTo>
                          <a:pt x="498678" y="378504"/>
                        </a:lnTo>
                        <a:cubicBezTo>
                          <a:pt x="487680" y="378504"/>
                          <a:pt x="481571" y="373621"/>
                          <a:pt x="477901" y="371182"/>
                        </a:cubicBezTo>
                        <a:cubicBezTo>
                          <a:pt x="476682" y="367519"/>
                          <a:pt x="474237" y="366293"/>
                          <a:pt x="468121" y="366293"/>
                        </a:cubicBezTo>
                        <a:cubicBezTo>
                          <a:pt x="463232" y="366293"/>
                          <a:pt x="460793" y="367519"/>
                          <a:pt x="457123" y="371182"/>
                        </a:cubicBezTo>
                        <a:cubicBezTo>
                          <a:pt x="452233" y="373621"/>
                          <a:pt x="446124" y="378504"/>
                          <a:pt x="436345" y="378504"/>
                        </a:cubicBezTo>
                        <a:cubicBezTo>
                          <a:pt x="425347" y="378504"/>
                          <a:pt x="419232" y="373621"/>
                          <a:pt x="415568" y="371182"/>
                        </a:cubicBezTo>
                        <a:cubicBezTo>
                          <a:pt x="410678" y="367519"/>
                          <a:pt x="408233" y="366293"/>
                          <a:pt x="403343" y="366293"/>
                        </a:cubicBezTo>
                        <a:cubicBezTo>
                          <a:pt x="398454" y="366293"/>
                          <a:pt x="396009" y="367519"/>
                          <a:pt x="392345" y="371182"/>
                        </a:cubicBezTo>
                        <a:cubicBezTo>
                          <a:pt x="387455" y="374840"/>
                          <a:pt x="382566" y="378504"/>
                          <a:pt x="371567" y="378504"/>
                        </a:cubicBezTo>
                        <a:cubicBezTo>
                          <a:pt x="360562" y="378504"/>
                          <a:pt x="354454" y="373621"/>
                          <a:pt x="350789" y="371182"/>
                        </a:cubicBezTo>
                        <a:cubicBezTo>
                          <a:pt x="347119" y="368738"/>
                          <a:pt x="344674" y="366293"/>
                          <a:pt x="339785" y="366293"/>
                        </a:cubicBezTo>
                        <a:cubicBezTo>
                          <a:pt x="334895" y="366293"/>
                          <a:pt x="332457" y="367519"/>
                          <a:pt x="328786" y="371182"/>
                        </a:cubicBezTo>
                        <a:cubicBezTo>
                          <a:pt x="322677" y="373621"/>
                          <a:pt x="316562" y="378504"/>
                          <a:pt x="305564" y="378504"/>
                        </a:cubicBezTo>
                        <a:cubicBezTo>
                          <a:pt x="294565" y="378504"/>
                          <a:pt x="288450" y="373621"/>
                          <a:pt x="284786" y="371182"/>
                        </a:cubicBezTo>
                        <a:cubicBezTo>
                          <a:pt x="281122" y="367519"/>
                          <a:pt x="278677" y="366293"/>
                          <a:pt x="272562" y="366293"/>
                        </a:cubicBezTo>
                        <a:cubicBezTo>
                          <a:pt x="267672" y="366293"/>
                          <a:pt x="265227" y="367519"/>
                          <a:pt x="261563" y="371182"/>
                        </a:cubicBezTo>
                        <a:cubicBezTo>
                          <a:pt x="256674" y="373621"/>
                          <a:pt x="250565" y="378504"/>
                          <a:pt x="240786" y="378504"/>
                        </a:cubicBezTo>
                        <a:cubicBezTo>
                          <a:pt x="229787" y="378504"/>
                          <a:pt x="223672" y="373621"/>
                          <a:pt x="220008" y="371182"/>
                        </a:cubicBezTo>
                        <a:cubicBezTo>
                          <a:pt x="215118" y="367519"/>
                          <a:pt x="212673" y="366293"/>
                          <a:pt x="207784" y="366293"/>
                        </a:cubicBezTo>
                        <a:cubicBezTo>
                          <a:pt x="202894" y="366293"/>
                          <a:pt x="200449" y="367519"/>
                          <a:pt x="196785" y="371182"/>
                        </a:cubicBezTo>
                        <a:cubicBezTo>
                          <a:pt x="191896" y="374840"/>
                          <a:pt x="187006" y="378504"/>
                          <a:pt x="176007" y="378504"/>
                        </a:cubicBezTo>
                        <a:cubicBezTo>
                          <a:pt x="165003" y="378504"/>
                          <a:pt x="158894" y="373621"/>
                          <a:pt x="155223" y="371182"/>
                        </a:cubicBezTo>
                        <a:cubicBezTo>
                          <a:pt x="151559" y="368738"/>
                          <a:pt x="149115" y="366293"/>
                          <a:pt x="144225" y="366293"/>
                        </a:cubicBezTo>
                        <a:cubicBezTo>
                          <a:pt x="139335" y="366293"/>
                          <a:pt x="136891" y="367519"/>
                          <a:pt x="133226" y="371182"/>
                        </a:cubicBezTo>
                        <a:cubicBezTo>
                          <a:pt x="127118" y="373621"/>
                          <a:pt x="121002" y="378504"/>
                          <a:pt x="110004" y="378504"/>
                        </a:cubicBezTo>
                        <a:cubicBezTo>
                          <a:pt x="99005" y="378504"/>
                          <a:pt x="92890" y="373621"/>
                          <a:pt x="89226" y="371182"/>
                        </a:cubicBezTo>
                        <a:cubicBezTo>
                          <a:pt x="85556" y="367519"/>
                          <a:pt x="83111" y="366293"/>
                          <a:pt x="77002" y="366293"/>
                        </a:cubicBezTo>
                        <a:cubicBezTo>
                          <a:pt x="70893" y="366293"/>
                          <a:pt x="69668" y="367519"/>
                          <a:pt x="66004" y="371182"/>
                        </a:cubicBezTo>
                        <a:cubicBezTo>
                          <a:pt x="61114" y="373621"/>
                          <a:pt x="56224" y="378504"/>
                          <a:pt x="45226" y="378504"/>
                        </a:cubicBezTo>
                        <a:cubicBezTo>
                          <a:pt x="34221" y="378504"/>
                          <a:pt x="28112" y="373621"/>
                          <a:pt x="24448" y="371182"/>
                        </a:cubicBezTo>
                        <a:cubicBezTo>
                          <a:pt x="19559" y="367519"/>
                          <a:pt x="17114" y="366293"/>
                          <a:pt x="12224" y="366293"/>
                        </a:cubicBezTo>
                        <a:lnTo>
                          <a:pt x="12224" y="333330"/>
                        </a:lnTo>
                        <a:lnTo>
                          <a:pt x="12224" y="327227"/>
                        </a:lnTo>
                        <a:lnTo>
                          <a:pt x="12224" y="317454"/>
                        </a:lnTo>
                        <a:cubicBezTo>
                          <a:pt x="23222" y="317454"/>
                          <a:pt x="29331" y="322337"/>
                          <a:pt x="33002" y="324782"/>
                        </a:cubicBezTo>
                        <a:cubicBezTo>
                          <a:pt x="36666" y="328446"/>
                          <a:pt x="39111" y="329665"/>
                          <a:pt x="45226" y="329665"/>
                        </a:cubicBezTo>
                        <a:cubicBezTo>
                          <a:pt x="50116" y="329665"/>
                          <a:pt x="52554" y="328446"/>
                          <a:pt x="56224" y="324782"/>
                        </a:cubicBezTo>
                        <a:cubicBezTo>
                          <a:pt x="61114" y="322337"/>
                          <a:pt x="66004" y="317454"/>
                          <a:pt x="77002" y="317454"/>
                        </a:cubicBezTo>
                        <a:cubicBezTo>
                          <a:pt x="88001" y="317454"/>
                          <a:pt x="94116" y="322337"/>
                          <a:pt x="97780" y="324782"/>
                        </a:cubicBezTo>
                        <a:cubicBezTo>
                          <a:pt x="102669" y="328446"/>
                          <a:pt x="105114" y="329665"/>
                          <a:pt x="110004" y="329665"/>
                        </a:cubicBezTo>
                        <a:cubicBezTo>
                          <a:pt x="114894" y="329665"/>
                          <a:pt x="117338" y="328446"/>
                          <a:pt x="121002" y="324782"/>
                        </a:cubicBezTo>
                        <a:cubicBezTo>
                          <a:pt x="123447" y="323563"/>
                          <a:pt x="124673" y="321118"/>
                          <a:pt x="128337" y="319899"/>
                        </a:cubicBezTo>
                        <a:lnTo>
                          <a:pt x="128337" y="284491"/>
                        </a:lnTo>
                        <a:lnTo>
                          <a:pt x="12224" y="284491"/>
                        </a:lnTo>
                        <a:lnTo>
                          <a:pt x="12224" y="251521"/>
                        </a:lnTo>
                        <a:lnTo>
                          <a:pt x="12224" y="234427"/>
                        </a:lnTo>
                        <a:lnTo>
                          <a:pt x="22003" y="234427"/>
                        </a:lnTo>
                        <a:cubicBezTo>
                          <a:pt x="99005" y="234427"/>
                          <a:pt x="125892" y="151406"/>
                          <a:pt x="128337" y="118436"/>
                        </a:cubicBezTo>
                        <a:lnTo>
                          <a:pt x="128337" y="107450"/>
                        </a:lnTo>
                        <a:lnTo>
                          <a:pt x="144225" y="107450"/>
                        </a:lnTo>
                        <a:lnTo>
                          <a:pt x="144225" y="115991"/>
                        </a:lnTo>
                        <a:cubicBezTo>
                          <a:pt x="144225" y="134311"/>
                          <a:pt x="150340" y="163610"/>
                          <a:pt x="166228" y="188033"/>
                        </a:cubicBezTo>
                        <a:cubicBezTo>
                          <a:pt x="187006" y="218558"/>
                          <a:pt x="217563" y="234427"/>
                          <a:pt x="259119" y="234427"/>
                        </a:cubicBezTo>
                        <a:cubicBezTo>
                          <a:pt x="299455" y="234427"/>
                          <a:pt x="330012" y="218558"/>
                          <a:pt x="350789" y="185588"/>
                        </a:cubicBezTo>
                        <a:cubicBezTo>
                          <a:pt x="354454" y="179486"/>
                          <a:pt x="358124" y="172158"/>
                          <a:pt x="360562" y="166055"/>
                        </a:cubicBezTo>
                        <a:cubicBezTo>
                          <a:pt x="361788" y="163610"/>
                          <a:pt x="363007" y="161172"/>
                          <a:pt x="363007" y="157508"/>
                        </a:cubicBezTo>
                        <a:lnTo>
                          <a:pt x="350789" y="157508"/>
                        </a:lnTo>
                        <a:lnTo>
                          <a:pt x="314117" y="157508"/>
                        </a:lnTo>
                        <a:lnTo>
                          <a:pt x="281122" y="157508"/>
                        </a:lnTo>
                        <a:lnTo>
                          <a:pt x="202894" y="157508"/>
                        </a:lnTo>
                        <a:lnTo>
                          <a:pt x="167448" y="157508"/>
                        </a:lnTo>
                        <a:lnTo>
                          <a:pt x="167448" y="150180"/>
                        </a:lnTo>
                        <a:cubicBezTo>
                          <a:pt x="168673" y="126983"/>
                          <a:pt x="182116" y="105005"/>
                          <a:pt x="204120" y="94013"/>
                        </a:cubicBezTo>
                        <a:cubicBezTo>
                          <a:pt x="209003" y="91575"/>
                          <a:pt x="212673" y="86692"/>
                          <a:pt x="213893" y="81808"/>
                        </a:cubicBezTo>
                        <a:cubicBezTo>
                          <a:pt x="217563" y="63495"/>
                          <a:pt x="228561" y="48839"/>
                          <a:pt x="244450" y="42736"/>
                        </a:cubicBezTo>
                        <a:cubicBezTo>
                          <a:pt x="250565" y="40292"/>
                          <a:pt x="257893" y="37853"/>
                          <a:pt x="265227" y="37853"/>
                        </a:cubicBezTo>
                        <a:cubicBezTo>
                          <a:pt x="266453" y="37853"/>
                          <a:pt x="268898" y="37853"/>
                          <a:pt x="270117" y="37853"/>
                        </a:cubicBezTo>
                        <a:lnTo>
                          <a:pt x="271343" y="37853"/>
                        </a:lnTo>
                        <a:cubicBezTo>
                          <a:pt x="276232" y="37853"/>
                          <a:pt x="281122" y="35408"/>
                          <a:pt x="283560" y="32970"/>
                        </a:cubicBezTo>
                        <a:cubicBezTo>
                          <a:pt x="295784" y="19540"/>
                          <a:pt x="312898" y="12211"/>
                          <a:pt x="331231" y="12211"/>
                        </a:cubicBezTo>
                        <a:close/>
                        <a:moveTo>
                          <a:pt x="331231" y="0"/>
                        </a:moveTo>
                        <a:cubicBezTo>
                          <a:pt x="310453" y="0"/>
                          <a:pt x="289676" y="8547"/>
                          <a:pt x="275007" y="24423"/>
                        </a:cubicBezTo>
                        <a:cubicBezTo>
                          <a:pt x="273787" y="25642"/>
                          <a:pt x="272562" y="25642"/>
                          <a:pt x="271343" y="25642"/>
                        </a:cubicBezTo>
                        <a:lnTo>
                          <a:pt x="270117" y="25642"/>
                        </a:lnTo>
                        <a:cubicBezTo>
                          <a:pt x="267672" y="25642"/>
                          <a:pt x="266453" y="25642"/>
                          <a:pt x="264008" y="25642"/>
                        </a:cubicBezTo>
                        <a:cubicBezTo>
                          <a:pt x="255454" y="25642"/>
                          <a:pt x="246895" y="28080"/>
                          <a:pt x="238341" y="30525"/>
                        </a:cubicBezTo>
                        <a:cubicBezTo>
                          <a:pt x="218782" y="39072"/>
                          <a:pt x="205339" y="56167"/>
                          <a:pt x="201675" y="76925"/>
                        </a:cubicBezTo>
                        <a:cubicBezTo>
                          <a:pt x="201675" y="78145"/>
                          <a:pt x="200449" y="80583"/>
                          <a:pt x="198004" y="80583"/>
                        </a:cubicBezTo>
                        <a:cubicBezTo>
                          <a:pt x="178452" y="90356"/>
                          <a:pt x="163783" y="109888"/>
                          <a:pt x="157668" y="131866"/>
                        </a:cubicBezTo>
                        <a:cubicBezTo>
                          <a:pt x="156449" y="125764"/>
                          <a:pt x="156449" y="119655"/>
                          <a:pt x="156449" y="114772"/>
                        </a:cubicBezTo>
                        <a:lnTo>
                          <a:pt x="156449" y="107450"/>
                        </a:lnTo>
                        <a:lnTo>
                          <a:pt x="156449" y="95239"/>
                        </a:lnTo>
                        <a:lnTo>
                          <a:pt x="144225" y="95239"/>
                        </a:lnTo>
                        <a:lnTo>
                          <a:pt x="128337" y="95239"/>
                        </a:lnTo>
                        <a:lnTo>
                          <a:pt x="116113" y="95239"/>
                        </a:lnTo>
                        <a:lnTo>
                          <a:pt x="116113" y="107450"/>
                        </a:lnTo>
                        <a:lnTo>
                          <a:pt x="116113" y="118436"/>
                        </a:lnTo>
                        <a:cubicBezTo>
                          <a:pt x="114894" y="139194"/>
                          <a:pt x="94116" y="223441"/>
                          <a:pt x="22003" y="223441"/>
                        </a:cubicBezTo>
                        <a:lnTo>
                          <a:pt x="12224" y="223441"/>
                        </a:lnTo>
                        <a:lnTo>
                          <a:pt x="0" y="223441"/>
                        </a:lnTo>
                        <a:lnTo>
                          <a:pt x="0" y="235652"/>
                        </a:lnTo>
                        <a:lnTo>
                          <a:pt x="0" y="252747"/>
                        </a:lnTo>
                        <a:lnTo>
                          <a:pt x="0" y="285710"/>
                        </a:lnTo>
                        <a:lnTo>
                          <a:pt x="0" y="297921"/>
                        </a:lnTo>
                        <a:lnTo>
                          <a:pt x="12224" y="297921"/>
                        </a:lnTo>
                        <a:lnTo>
                          <a:pt x="116113" y="297921"/>
                        </a:lnTo>
                        <a:lnTo>
                          <a:pt x="116113" y="315016"/>
                        </a:lnTo>
                        <a:cubicBezTo>
                          <a:pt x="114894" y="315016"/>
                          <a:pt x="114894" y="316235"/>
                          <a:pt x="113668" y="316235"/>
                        </a:cubicBezTo>
                        <a:cubicBezTo>
                          <a:pt x="111223" y="317454"/>
                          <a:pt x="111223" y="317454"/>
                          <a:pt x="110004" y="317454"/>
                        </a:cubicBezTo>
                        <a:cubicBezTo>
                          <a:pt x="108778" y="317454"/>
                          <a:pt x="108778" y="317454"/>
                          <a:pt x="106334" y="315016"/>
                        </a:cubicBezTo>
                        <a:cubicBezTo>
                          <a:pt x="100225" y="311352"/>
                          <a:pt x="92890" y="305249"/>
                          <a:pt x="77002" y="305249"/>
                        </a:cubicBezTo>
                        <a:cubicBezTo>
                          <a:pt x="62333" y="305249"/>
                          <a:pt x="53780" y="311352"/>
                          <a:pt x="48890" y="315016"/>
                        </a:cubicBezTo>
                        <a:cubicBezTo>
                          <a:pt x="46445" y="317454"/>
                          <a:pt x="46445" y="317454"/>
                          <a:pt x="45226" y="317454"/>
                        </a:cubicBezTo>
                        <a:cubicBezTo>
                          <a:pt x="44000" y="317454"/>
                          <a:pt x="44000" y="317454"/>
                          <a:pt x="41556" y="315016"/>
                        </a:cubicBezTo>
                        <a:cubicBezTo>
                          <a:pt x="35447" y="311352"/>
                          <a:pt x="26887" y="305249"/>
                          <a:pt x="12224" y="305249"/>
                        </a:cubicBezTo>
                        <a:lnTo>
                          <a:pt x="0" y="305249"/>
                        </a:lnTo>
                        <a:lnTo>
                          <a:pt x="0" y="317454"/>
                        </a:lnTo>
                        <a:lnTo>
                          <a:pt x="0" y="328446"/>
                        </a:lnTo>
                        <a:lnTo>
                          <a:pt x="0" y="334549"/>
                        </a:lnTo>
                        <a:lnTo>
                          <a:pt x="0" y="366293"/>
                        </a:lnTo>
                        <a:lnTo>
                          <a:pt x="0" y="378504"/>
                        </a:lnTo>
                        <a:lnTo>
                          <a:pt x="12224" y="378504"/>
                        </a:lnTo>
                        <a:cubicBezTo>
                          <a:pt x="13443" y="378504"/>
                          <a:pt x="13443" y="378504"/>
                          <a:pt x="15888" y="380949"/>
                        </a:cubicBezTo>
                        <a:cubicBezTo>
                          <a:pt x="20778" y="384613"/>
                          <a:pt x="29331" y="390715"/>
                          <a:pt x="45226" y="390715"/>
                        </a:cubicBezTo>
                        <a:cubicBezTo>
                          <a:pt x="59888" y="390715"/>
                          <a:pt x="68448" y="384613"/>
                          <a:pt x="73338" y="380949"/>
                        </a:cubicBezTo>
                        <a:cubicBezTo>
                          <a:pt x="75783" y="378504"/>
                          <a:pt x="75783" y="378504"/>
                          <a:pt x="77002" y="378504"/>
                        </a:cubicBezTo>
                        <a:cubicBezTo>
                          <a:pt x="78221" y="378504"/>
                          <a:pt x="78221" y="378504"/>
                          <a:pt x="80666" y="380949"/>
                        </a:cubicBezTo>
                        <a:cubicBezTo>
                          <a:pt x="86781" y="384613"/>
                          <a:pt x="95335" y="390715"/>
                          <a:pt x="110004" y="390715"/>
                        </a:cubicBezTo>
                        <a:cubicBezTo>
                          <a:pt x="124673" y="390715"/>
                          <a:pt x="133226" y="384613"/>
                          <a:pt x="138116" y="380949"/>
                        </a:cubicBezTo>
                        <a:cubicBezTo>
                          <a:pt x="140561" y="378504"/>
                          <a:pt x="140561" y="378504"/>
                          <a:pt x="141780" y="378504"/>
                        </a:cubicBezTo>
                        <a:cubicBezTo>
                          <a:pt x="143006" y="378504"/>
                          <a:pt x="143006" y="378504"/>
                          <a:pt x="145451" y="380949"/>
                        </a:cubicBezTo>
                        <a:cubicBezTo>
                          <a:pt x="150340" y="384613"/>
                          <a:pt x="158894" y="390715"/>
                          <a:pt x="173563" y="390715"/>
                        </a:cubicBezTo>
                        <a:cubicBezTo>
                          <a:pt x="188225" y="390715"/>
                          <a:pt x="196785" y="384613"/>
                          <a:pt x="201675" y="380949"/>
                        </a:cubicBezTo>
                        <a:cubicBezTo>
                          <a:pt x="206558" y="378504"/>
                          <a:pt x="206558" y="378504"/>
                          <a:pt x="207784" y="378504"/>
                        </a:cubicBezTo>
                        <a:cubicBezTo>
                          <a:pt x="209003" y="378504"/>
                          <a:pt x="209003" y="378504"/>
                          <a:pt x="211448" y="380949"/>
                        </a:cubicBezTo>
                        <a:cubicBezTo>
                          <a:pt x="216337" y="384613"/>
                          <a:pt x="224898" y="390715"/>
                          <a:pt x="239560" y="390715"/>
                        </a:cubicBezTo>
                        <a:cubicBezTo>
                          <a:pt x="254229" y="390715"/>
                          <a:pt x="262783" y="384613"/>
                          <a:pt x="267672" y="380949"/>
                        </a:cubicBezTo>
                        <a:cubicBezTo>
                          <a:pt x="270117" y="378504"/>
                          <a:pt x="270117" y="378504"/>
                          <a:pt x="271343" y="378504"/>
                        </a:cubicBezTo>
                        <a:cubicBezTo>
                          <a:pt x="272562" y="378504"/>
                          <a:pt x="272562" y="378504"/>
                          <a:pt x="275007" y="380949"/>
                        </a:cubicBezTo>
                        <a:cubicBezTo>
                          <a:pt x="279896" y="384613"/>
                          <a:pt x="288450" y="390715"/>
                          <a:pt x="303119" y="390715"/>
                        </a:cubicBezTo>
                        <a:cubicBezTo>
                          <a:pt x="317788" y="390715"/>
                          <a:pt x="326341" y="384613"/>
                          <a:pt x="331231" y="380949"/>
                        </a:cubicBezTo>
                        <a:cubicBezTo>
                          <a:pt x="333676" y="378504"/>
                          <a:pt x="333676" y="378504"/>
                          <a:pt x="334895" y="378504"/>
                        </a:cubicBezTo>
                        <a:cubicBezTo>
                          <a:pt x="336121" y="378504"/>
                          <a:pt x="336121" y="378504"/>
                          <a:pt x="338565" y="380949"/>
                        </a:cubicBezTo>
                        <a:cubicBezTo>
                          <a:pt x="343455" y="384613"/>
                          <a:pt x="352009" y="390715"/>
                          <a:pt x="366678" y="390715"/>
                        </a:cubicBezTo>
                        <a:cubicBezTo>
                          <a:pt x="381346" y="390715"/>
                          <a:pt x="389900" y="384613"/>
                          <a:pt x="394790" y="380949"/>
                        </a:cubicBezTo>
                        <a:cubicBezTo>
                          <a:pt x="402124" y="378504"/>
                          <a:pt x="402124" y="378504"/>
                          <a:pt x="403343" y="378504"/>
                        </a:cubicBezTo>
                        <a:cubicBezTo>
                          <a:pt x="404569" y="378504"/>
                          <a:pt x="404569" y="378504"/>
                          <a:pt x="407014" y="380949"/>
                        </a:cubicBezTo>
                        <a:cubicBezTo>
                          <a:pt x="411897" y="384613"/>
                          <a:pt x="420457" y="390715"/>
                          <a:pt x="435126" y="390715"/>
                        </a:cubicBezTo>
                        <a:cubicBezTo>
                          <a:pt x="449789" y="390715"/>
                          <a:pt x="458349" y="384613"/>
                          <a:pt x="463232" y="380949"/>
                        </a:cubicBezTo>
                        <a:cubicBezTo>
                          <a:pt x="465677" y="378504"/>
                          <a:pt x="465677" y="378504"/>
                          <a:pt x="466902" y="378504"/>
                        </a:cubicBezTo>
                        <a:cubicBezTo>
                          <a:pt x="468121" y="378504"/>
                          <a:pt x="468121" y="378504"/>
                          <a:pt x="470566" y="380949"/>
                        </a:cubicBezTo>
                        <a:cubicBezTo>
                          <a:pt x="475456" y="384613"/>
                          <a:pt x="484016" y="390715"/>
                          <a:pt x="498678" y="390715"/>
                        </a:cubicBezTo>
                        <a:lnTo>
                          <a:pt x="510902" y="390715"/>
                        </a:lnTo>
                        <a:lnTo>
                          <a:pt x="510902" y="378504"/>
                        </a:lnTo>
                        <a:lnTo>
                          <a:pt x="510902" y="345541"/>
                        </a:lnTo>
                        <a:lnTo>
                          <a:pt x="510902" y="341877"/>
                        </a:lnTo>
                        <a:lnTo>
                          <a:pt x="510902" y="329665"/>
                        </a:lnTo>
                        <a:lnTo>
                          <a:pt x="510902" y="317454"/>
                        </a:lnTo>
                        <a:lnTo>
                          <a:pt x="498678" y="317454"/>
                        </a:lnTo>
                        <a:cubicBezTo>
                          <a:pt x="497459" y="317454"/>
                          <a:pt x="497459" y="317454"/>
                          <a:pt x="495015" y="315016"/>
                        </a:cubicBezTo>
                        <a:cubicBezTo>
                          <a:pt x="490125" y="311352"/>
                          <a:pt x="481571" y="305249"/>
                          <a:pt x="466902" y="305249"/>
                        </a:cubicBezTo>
                        <a:cubicBezTo>
                          <a:pt x="452233" y="305249"/>
                          <a:pt x="443680" y="311352"/>
                          <a:pt x="438790" y="315016"/>
                        </a:cubicBezTo>
                        <a:cubicBezTo>
                          <a:pt x="437564" y="317454"/>
                          <a:pt x="437564" y="317454"/>
                          <a:pt x="436345" y="317454"/>
                        </a:cubicBezTo>
                        <a:cubicBezTo>
                          <a:pt x="435126" y="317454"/>
                          <a:pt x="435126" y="317454"/>
                          <a:pt x="432681" y="315016"/>
                        </a:cubicBezTo>
                        <a:cubicBezTo>
                          <a:pt x="426566" y="311352"/>
                          <a:pt x="418012" y="305249"/>
                          <a:pt x="403343" y="305249"/>
                        </a:cubicBezTo>
                        <a:cubicBezTo>
                          <a:pt x="402124" y="305249"/>
                          <a:pt x="400899" y="305249"/>
                          <a:pt x="399680" y="305249"/>
                        </a:cubicBezTo>
                        <a:lnTo>
                          <a:pt x="399680" y="296702"/>
                        </a:lnTo>
                        <a:lnTo>
                          <a:pt x="501123" y="296702"/>
                        </a:lnTo>
                        <a:lnTo>
                          <a:pt x="513347" y="296702"/>
                        </a:lnTo>
                        <a:lnTo>
                          <a:pt x="513347" y="284491"/>
                        </a:lnTo>
                        <a:lnTo>
                          <a:pt x="513347" y="251521"/>
                        </a:lnTo>
                        <a:lnTo>
                          <a:pt x="513347" y="235652"/>
                        </a:lnTo>
                        <a:lnTo>
                          <a:pt x="513347" y="223441"/>
                        </a:lnTo>
                        <a:lnTo>
                          <a:pt x="501123" y="223441"/>
                        </a:lnTo>
                        <a:lnTo>
                          <a:pt x="492570" y="223441"/>
                        </a:lnTo>
                        <a:cubicBezTo>
                          <a:pt x="448569" y="223441"/>
                          <a:pt x="425347" y="192916"/>
                          <a:pt x="413123" y="168494"/>
                        </a:cubicBezTo>
                        <a:lnTo>
                          <a:pt x="440009" y="168494"/>
                        </a:lnTo>
                        <a:lnTo>
                          <a:pt x="447344" y="168494"/>
                        </a:lnTo>
                        <a:lnTo>
                          <a:pt x="451014" y="161172"/>
                        </a:lnTo>
                        <a:lnTo>
                          <a:pt x="453459" y="156289"/>
                        </a:lnTo>
                        <a:cubicBezTo>
                          <a:pt x="473011" y="120881"/>
                          <a:pt x="460793" y="75700"/>
                          <a:pt x="426566" y="54948"/>
                        </a:cubicBezTo>
                        <a:cubicBezTo>
                          <a:pt x="419232" y="50058"/>
                          <a:pt x="410678" y="46400"/>
                          <a:pt x="402124" y="45175"/>
                        </a:cubicBezTo>
                        <a:cubicBezTo>
                          <a:pt x="399680" y="45175"/>
                          <a:pt x="398454" y="43956"/>
                          <a:pt x="397235" y="41517"/>
                        </a:cubicBezTo>
                        <a:cubicBezTo>
                          <a:pt x="386230" y="15875"/>
                          <a:pt x="359343" y="0"/>
                          <a:pt x="331231" y="0"/>
                        </a:cubicBezTo>
                        <a:close/>
                        <a:moveTo>
                          <a:pt x="169892" y="168494"/>
                        </a:moveTo>
                        <a:lnTo>
                          <a:pt x="202894" y="168494"/>
                        </a:lnTo>
                        <a:lnTo>
                          <a:pt x="281122" y="168494"/>
                        </a:lnTo>
                        <a:lnTo>
                          <a:pt x="314117" y="168494"/>
                        </a:lnTo>
                        <a:lnTo>
                          <a:pt x="344674" y="168494"/>
                        </a:lnTo>
                        <a:cubicBezTo>
                          <a:pt x="343455" y="172158"/>
                          <a:pt x="341010" y="174602"/>
                          <a:pt x="339785" y="178266"/>
                        </a:cubicBezTo>
                        <a:cubicBezTo>
                          <a:pt x="321452" y="207566"/>
                          <a:pt x="295784" y="220996"/>
                          <a:pt x="259119" y="220996"/>
                        </a:cubicBezTo>
                        <a:cubicBezTo>
                          <a:pt x="222453" y="220996"/>
                          <a:pt x="194341" y="207566"/>
                          <a:pt x="177227" y="180705"/>
                        </a:cubicBezTo>
                        <a:cubicBezTo>
                          <a:pt x="173563" y="177041"/>
                          <a:pt x="172337" y="173383"/>
                          <a:pt x="169892" y="16849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5" name="Google Shape;125;g3d7936b2ea4_3_0"/>
                <p:cNvGrpSpPr/>
                <p:nvPr/>
              </p:nvGrpSpPr>
              <p:grpSpPr>
                <a:xfrm>
                  <a:off x="2036737" y="4680431"/>
                  <a:ext cx="488899" cy="366293"/>
                  <a:chOff x="2036737" y="4680431"/>
                  <a:chExt cx="488899" cy="366293"/>
                </a:xfrm>
              </p:grpSpPr>
              <p:sp>
                <p:nvSpPr>
                  <p:cNvPr id="126" name="Google Shape;126;g3d7936b2ea4_3_0"/>
                  <p:cNvSpPr/>
                  <p:nvPr/>
                </p:nvSpPr>
                <p:spPr>
                  <a:xfrm>
                    <a:off x="2297075" y="4781772"/>
                    <a:ext cx="83117" cy="4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117" h="42736" extrusionOk="0">
                        <a:moveTo>
                          <a:pt x="83117" y="26867"/>
                        </a:moveTo>
                        <a:lnTo>
                          <a:pt x="42781" y="26867"/>
                        </a:lnTo>
                        <a:cubicBezTo>
                          <a:pt x="28112" y="26867"/>
                          <a:pt x="15888" y="14656"/>
                          <a:pt x="15888" y="0"/>
                        </a:cubicBezTo>
                        <a:lnTo>
                          <a:pt x="0" y="0"/>
                        </a:lnTo>
                        <a:cubicBezTo>
                          <a:pt x="0" y="23203"/>
                          <a:pt x="19558" y="42736"/>
                          <a:pt x="42781" y="42736"/>
                        </a:cubicBezTo>
                        <a:lnTo>
                          <a:pt x="79447" y="42736"/>
                        </a:lnTo>
                        <a:cubicBezTo>
                          <a:pt x="79447" y="41517"/>
                          <a:pt x="80672" y="36634"/>
                          <a:pt x="83117" y="26867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" name="Google Shape;127;g3d7936b2ea4_3_0"/>
                  <p:cNvSpPr/>
                  <p:nvPr/>
                </p:nvSpPr>
                <p:spPr>
                  <a:xfrm>
                    <a:off x="2193186" y="4680431"/>
                    <a:ext cx="282574" cy="1440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2574" h="144077" extrusionOk="0">
                        <a:moveTo>
                          <a:pt x="98999" y="128208"/>
                        </a:moveTo>
                        <a:lnTo>
                          <a:pt x="17107" y="128208"/>
                        </a:lnTo>
                        <a:cubicBezTo>
                          <a:pt x="20778" y="113552"/>
                          <a:pt x="29331" y="101341"/>
                          <a:pt x="42775" y="94019"/>
                        </a:cubicBezTo>
                        <a:cubicBezTo>
                          <a:pt x="52554" y="89136"/>
                          <a:pt x="58669" y="80589"/>
                          <a:pt x="61114" y="69597"/>
                        </a:cubicBezTo>
                        <a:cubicBezTo>
                          <a:pt x="63559" y="58611"/>
                          <a:pt x="70887" y="48845"/>
                          <a:pt x="81892" y="45181"/>
                        </a:cubicBezTo>
                        <a:cubicBezTo>
                          <a:pt x="88001" y="42736"/>
                          <a:pt x="92890" y="41517"/>
                          <a:pt x="98999" y="42736"/>
                        </a:cubicBezTo>
                        <a:cubicBezTo>
                          <a:pt x="110004" y="43955"/>
                          <a:pt x="119777" y="40298"/>
                          <a:pt x="127111" y="31751"/>
                        </a:cubicBezTo>
                        <a:cubicBezTo>
                          <a:pt x="136890" y="21978"/>
                          <a:pt x="149114" y="15875"/>
                          <a:pt x="162558" y="15875"/>
                        </a:cubicBezTo>
                        <a:cubicBezTo>
                          <a:pt x="180891" y="15875"/>
                          <a:pt x="196779" y="25642"/>
                          <a:pt x="205339" y="42736"/>
                        </a:cubicBezTo>
                        <a:cubicBezTo>
                          <a:pt x="210229" y="52503"/>
                          <a:pt x="218782" y="58611"/>
                          <a:pt x="228561" y="61050"/>
                        </a:cubicBezTo>
                        <a:cubicBezTo>
                          <a:pt x="233451" y="62276"/>
                          <a:pt x="239560" y="64714"/>
                          <a:pt x="244450" y="67159"/>
                        </a:cubicBezTo>
                        <a:cubicBezTo>
                          <a:pt x="265227" y="80589"/>
                          <a:pt x="272562" y="106231"/>
                          <a:pt x="264008" y="128208"/>
                        </a:cubicBezTo>
                        <a:lnTo>
                          <a:pt x="234670" y="128208"/>
                        </a:lnTo>
                        <a:cubicBezTo>
                          <a:pt x="237115" y="136756"/>
                          <a:pt x="239560" y="142858"/>
                          <a:pt x="240786" y="144077"/>
                        </a:cubicBezTo>
                        <a:lnTo>
                          <a:pt x="272562" y="144077"/>
                        </a:lnTo>
                        <a:lnTo>
                          <a:pt x="275007" y="139194"/>
                        </a:lnTo>
                        <a:cubicBezTo>
                          <a:pt x="290895" y="108669"/>
                          <a:pt x="281115" y="70823"/>
                          <a:pt x="251784" y="52503"/>
                        </a:cubicBezTo>
                        <a:cubicBezTo>
                          <a:pt x="245675" y="48845"/>
                          <a:pt x="238341" y="45181"/>
                          <a:pt x="231006" y="43955"/>
                        </a:cubicBezTo>
                        <a:cubicBezTo>
                          <a:pt x="224891" y="42736"/>
                          <a:pt x="221227" y="39072"/>
                          <a:pt x="218782" y="34189"/>
                        </a:cubicBezTo>
                        <a:cubicBezTo>
                          <a:pt x="207784" y="13431"/>
                          <a:pt x="187006" y="0"/>
                          <a:pt x="162558" y="0"/>
                        </a:cubicBezTo>
                        <a:cubicBezTo>
                          <a:pt x="145444" y="0"/>
                          <a:pt x="128337" y="7328"/>
                          <a:pt x="116113" y="20758"/>
                        </a:cubicBezTo>
                        <a:cubicBezTo>
                          <a:pt x="112449" y="24422"/>
                          <a:pt x="107559" y="26867"/>
                          <a:pt x="101444" y="25642"/>
                        </a:cubicBezTo>
                        <a:cubicBezTo>
                          <a:pt x="92890" y="24422"/>
                          <a:pt x="84336" y="25642"/>
                          <a:pt x="75776" y="29306"/>
                        </a:cubicBezTo>
                        <a:cubicBezTo>
                          <a:pt x="59888" y="36634"/>
                          <a:pt x="48890" y="50064"/>
                          <a:pt x="46445" y="67159"/>
                        </a:cubicBezTo>
                        <a:cubicBezTo>
                          <a:pt x="45219" y="73261"/>
                          <a:pt x="41555" y="76925"/>
                          <a:pt x="36666" y="79363"/>
                        </a:cubicBezTo>
                        <a:cubicBezTo>
                          <a:pt x="15888" y="90356"/>
                          <a:pt x="2445" y="112333"/>
                          <a:pt x="0" y="135530"/>
                        </a:cubicBezTo>
                        <a:lnTo>
                          <a:pt x="0" y="142858"/>
                        </a:lnTo>
                        <a:lnTo>
                          <a:pt x="112449" y="142858"/>
                        </a:lnTo>
                        <a:cubicBezTo>
                          <a:pt x="107559" y="140413"/>
                          <a:pt x="102669" y="134311"/>
                          <a:pt x="98999" y="128208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8" name="Google Shape;128;g3d7936b2ea4_3_0"/>
                  <p:cNvSpPr/>
                  <p:nvPr/>
                </p:nvSpPr>
                <p:spPr>
                  <a:xfrm>
                    <a:off x="2036737" y="4936842"/>
                    <a:ext cx="488899" cy="76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899" h="76918" extrusionOk="0">
                        <a:moveTo>
                          <a:pt x="0" y="15875"/>
                        </a:moveTo>
                        <a:lnTo>
                          <a:pt x="116113" y="15875"/>
                        </a:lnTo>
                        <a:lnTo>
                          <a:pt x="116113" y="51283"/>
                        </a:lnTo>
                        <a:cubicBezTo>
                          <a:pt x="113668" y="52503"/>
                          <a:pt x="111223" y="54941"/>
                          <a:pt x="108778" y="56167"/>
                        </a:cubicBezTo>
                        <a:cubicBezTo>
                          <a:pt x="105114" y="59831"/>
                          <a:pt x="102669" y="61050"/>
                          <a:pt x="97780" y="61050"/>
                        </a:cubicBezTo>
                        <a:cubicBezTo>
                          <a:pt x="92890" y="61050"/>
                          <a:pt x="90445" y="59831"/>
                          <a:pt x="86781" y="56167"/>
                        </a:cubicBezTo>
                        <a:cubicBezTo>
                          <a:pt x="81892" y="53722"/>
                          <a:pt x="75776" y="48839"/>
                          <a:pt x="64778" y="48839"/>
                        </a:cubicBezTo>
                        <a:cubicBezTo>
                          <a:pt x="53780" y="48839"/>
                          <a:pt x="48890" y="53722"/>
                          <a:pt x="44000" y="56167"/>
                        </a:cubicBezTo>
                        <a:cubicBezTo>
                          <a:pt x="40336" y="59831"/>
                          <a:pt x="37891" y="61050"/>
                          <a:pt x="33002" y="61050"/>
                        </a:cubicBezTo>
                        <a:cubicBezTo>
                          <a:pt x="28112" y="61050"/>
                          <a:pt x="25667" y="59831"/>
                          <a:pt x="21997" y="56167"/>
                        </a:cubicBezTo>
                        <a:cubicBezTo>
                          <a:pt x="17114" y="53722"/>
                          <a:pt x="10998" y="48839"/>
                          <a:pt x="0" y="48839"/>
                        </a:cubicBezTo>
                        <a:lnTo>
                          <a:pt x="0" y="64714"/>
                        </a:lnTo>
                        <a:cubicBezTo>
                          <a:pt x="4890" y="64714"/>
                          <a:pt x="7334" y="65933"/>
                          <a:pt x="10998" y="69597"/>
                        </a:cubicBezTo>
                        <a:cubicBezTo>
                          <a:pt x="15888" y="73261"/>
                          <a:pt x="20778" y="76919"/>
                          <a:pt x="31776" y="76919"/>
                        </a:cubicBezTo>
                        <a:cubicBezTo>
                          <a:pt x="42781" y="76919"/>
                          <a:pt x="48890" y="73261"/>
                          <a:pt x="53780" y="69597"/>
                        </a:cubicBezTo>
                        <a:cubicBezTo>
                          <a:pt x="57444" y="67152"/>
                          <a:pt x="59888" y="64714"/>
                          <a:pt x="64778" y="64714"/>
                        </a:cubicBezTo>
                        <a:cubicBezTo>
                          <a:pt x="69668" y="64714"/>
                          <a:pt x="72113" y="65933"/>
                          <a:pt x="75776" y="69597"/>
                        </a:cubicBezTo>
                        <a:cubicBezTo>
                          <a:pt x="80666" y="73261"/>
                          <a:pt x="86781" y="76919"/>
                          <a:pt x="97780" y="76919"/>
                        </a:cubicBezTo>
                        <a:cubicBezTo>
                          <a:pt x="108778" y="76919"/>
                          <a:pt x="114894" y="72036"/>
                          <a:pt x="118558" y="69597"/>
                        </a:cubicBezTo>
                        <a:cubicBezTo>
                          <a:pt x="122222" y="67152"/>
                          <a:pt x="124666" y="64714"/>
                          <a:pt x="129556" y="64714"/>
                        </a:cubicBezTo>
                        <a:cubicBezTo>
                          <a:pt x="134446" y="64714"/>
                          <a:pt x="136891" y="65933"/>
                          <a:pt x="140561" y="69597"/>
                        </a:cubicBezTo>
                        <a:cubicBezTo>
                          <a:pt x="145451" y="73261"/>
                          <a:pt x="150334" y="76919"/>
                          <a:pt x="161339" y="76919"/>
                        </a:cubicBezTo>
                        <a:cubicBezTo>
                          <a:pt x="172337" y="76919"/>
                          <a:pt x="178446" y="72036"/>
                          <a:pt x="182116" y="69597"/>
                        </a:cubicBezTo>
                        <a:cubicBezTo>
                          <a:pt x="185780" y="67152"/>
                          <a:pt x="188225" y="64714"/>
                          <a:pt x="193115" y="64714"/>
                        </a:cubicBezTo>
                        <a:cubicBezTo>
                          <a:pt x="198004" y="64714"/>
                          <a:pt x="200449" y="65933"/>
                          <a:pt x="204113" y="69597"/>
                        </a:cubicBezTo>
                        <a:cubicBezTo>
                          <a:pt x="209003" y="73261"/>
                          <a:pt x="213893" y="76919"/>
                          <a:pt x="224891" y="76919"/>
                        </a:cubicBezTo>
                        <a:cubicBezTo>
                          <a:pt x="235896" y="76919"/>
                          <a:pt x="242005" y="72036"/>
                          <a:pt x="245675" y="69597"/>
                        </a:cubicBezTo>
                        <a:cubicBezTo>
                          <a:pt x="249339" y="67152"/>
                          <a:pt x="251784" y="64714"/>
                          <a:pt x="256674" y="64714"/>
                        </a:cubicBezTo>
                        <a:cubicBezTo>
                          <a:pt x="261563" y="64714"/>
                          <a:pt x="264008" y="65933"/>
                          <a:pt x="267672" y="69597"/>
                        </a:cubicBezTo>
                        <a:cubicBezTo>
                          <a:pt x="272562" y="73261"/>
                          <a:pt x="277451" y="76919"/>
                          <a:pt x="288450" y="76919"/>
                        </a:cubicBezTo>
                        <a:cubicBezTo>
                          <a:pt x="299455" y="76919"/>
                          <a:pt x="305564" y="72036"/>
                          <a:pt x="309228" y="69597"/>
                        </a:cubicBezTo>
                        <a:cubicBezTo>
                          <a:pt x="312898" y="67152"/>
                          <a:pt x="315343" y="64714"/>
                          <a:pt x="320233" y="64714"/>
                        </a:cubicBezTo>
                        <a:cubicBezTo>
                          <a:pt x="325122" y="64714"/>
                          <a:pt x="327561" y="65933"/>
                          <a:pt x="331231" y="69597"/>
                        </a:cubicBezTo>
                        <a:cubicBezTo>
                          <a:pt x="336121" y="73261"/>
                          <a:pt x="341010" y="76919"/>
                          <a:pt x="352009" y="76919"/>
                        </a:cubicBezTo>
                        <a:cubicBezTo>
                          <a:pt x="363007" y="76919"/>
                          <a:pt x="369122" y="72036"/>
                          <a:pt x="372786" y="69597"/>
                        </a:cubicBezTo>
                        <a:cubicBezTo>
                          <a:pt x="376457" y="67152"/>
                          <a:pt x="378895" y="64714"/>
                          <a:pt x="383785" y="64714"/>
                        </a:cubicBezTo>
                        <a:cubicBezTo>
                          <a:pt x="388675" y="64714"/>
                          <a:pt x="391119" y="65933"/>
                          <a:pt x="394790" y="69597"/>
                        </a:cubicBezTo>
                        <a:cubicBezTo>
                          <a:pt x="399680" y="73261"/>
                          <a:pt x="404563" y="76919"/>
                          <a:pt x="415568" y="76919"/>
                        </a:cubicBezTo>
                        <a:cubicBezTo>
                          <a:pt x="426566" y="76919"/>
                          <a:pt x="432675" y="72036"/>
                          <a:pt x="436345" y="69597"/>
                        </a:cubicBezTo>
                        <a:cubicBezTo>
                          <a:pt x="440009" y="67152"/>
                          <a:pt x="442454" y="64714"/>
                          <a:pt x="447344" y="64714"/>
                        </a:cubicBezTo>
                        <a:cubicBezTo>
                          <a:pt x="452233" y="64714"/>
                          <a:pt x="454678" y="65933"/>
                          <a:pt x="458342" y="69597"/>
                        </a:cubicBezTo>
                        <a:cubicBezTo>
                          <a:pt x="463232" y="73261"/>
                          <a:pt x="468121" y="76919"/>
                          <a:pt x="479126" y="76919"/>
                        </a:cubicBezTo>
                        <a:lnTo>
                          <a:pt x="479126" y="61050"/>
                        </a:lnTo>
                        <a:cubicBezTo>
                          <a:pt x="474237" y="61050"/>
                          <a:pt x="471792" y="59831"/>
                          <a:pt x="468121" y="56167"/>
                        </a:cubicBezTo>
                        <a:cubicBezTo>
                          <a:pt x="463232" y="52503"/>
                          <a:pt x="458342" y="48839"/>
                          <a:pt x="447344" y="48839"/>
                        </a:cubicBezTo>
                        <a:cubicBezTo>
                          <a:pt x="436345" y="48839"/>
                          <a:pt x="430230" y="53722"/>
                          <a:pt x="426566" y="56167"/>
                        </a:cubicBezTo>
                        <a:cubicBezTo>
                          <a:pt x="422902" y="58605"/>
                          <a:pt x="420457" y="61050"/>
                          <a:pt x="415568" y="61050"/>
                        </a:cubicBezTo>
                        <a:cubicBezTo>
                          <a:pt x="410678" y="61050"/>
                          <a:pt x="408233" y="59831"/>
                          <a:pt x="404563" y="56167"/>
                        </a:cubicBezTo>
                        <a:cubicBezTo>
                          <a:pt x="408233" y="53722"/>
                          <a:pt x="402124" y="48839"/>
                          <a:pt x="391119" y="48839"/>
                        </a:cubicBezTo>
                        <a:cubicBezTo>
                          <a:pt x="383785" y="48839"/>
                          <a:pt x="378895" y="51283"/>
                          <a:pt x="375231" y="53722"/>
                        </a:cubicBezTo>
                        <a:lnTo>
                          <a:pt x="375231" y="17094"/>
                        </a:lnTo>
                        <a:lnTo>
                          <a:pt x="488899" y="17094"/>
                        </a:lnTo>
                        <a:lnTo>
                          <a:pt x="488899" y="0"/>
                        </a:lnTo>
                        <a:lnTo>
                          <a:pt x="0" y="0"/>
                        </a:lnTo>
                        <a:lnTo>
                          <a:pt x="0" y="15875"/>
                        </a:lnTo>
                        <a:close/>
                        <a:moveTo>
                          <a:pt x="358117" y="61050"/>
                        </a:moveTo>
                        <a:cubicBezTo>
                          <a:pt x="353228" y="61050"/>
                          <a:pt x="350789" y="59831"/>
                          <a:pt x="347119" y="56167"/>
                        </a:cubicBezTo>
                        <a:cubicBezTo>
                          <a:pt x="342230" y="53722"/>
                          <a:pt x="336121" y="48839"/>
                          <a:pt x="326341" y="48839"/>
                        </a:cubicBezTo>
                        <a:cubicBezTo>
                          <a:pt x="316562" y="48839"/>
                          <a:pt x="309228" y="53722"/>
                          <a:pt x="305564" y="56167"/>
                        </a:cubicBezTo>
                        <a:cubicBezTo>
                          <a:pt x="300674" y="59831"/>
                          <a:pt x="298229" y="61050"/>
                          <a:pt x="293339" y="61050"/>
                        </a:cubicBezTo>
                        <a:cubicBezTo>
                          <a:pt x="288450" y="61050"/>
                          <a:pt x="286005" y="59831"/>
                          <a:pt x="282341" y="56167"/>
                        </a:cubicBezTo>
                        <a:cubicBezTo>
                          <a:pt x="277451" y="52503"/>
                          <a:pt x="272562" y="48839"/>
                          <a:pt x="261563" y="48839"/>
                        </a:cubicBezTo>
                        <a:cubicBezTo>
                          <a:pt x="250558" y="48839"/>
                          <a:pt x="244450" y="53722"/>
                          <a:pt x="240786" y="56167"/>
                        </a:cubicBezTo>
                        <a:cubicBezTo>
                          <a:pt x="237115" y="58605"/>
                          <a:pt x="234670" y="61050"/>
                          <a:pt x="229781" y="61050"/>
                        </a:cubicBezTo>
                        <a:cubicBezTo>
                          <a:pt x="224891" y="61050"/>
                          <a:pt x="222453" y="59831"/>
                          <a:pt x="218782" y="56167"/>
                        </a:cubicBezTo>
                        <a:cubicBezTo>
                          <a:pt x="212673" y="53722"/>
                          <a:pt x="206558" y="48839"/>
                          <a:pt x="195560" y="48839"/>
                        </a:cubicBezTo>
                        <a:cubicBezTo>
                          <a:pt x="184561" y="48839"/>
                          <a:pt x="178446" y="53722"/>
                          <a:pt x="174782" y="56167"/>
                        </a:cubicBezTo>
                        <a:cubicBezTo>
                          <a:pt x="171118" y="59831"/>
                          <a:pt x="168673" y="61050"/>
                          <a:pt x="162558" y="61050"/>
                        </a:cubicBezTo>
                        <a:cubicBezTo>
                          <a:pt x="157668" y="61050"/>
                          <a:pt x="155223" y="59831"/>
                          <a:pt x="151559" y="56167"/>
                        </a:cubicBezTo>
                        <a:cubicBezTo>
                          <a:pt x="147889" y="53722"/>
                          <a:pt x="141780" y="48839"/>
                          <a:pt x="132001" y="48839"/>
                        </a:cubicBezTo>
                        <a:lnTo>
                          <a:pt x="132001" y="15875"/>
                        </a:lnTo>
                        <a:lnTo>
                          <a:pt x="358117" y="15875"/>
                        </a:lnTo>
                        <a:lnTo>
                          <a:pt x="358117" y="61050"/>
                        </a:ln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9" name="Google Shape;129;g3d7936b2ea4_3_0"/>
                  <p:cNvSpPr/>
                  <p:nvPr/>
                </p:nvSpPr>
                <p:spPr>
                  <a:xfrm>
                    <a:off x="2036737" y="4775670"/>
                    <a:ext cx="488899" cy="1440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899" h="144077" extrusionOk="0">
                        <a:moveTo>
                          <a:pt x="480346" y="128202"/>
                        </a:moveTo>
                        <a:cubicBezTo>
                          <a:pt x="429011" y="128202"/>
                          <a:pt x="400899" y="91575"/>
                          <a:pt x="386230" y="57386"/>
                        </a:cubicBezTo>
                        <a:cubicBezTo>
                          <a:pt x="377676" y="37847"/>
                          <a:pt x="375231" y="19533"/>
                          <a:pt x="375231" y="8547"/>
                        </a:cubicBezTo>
                        <a:lnTo>
                          <a:pt x="375231" y="0"/>
                        </a:lnTo>
                        <a:lnTo>
                          <a:pt x="359343" y="0"/>
                        </a:lnTo>
                        <a:lnTo>
                          <a:pt x="359343" y="10986"/>
                        </a:lnTo>
                        <a:cubicBezTo>
                          <a:pt x="359343" y="21978"/>
                          <a:pt x="355673" y="39072"/>
                          <a:pt x="348345" y="56167"/>
                        </a:cubicBezTo>
                        <a:cubicBezTo>
                          <a:pt x="345900" y="62269"/>
                          <a:pt x="342230" y="69597"/>
                          <a:pt x="338565" y="75699"/>
                        </a:cubicBezTo>
                        <a:cubicBezTo>
                          <a:pt x="319007" y="107444"/>
                          <a:pt x="288450" y="124538"/>
                          <a:pt x="246895" y="124538"/>
                        </a:cubicBezTo>
                        <a:cubicBezTo>
                          <a:pt x="205339" y="124538"/>
                          <a:pt x="174782" y="108663"/>
                          <a:pt x="154004" y="78145"/>
                        </a:cubicBezTo>
                        <a:cubicBezTo>
                          <a:pt x="138116" y="53722"/>
                          <a:pt x="132001" y="24416"/>
                          <a:pt x="132001" y="6102"/>
                        </a:cubicBezTo>
                        <a:lnTo>
                          <a:pt x="132001" y="0"/>
                        </a:lnTo>
                        <a:lnTo>
                          <a:pt x="116113" y="0"/>
                        </a:lnTo>
                        <a:lnTo>
                          <a:pt x="116113" y="10986"/>
                        </a:lnTo>
                        <a:cubicBezTo>
                          <a:pt x="113668" y="45175"/>
                          <a:pt x="86781" y="126983"/>
                          <a:pt x="9779" y="126983"/>
                        </a:cubicBezTo>
                        <a:lnTo>
                          <a:pt x="0" y="126983"/>
                        </a:lnTo>
                        <a:lnTo>
                          <a:pt x="0" y="144077"/>
                        </a:lnTo>
                        <a:lnTo>
                          <a:pt x="488899" y="144077"/>
                        </a:lnTo>
                        <a:lnTo>
                          <a:pt x="488899" y="126983"/>
                        </a:lnTo>
                        <a:lnTo>
                          <a:pt x="480346" y="126983"/>
                        </a:lnTo>
                        <a:lnTo>
                          <a:pt x="480346" y="128202"/>
                        </a:lnTo>
                        <a:close/>
                        <a:moveTo>
                          <a:pt x="424121" y="128202"/>
                        </a:moveTo>
                        <a:lnTo>
                          <a:pt x="375231" y="128202"/>
                        </a:lnTo>
                        <a:lnTo>
                          <a:pt x="375231" y="70816"/>
                        </a:lnTo>
                        <a:cubicBezTo>
                          <a:pt x="377676" y="76919"/>
                          <a:pt x="381340" y="83028"/>
                          <a:pt x="385011" y="89130"/>
                        </a:cubicBezTo>
                        <a:cubicBezTo>
                          <a:pt x="393564" y="102561"/>
                          <a:pt x="405788" y="117210"/>
                          <a:pt x="424121" y="128202"/>
                        </a:cubicBezTo>
                        <a:close/>
                        <a:moveTo>
                          <a:pt x="352009" y="85466"/>
                        </a:moveTo>
                        <a:cubicBezTo>
                          <a:pt x="354454" y="81802"/>
                          <a:pt x="356898" y="76919"/>
                          <a:pt x="358117" y="73255"/>
                        </a:cubicBezTo>
                        <a:lnTo>
                          <a:pt x="358117" y="128202"/>
                        </a:lnTo>
                        <a:lnTo>
                          <a:pt x="306783" y="128202"/>
                        </a:lnTo>
                        <a:cubicBezTo>
                          <a:pt x="328786" y="117210"/>
                          <a:pt x="342230" y="101341"/>
                          <a:pt x="352009" y="85466"/>
                        </a:cubicBezTo>
                        <a:close/>
                        <a:moveTo>
                          <a:pt x="140561" y="87911"/>
                        </a:moveTo>
                        <a:cubicBezTo>
                          <a:pt x="149115" y="101341"/>
                          <a:pt x="163783" y="117210"/>
                          <a:pt x="184561" y="128202"/>
                        </a:cubicBezTo>
                        <a:lnTo>
                          <a:pt x="132001" y="128202"/>
                        </a:lnTo>
                        <a:lnTo>
                          <a:pt x="132001" y="74480"/>
                        </a:lnTo>
                        <a:cubicBezTo>
                          <a:pt x="134446" y="79363"/>
                          <a:pt x="136891" y="84247"/>
                          <a:pt x="140561" y="87911"/>
                        </a:cubicBezTo>
                        <a:close/>
                        <a:moveTo>
                          <a:pt x="106334" y="89130"/>
                        </a:moveTo>
                        <a:cubicBezTo>
                          <a:pt x="110004" y="83028"/>
                          <a:pt x="113668" y="76919"/>
                          <a:pt x="116113" y="70816"/>
                        </a:cubicBezTo>
                        <a:lnTo>
                          <a:pt x="116113" y="128202"/>
                        </a:lnTo>
                        <a:lnTo>
                          <a:pt x="67223" y="128202"/>
                        </a:lnTo>
                        <a:cubicBezTo>
                          <a:pt x="85556" y="117210"/>
                          <a:pt x="97780" y="102561"/>
                          <a:pt x="106334" y="89130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" name="Google Shape;130;g3d7936b2ea4_3_0"/>
                  <p:cNvSpPr/>
                  <p:nvPr/>
                </p:nvSpPr>
                <p:spPr>
                  <a:xfrm>
                    <a:off x="2036737" y="5018644"/>
                    <a:ext cx="479126" cy="280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9126" h="28080" extrusionOk="0">
                        <a:moveTo>
                          <a:pt x="455897" y="0"/>
                        </a:moveTo>
                        <a:cubicBezTo>
                          <a:pt x="444899" y="0"/>
                          <a:pt x="438790" y="4884"/>
                          <a:pt x="435120" y="7328"/>
                        </a:cubicBezTo>
                        <a:cubicBezTo>
                          <a:pt x="431456" y="9767"/>
                          <a:pt x="429011" y="12211"/>
                          <a:pt x="424121" y="12211"/>
                        </a:cubicBezTo>
                        <a:cubicBezTo>
                          <a:pt x="419232" y="12211"/>
                          <a:pt x="416787" y="10986"/>
                          <a:pt x="413123" y="7328"/>
                        </a:cubicBezTo>
                        <a:cubicBezTo>
                          <a:pt x="408233" y="3664"/>
                          <a:pt x="403343" y="0"/>
                          <a:pt x="392345" y="0"/>
                        </a:cubicBezTo>
                        <a:cubicBezTo>
                          <a:pt x="381340" y="0"/>
                          <a:pt x="375231" y="4884"/>
                          <a:pt x="371567" y="7328"/>
                        </a:cubicBezTo>
                        <a:cubicBezTo>
                          <a:pt x="367897" y="9767"/>
                          <a:pt x="365452" y="12211"/>
                          <a:pt x="360562" y="12211"/>
                        </a:cubicBezTo>
                        <a:cubicBezTo>
                          <a:pt x="355673" y="12211"/>
                          <a:pt x="353228" y="10986"/>
                          <a:pt x="349564" y="7328"/>
                        </a:cubicBezTo>
                        <a:cubicBezTo>
                          <a:pt x="344674" y="3664"/>
                          <a:pt x="339785" y="0"/>
                          <a:pt x="328786" y="0"/>
                        </a:cubicBezTo>
                        <a:cubicBezTo>
                          <a:pt x="317788" y="0"/>
                          <a:pt x="311673" y="4884"/>
                          <a:pt x="308008" y="7328"/>
                        </a:cubicBezTo>
                        <a:cubicBezTo>
                          <a:pt x="304338" y="9767"/>
                          <a:pt x="301893" y="12211"/>
                          <a:pt x="297010" y="12211"/>
                        </a:cubicBezTo>
                        <a:cubicBezTo>
                          <a:pt x="292120" y="12211"/>
                          <a:pt x="289676" y="10986"/>
                          <a:pt x="286005" y="7328"/>
                        </a:cubicBezTo>
                        <a:cubicBezTo>
                          <a:pt x="281115" y="3664"/>
                          <a:pt x="276226" y="0"/>
                          <a:pt x="265227" y="0"/>
                        </a:cubicBezTo>
                        <a:cubicBezTo>
                          <a:pt x="254229" y="0"/>
                          <a:pt x="248120" y="4884"/>
                          <a:pt x="244450" y="7328"/>
                        </a:cubicBezTo>
                        <a:cubicBezTo>
                          <a:pt x="240786" y="9767"/>
                          <a:pt x="238341" y="12211"/>
                          <a:pt x="233451" y="12211"/>
                        </a:cubicBezTo>
                        <a:cubicBezTo>
                          <a:pt x="228561" y="12211"/>
                          <a:pt x="226117" y="10986"/>
                          <a:pt x="222453" y="7328"/>
                        </a:cubicBezTo>
                        <a:cubicBezTo>
                          <a:pt x="217563" y="3664"/>
                          <a:pt x="212673" y="0"/>
                          <a:pt x="201669" y="0"/>
                        </a:cubicBezTo>
                        <a:cubicBezTo>
                          <a:pt x="190670" y="0"/>
                          <a:pt x="184561" y="4884"/>
                          <a:pt x="180891" y="7328"/>
                        </a:cubicBezTo>
                        <a:cubicBezTo>
                          <a:pt x="177227" y="9767"/>
                          <a:pt x="174782" y="12211"/>
                          <a:pt x="169892" y="12211"/>
                        </a:cubicBezTo>
                        <a:cubicBezTo>
                          <a:pt x="165003" y="12211"/>
                          <a:pt x="162558" y="10986"/>
                          <a:pt x="158894" y="7328"/>
                        </a:cubicBezTo>
                        <a:cubicBezTo>
                          <a:pt x="154004" y="3664"/>
                          <a:pt x="149115" y="0"/>
                          <a:pt x="138116" y="0"/>
                        </a:cubicBezTo>
                        <a:cubicBezTo>
                          <a:pt x="127111" y="0"/>
                          <a:pt x="121002" y="4884"/>
                          <a:pt x="117338" y="7328"/>
                        </a:cubicBezTo>
                        <a:cubicBezTo>
                          <a:pt x="113668" y="9767"/>
                          <a:pt x="111223" y="12211"/>
                          <a:pt x="106334" y="12211"/>
                        </a:cubicBezTo>
                        <a:cubicBezTo>
                          <a:pt x="101444" y="12211"/>
                          <a:pt x="98999" y="10986"/>
                          <a:pt x="95335" y="7328"/>
                        </a:cubicBezTo>
                        <a:cubicBezTo>
                          <a:pt x="90445" y="3664"/>
                          <a:pt x="85556" y="0"/>
                          <a:pt x="74557" y="0"/>
                        </a:cubicBezTo>
                        <a:cubicBezTo>
                          <a:pt x="63559" y="0"/>
                          <a:pt x="48890" y="3664"/>
                          <a:pt x="44000" y="7328"/>
                        </a:cubicBezTo>
                        <a:cubicBezTo>
                          <a:pt x="40336" y="9767"/>
                          <a:pt x="37891" y="12211"/>
                          <a:pt x="33002" y="12211"/>
                        </a:cubicBezTo>
                        <a:cubicBezTo>
                          <a:pt x="28112" y="12211"/>
                          <a:pt x="25667" y="10986"/>
                          <a:pt x="21997" y="7328"/>
                        </a:cubicBezTo>
                        <a:cubicBezTo>
                          <a:pt x="17114" y="3664"/>
                          <a:pt x="10998" y="0"/>
                          <a:pt x="0" y="0"/>
                        </a:cubicBezTo>
                        <a:lnTo>
                          <a:pt x="0" y="15875"/>
                        </a:lnTo>
                        <a:cubicBezTo>
                          <a:pt x="4890" y="15875"/>
                          <a:pt x="7334" y="17094"/>
                          <a:pt x="10998" y="20759"/>
                        </a:cubicBezTo>
                        <a:cubicBezTo>
                          <a:pt x="15888" y="23197"/>
                          <a:pt x="21997" y="28080"/>
                          <a:pt x="33002" y="28080"/>
                        </a:cubicBezTo>
                        <a:cubicBezTo>
                          <a:pt x="44000" y="28080"/>
                          <a:pt x="50109" y="23197"/>
                          <a:pt x="53780" y="20759"/>
                        </a:cubicBezTo>
                        <a:cubicBezTo>
                          <a:pt x="57444" y="17094"/>
                          <a:pt x="59888" y="15875"/>
                          <a:pt x="64778" y="15875"/>
                        </a:cubicBezTo>
                        <a:cubicBezTo>
                          <a:pt x="69668" y="15875"/>
                          <a:pt x="72113" y="17094"/>
                          <a:pt x="75776" y="20759"/>
                        </a:cubicBezTo>
                        <a:cubicBezTo>
                          <a:pt x="80666" y="23197"/>
                          <a:pt x="86781" y="28080"/>
                          <a:pt x="97780" y="28080"/>
                        </a:cubicBezTo>
                        <a:cubicBezTo>
                          <a:pt x="108778" y="28080"/>
                          <a:pt x="114894" y="23197"/>
                          <a:pt x="118558" y="20759"/>
                        </a:cubicBezTo>
                        <a:cubicBezTo>
                          <a:pt x="122222" y="18314"/>
                          <a:pt x="124666" y="15875"/>
                          <a:pt x="129556" y="15875"/>
                        </a:cubicBezTo>
                        <a:cubicBezTo>
                          <a:pt x="134446" y="15875"/>
                          <a:pt x="136891" y="17094"/>
                          <a:pt x="140561" y="20759"/>
                        </a:cubicBezTo>
                        <a:cubicBezTo>
                          <a:pt x="145451" y="24423"/>
                          <a:pt x="150334" y="28080"/>
                          <a:pt x="161339" y="28080"/>
                        </a:cubicBezTo>
                        <a:cubicBezTo>
                          <a:pt x="172337" y="28080"/>
                          <a:pt x="178446" y="23197"/>
                          <a:pt x="182116" y="20759"/>
                        </a:cubicBezTo>
                        <a:cubicBezTo>
                          <a:pt x="185780" y="18314"/>
                          <a:pt x="188225" y="15875"/>
                          <a:pt x="193115" y="15875"/>
                        </a:cubicBezTo>
                        <a:cubicBezTo>
                          <a:pt x="198004" y="15875"/>
                          <a:pt x="200449" y="17094"/>
                          <a:pt x="204113" y="20759"/>
                        </a:cubicBezTo>
                        <a:cubicBezTo>
                          <a:pt x="209003" y="24423"/>
                          <a:pt x="213893" y="28080"/>
                          <a:pt x="224891" y="28080"/>
                        </a:cubicBezTo>
                        <a:cubicBezTo>
                          <a:pt x="235896" y="28080"/>
                          <a:pt x="242005" y="23197"/>
                          <a:pt x="245675" y="20759"/>
                        </a:cubicBezTo>
                        <a:cubicBezTo>
                          <a:pt x="249339" y="18314"/>
                          <a:pt x="251784" y="15875"/>
                          <a:pt x="256674" y="15875"/>
                        </a:cubicBezTo>
                        <a:cubicBezTo>
                          <a:pt x="261563" y="15875"/>
                          <a:pt x="264008" y="17094"/>
                          <a:pt x="267672" y="20759"/>
                        </a:cubicBezTo>
                        <a:cubicBezTo>
                          <a:pt x="272562" y="24423"/>
                          <a:pt x="277451" y="28080"/>
                          <a:pt x="288450" y="28080"/>
                        </a:cubicBezTo>
                        <a:cubicBezTo>
                          <a:pt x="299455" y="28080"/>
                          <a:pt x="305564" y="23197"/>
                          <a:pt x="309228" y="20759"/>
                        </a:cubicBezTo>
                        <a:cubicBezTo>
                          <a:pt x="312898" y="18314"/>
                          <a:pt x="315343" y="15875"/>
                          <a:pt x="320233" y="15875"/>
                        </a:cubicBezTo>
                        <a:cubicBezTo>
                          <a:pt x="325122" y="15875"/>
                          <a:pt x="327561" y="17094"/>
                          <a:pt x="331231" y="20759"/>
                        </a:cubicBezTo>
                        <a:cubicBezTo>
                          <a:pt x="336121" y="24423"/>
                          <a:pt x="341010" y="28080"/>
                          <a:pt x="352009" y="28080"/>
                        </a:cubicBezTo>
                        <a:cubicBezTo>
                          <a:pt x="363007" y="28080"/>
                          <a:pt x="369122" y="23197"/>
                          <a:pt x="372786" y="20759"/>
                        </a:cubicBezTo>
                        <a:cubicBezTo>
                          <a:pt x="376457" y="18314"/>
                          <a:pt x="378895" y="15875"/>
                          <a:pt x="383785" y="15875"/>
                        </a:cubicBezTo>
                        <a:cubicBezTo>
                          <a:pt x="388675" y="15875"/>
                          <a:pt x="391119" y="17094"/>
                          <a:pt x="394790" y="20759"/>
                        </a:cubicBezTo>
                        <a:cubicBezTo>
                          <a:pt x="399680" y="24423"/>
                          <a:pt x="404563" y="28080"/>
                          <a:pt x="415568" y="28080"/>
                        </a:cubicBezTo>
                        <a:cubicBezTo>
                          <a:pt x="426566" y="28080"/>
                          <a:pt x="432675" y="23197"/>
                          <a:pt x="436345" y="20759"/>
                        </a:cubicBezTo>
                        <a:cubicBezTo>
                          <a:pt x="440009" y="18314"/>
                          <a:pt x="442454" y="15875"/>
                          <a:pt x="447344" y="15875"/>
                        </a:cubicBezTo>
                        <a:cubicBezTo>
                          <a:pt x="452233" y="15875"/>
                          <a:pt x="454678" y="17094"/>
                          <a:pt x="458342" y="20759"/>
                        </a:cubicBezTo>
                        <a:cubicBezTo>
                          <a:pt x="463232" y="24423"/>
                          <a:pt x="468121" y="28080"/>
                          <a:pt x="479126" y="28080"/>
                        </a:cubicBezTo>
                        <a:lnTo>
                          <a:pt x="479126" y="12211"/>
                        </a:lnTo>
                        <a:cubicBezTo>
                          <a:pt x="474237" y="12211"/>
                          <a:pt x="471792" y="10986"/>
                          <a:pt x="468121" y="7328"/>
                        </a:cubicBezTo>
                        <a:cubicBezTo>
                          <a:pt x="473011" y="3664"/>
                          <a:pt x="466902" y="0"/>
                          <a:pt x="455897" y="0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31" name="Google Shape;131;g3d7936b2ea4_3_0"/>
              <p:cNvSpPr txBox="1"/>
              <p:nvPr/>
            </p:nvSpPr>
            <p:spPr>
              <a:xfrm>
                <a:off x="1671032" y="5017667"/>
                <a:ext cx="1225800" cy="30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Oracle</a:t>
                </a:r>
                <a:endParaRPr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GoldenGate(ai21)</a:t>
                </a:r>
                <a:endParaRPr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2" name="Google Shape;132;g3d7936b2ea4_3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28736" y="3729992"/>
              <a:ext cx="225070" cy="2250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g3d7936b2ea4_3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547510" y="2768570"/>
              <a:ext cx="225070" cy="2250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g3d7936b2ea4_3_0"/>
          <p:cNvSpPr/>
          <p:nvPr/>
        </p:nvSpPr>
        <p:spPr>
          <a:xfrm>
            <a:off x="3778736" y="66788"/>
            <a:ext cx="1265100" cy="1097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75707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8775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975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ja-JP" sz="97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endParaRPr sz="975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g3d7936b2ea4_3_0" descr="黒い背景に白い文字がある&#10;&#10;低い精度で自動的に生成された説明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81672" y="1636443"/>
            <a:ext cx="318437" cy="3129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g3d7936b2ea4_3_0"/>
          <p:cNvGrpSpPr/>
          <p:nvPr/>
        </p:nvGrpSpPr>
        <p:grpSpPr>
          <a:xfrm>
            <a:off x="1152919" y="2004622"/>
            <a:ext cx="1058397" cy="888260"/>
            <a:chOff x="4594311" y="3132650"/>
            <a:chExt cx="1333665" cy="1119280"/>
          </a:xfrm>
        </p:grpSpPr>
        <p:grpSp>
          <p:nvGrpSpPr>
            <p:cNvPr id="137" name="Google Shape;137;g3d7936b2ea4_3_0"/>
            <p:cNvGrpSpPr/>
            <p:nvPr/>
          </p:nvGrpSpPr>
          <p:grpSpPr>
            <a:xfrm>
              <a:off x="4594311" y="3132650"/>
              <a:ext cx="1333665" cy="1119280"/>
              <a:chOff x="1783513" y="4668226"/>
              <a:chExt cx="1001100" cy="679587"/>
            </a:xfrm>
          </p:grpSpPr>
          <p:grpSp>
            <p:nvGrpSpPr>
              <p:cNvPr id="138" name="Google Shape;138;g3d7936b2ea4_3_0"/>
              <p:cNvGrpSpPr/>
              <p:nvPr/>
            </p:nvGrpSpPr>
            <p:grpSpPr>
              <a:xfrm>
                <a:off x="2024513" y="4668226"/>
                <a:ext cx="513347" cy="390715"/>
                <a:chOff x="2024513" y="4668226"/>
                <a:chExt cx="513347" cy="390715"/>
              </a:xfrm>
            </p:grpSpPr>
            <p:grpSp>
              <p:nvGrpSpPr>
                <p:cNvPr id="139" name="Google Shape;139;g3d7936b2ea4_3_0"/>
                <p:cNvGrpSpPr/>
                <p:nvPr/>
              </p:nvGrpSpPr>
              <p:grpSpPr>
                <a:xfrm>
                  <a:off x="2024513" y="4668226"/>
                  <a:ext cx="513347" cy="390715"/>
                  <a:chOff x="2024513" y="4668226"/>
                  <a:chExt cx="513347" cy="390715"/>
                </a:xfrm>
              </p:grpSpPr>
              <p:sp>
                <p:nvSpPr>
                  <p:cNvPr id="140" name="Google Shape;140;g3d7936b2ea4_3_0"/>
                  <p:cNvSpPr/>
                  <p:nvPr/>
                </p:nvSpPr>
                <p:spPr>
                  <a:xfrm>
                    <a:off x="2030622" y="4674335"/>
                    <a:ext cx="499904" cy="379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904" h="379723" extrusionOk="0">
                        <a:moveTo>
                          <a:pt x="495015" y="378504"/>
                        </a:moveTo>
                        <a:cubicBezTo>
                          <a:pt x="481571" y="378504"/>
                          <a:pt x="475456" y="373621"/>
                          <a:pt x="470566" y="369957"/>
                        </a:cubicBezTo>
                        <a:cubicBezTo>
                          <a:pt x="466902" y="367512"/>
                          <a:pt x="465683" y="366293"/>
                          <a:pt x="463238" y="366293"/>
                        </a:cubicBezTo>
                        <a:cubicBezTo>
                          <a:pt x="460793" y="366293"/>
                          <a:pt x="458349" y="367512"/>
                          <a:pt x="455904" y="369957"/>
                        </a:cubicBezTo>
                        <a:cubicBezTo>
                          <a:pt x="451014" y="373621"/>
                          <a:pt x="443680" y="378504"/>
                          <a:pt x="431456" y="378504"/>
                        </a:cubicBezTo>
                        <a:cubicBezTo>
                          <a:pt x="418012" y="378504"/>
                          <a:pt x="411904" y="373621"/>
                          <a:pt x="407014" y="369957"/>
                        </a:cubicBezTo>
                        <a:cubicBezTo>
                          <a:pt x="403343" y="367512"/>
                          <a:pt x="402124" y="366293"/>
                          <a:pt x="399680" y="366293"/>
                        </a:cubicBezTo>
                        <a:cubicBezTo>
                          <a:pt x="397235" y="366293"/>
                          <a:pt x="394790" y="367512"/>
                          <a:pt x="392345" y="369957"/>
                        </a:cubicBezTo>
                        <a:cubicBezTo>
                          <a:pt x="387455" y="373621"/>
                          <a:pt x="380121" y="378504"/>
                          <a:pt x="367897" y="378504"/>
                        </a:cubicBezTo>
                        <a:cubicBezTo>
                          <a:pt x="354454" y="378504"/>
                          <a:pt x="348345" y="373621"/>
                          <a:pt x="343455" y="369957"/>
                        </a:cubicBezTo>
                        <a:cubicBezTo>
                          <a:pt x="339791" y="367512"/>
                          <a:pt x="338565" y="366293"/>
                          <a:pt x="336121" y="366293"/>
                        </a:cubicBezTo>
                        <a:cubicBezTo>
                          <a:pt x="332457" y="366293"/>
                          <a:pt x="331231" y="367512"/>
                          <a:pt x="328786" y="369957"/>
                        </a:cubicBezTo>
                        <a:cubicBezTo>
                          <a:pt x="323897" y="373621"/>
                          <a:pt x="316562" y="378504"/>
                          <a:pt x="304345" y="378504"/>
                        </a:cubicBezTo>
                        <a:cubicBezTo>
                          <a:pt x="290895" y="378504"/>
                          <a:pt x="284786" y="373621"/>
                          <a:pt x="279896" y="369957"/>
                        </a:cubicBezTo>
                        <a:cubicBezTo>
                          <a:pt x="276232" y="367512"/>
                          <a:pt x="275007" y="366293"/>
                          <a:pt x="272562" y="366293"/>
                        </a:cubicBezTo>
                        <a:cubicBezTo>
                          <a:pt x="268898" y="366293"/>
                          <a:pt x="267672" y="367512"/>
                          <a:pt x="265227" y="369957"/>
                        </a:cubicBezTo>
                        <a:cubicBezTo>
                          <a:pt x="260344" y="373621"/>
                          <a:pt x="253010" y="378504"/>
                          <a:pt x="240786" y="378504"/>
                        </a:cubicBezTo>
                        <a:cubicBezTo>
                          <a:pt x="227342" y="378504"/>
                          <a:pt x="221227" y="373621"/>
                          <a:pt x="216337" y="369957"/>
                        </a:cubicBezTo>
                        <a:cubicBezTo>
                          <a:pt x="212673" y="367512"/>
                          <a:pt x="211454" y="366293"/>
                          <a:pt x="209009" y="366293"/>
                        </a:cubicBezTo>
                        <a:cubicBezTo>
                          <a:pt x="205339" y="366293"/>
                          <a:pt x="204120" y="367512"/>
                          <a:pt x="201675" y="369957"/>
                        </a:cubicBezTo>
                        <a:cubicBezTo>
                          <a:pt x="196785" y="373621"/>
                          <a:pt x="189451" y="378504"/>
                          <a:pt x="177227" y="378504"/>
                        </a:cubicBezTo>
                        <a:cubicBezTo>
                          <a:pt x="163784" y="378504"/>
                          <a:pt x="157675" y="373621"/>
                          <a:pt x="152785" y="369957"/>
                        </a:cubicBezTo>
                        <a:cubicBezTo>
                          <a:pt x="149115" y="367512"/>
                          <a:pt x="147895" y="366293"/>
                          <a:pt x="145451" y="366293"/>
                        </a:cubicBezTo>
                        <a:cubicBezTo>
                          <a:pt x="143006" y="366293"/>
                          <a:pt x="140561" y="367512"/>
                          <a:pt x="138116" y="369957"/>
                        </a:cubicBezTo>
                        <a:cubicBezTo>
                          <a:pt x="133226" y="373621"/>
                          <a:pt x="125892" y="378504"/>
                          <a:pt x="113668" y="378504"/>
                        </a:cubicBezTo>
                        <a:cubicBezTo>
                          <a:pt x="100225" y="378504"/>
                          <a:pt x="94116" y="373621"/>
                          <a:pt x="89226" y="369957"/>
                        </a:cubicBezTo>
                        <a:cubicBezTo>
                          <a:pt x="85556" y="367512"/>
                          <a:pt x="84337" y="366293"/>
                          <a:pt x="81892" y="366293"/>
                        </a:cubicBezTo>
                        <a:cubicBezTo>
                          <a:pt x="79447" y="366293"/>
                          <a:pt x="67223" y="366293"/>
                          <a:pt x="63559" y="369957"/>
                        </a:cubicBezTo>
                        <a:cubicBezTo>
                          <a:pt x="58669" y="373621"/>
                          <a:pt x="51335" y="378504"/>
                          <a:pt x="39111" y="378504"/>
                        </a:cubicBezTo>
                        <a:cubicBezTo>
                          <a:pt x="25667" y="378504"/>
                          <a:pt x="19559" y="373621"/>
                          <a:pt x="14669" y="369957"/>
                        </a:cubicBezTo>
                        <a:cubicBezTo>
                          <a:pt x="10998" y="367512"/>
                          <a:pt x="9779" y="366293"/>
                          <a:pt x="7334" y="366293"/>
                        </a:cubicBezTo>
                        <a:lnTo>
                          <a:pt x="0" y="366293"/>
                        </a:lnTo>
                        <a:lnTo>
                          <a:pt x="0" y="305243"/>
                        </a:lnTo>
                        <a:lnTo>
                          <a:pt x="6115" y="305243"/>
                        </a:lnTo>
                        <a:cubicBezTo>
                          <a:pt x="19559" y="305243"/>
                          <a:pt x="25667" y="310126"/>
                          <a:pt x="30557" y="313790"/>
                        </a:cubicBezTo>
                        <a:cubicBezTo>
                          <a:pt x="34221" y="316235"/>
                          <a:pt x="35447" y="317454"/>
                          <a:pt x="37891" y="317454"/>
                        </a:cubicBezTo>
                        <a:cubicBezTo>
                          <a:pt x="41556" y="317454"/>
                          <a:pt x="42781" y="316235"/>
                          <a:pt x="45226" y="313790"/>
                        </a:cubicBezTo>
                        <a:cubicBezTo>
                          <a:pt x="50116" y="310126"/>
                          <a:pt x="57450" y="305243"/>
                          <a:pt x="69668" y="305243"/>
                        </a:cubicBezTo>
                        <a:cubicBezTo>
                          <a:pt x="83117" y="305243"/>
                          <a:pt x="89226" y="310126"/>
                          <a:pt x="94116" y="313790"/>
                        </a:cubicBezTo>
                        <a:cubicBezTo>
                          <a:pt x="97780" y="316235"/>
                          <a:pt x="99006" y="317454"/>
                          <a:pt x="101450" y="317454"/>
                        </a:cubicBezTo>
                        <a:cubicBezTo>
                          <a:pt x="103895" y="317454"/>
                          <a:pt x="106340" y="316235"/>
                          <a:pt x="108785" y="313790"/>
                        </a:cubicBezTo>
                        <a:cubicBezTo>
                          <a:pt x="110004" y="312571"/>
                          <a:pt x="111223" y="311352"/>
                          <a:pt x="113668" y="310126"/>
                        </a:cubicBezTo>
                        <a:lnTo>
                          <a:pt x="113668" y="284484"/>
                        </a:lnTo>
                        <a:lnTo>
                          <a:pt x="0" y="284484"/>
                        </a:lnTo>
                        <a:lnTo>
                          <a:pt x="0" y="223441"/>
                        </a:lnTo>
                        <a:lnTo>
                          <a:pt x="15888" y="223441"/>
                        </a:lnTo>
                        <a:cubicBezTo>
                          <a:pt x="94116" y="223441"/>
                          <a:pt x="113668" y="136749"/>
                          <a:pt x="116113" y="112327"/>
                        </a:cubicBezTo>
                        <a:lnTo>
                          <a:pt x="116113" y="95232"/>
                        </a:lnTo>
                        <a:lnTo>
                          <a:pt x="122228" y="95232"/>
                        </a:lnTo>
                        <a:lnTo>
                          <a:pt x="144225" y="95232"/>
                        </a:lnTo>
                        <a:lnTo>
                          <a:pt x="144225" y="109888"/>
                        </a:lnTo>
                        <a:cubicBezTo>
                          <a:pt x="144225" y="126983"/>
                          <a:pt x="149115" y="155063"/>
                          <a:pt x="165003" y="178260"/>
                        </a:cubicBezTo>
                        <a:cubicBezTo>
                          <a:pt x="184561" y="207566"/>
                          <a:pt x="213893" y="222215"/>
                          <a:pt x="251784" y="222215"/>
                        </a:cubicBezTo>
                        <a:cubicBezTo>
                          <a:pt x="289676" y="222215"/>
                          <a:pt x="319007" y="206346"/>
                          <a:pt x="337346" y="177041"/>
                        </a:cubicBezTo>
                        <a:cubicBezTo>
                          <a:pt x="341010" y="170938"/>
                          <a:pt x="344674" y="164830"/>
                          <a:pt x="347119" y="157508"/>
                        </a:cubicBezTo>
                        <a:lnTo>
                          <a:pt x="155230" y="157508"/>
                        </a:lnTo>
                        <a:lnTo>
                          <a:pt x="156449" y="142852"/>
                        </a:lnTo>
                        <a:cubicBezTo>
                          <a:pt x="158894" y="115991"/>
                          <a:pt x="173563" y="92794"/>
                          <a:pt x="195560" y="81802"/>
                        </a:cubicBezTo>
                        <a:cubicBezTo>
                          <a:pt x="199230" y="79363"/>
                          <a:pt x="201675" y="75699"/>
                          <a:pt x="201675" y="72036"/>
                        </a:cubicBezTo>
                        <a:cubicBezTo>
                          <a:pt x="205339" y="53722"/>
                          <a:pt x="217563" y="37847"/>
                          <a:pt x="234677" y="30525"/>
                        </a:cubicBezTo>
                        <a:cubicBezTo>
                          <a:pt x="242005" y="26861"/>
                          <a:pt x="250565" y="25642"/>
                          <a:pt x="257899" y="25642"/>
                        </a:cubicBezTo>
                        <a:cubicBezTo>
                          <a:pt x="259119" y="25642"/>
                          <a:pt x="261563" y="25642"/>
                          <a:pt x="262789" y="25642"/>
                        </a:cubicBezTo>
                        <a:lnTo>
                          <a:pt x="264008" y="25642"/>
                        </a:lnTo>
                        <a:cubicBezTo>
                          <a:pt x="267672" y="25642"/>
                          <a:pt x="270117" y="24416"/>
                          <a:pt x="272562" y="21978"/>
                        </a:cubicBezTo>
                        <a:cubicBezTo>
                          <a:pt x="286011" y="7322"/>
                          <a:pt x="304345" y="0"/>
                          <a:pt x="323897" y="0"/>
                        </a:cubicBezTo>
                        <a:cubicBezTo>
                          <a:pt x="350789" y="0"/>
                          <a:pt x="374012" y="14650"/>
                          <a:pt x="386236" y="39072"/>
                        </a:cubicBezTo>
                        <a:cubicBezTo>
                          <a:pt x="387455" y="42730"/>
                          <a:pt x="391126" y="45174"/>
                          <a:pt x="394790" y="45174"/>
                        </a:cubicBezTo>
                        <a:cubicBezTo>
                          <a:pt x="403343" y="46394"/>
                          <a:pt x="410678" y="50058"/>
                          <a:pt x="416793" y="54941"/>
                        </a:cubicBezTo>
                        <a:cubicBezTo>
                          <a:pt x="448569" y="74480"/>
                          <a:pt x="459568" y="115991"/>
                          <a:pt x="441235" y="148961"/>
                        </a:cubicBezTo>
                        <a:lnTo>
                          <a:pt x="437571" y="157508"/>
                        </a:lnTo>
                        <a:lnTo>
                          <a:pt x="397235" y="157508"/>
                        </a:lnTo>
                        <a:cubicBezTo>
                          <a:pt x="408233" y="183143"/>
                          <a:pt x="432681" y="224660"/>
                          <a:pt x="485235" y="224660"/>
                        </a:cubicBezTo>
                        <a:lnTo>
                          <a:pt x="499904" y="224660"/>
                        </a:lnTo>
                        <a:lnTo>
                          <a:pt x="499904" y="285710"/>
                        </a:lnTo>
                        <a:lnTo>
                          <a:pt x="386236" y="285710"/>
                        </a:lnTo>
                        <a:lnTo>
                          <a:pt x="386236" y="307688"/>
                        </a:lnTo>
                        <a:cubicBezTo>
                          <a:pt x="389900" y="306462"/>
                          <a:pt x="392345" y="306462"/>
                          <a:pt x="396009" y="306462"/>
                        </a:cubicBezTo>
                        <a:cubicBezTo>
                          <a:pt x="409459" y="306462"/>
                          <a:pt x="415568" y="311352"/>
                          <a:pt x="420457" y="315009"/>
                        </a:cubicBezTo>
                        <a:cubicBezTo>
                          <a:pt x="424121" y="317454"/>
                          <a:pt x="425347" y="318673"/>
                          <a:pt x="427792" y="318673"/>
                        </a:cubicBezTo>
                        <a:cubicBezTo>
                          <a:pt x="431456" y="318673"/>
                          <a:pt x="432681" y="317454"/>
                          <a:pt x="435126" y="315009"/>
                        </a:cubicBezTo>
                        <a:cubicBezTo>
                          <a:pt x="440016" y="311352"/>
                          <a:pt x="447344" y="306462"/>
                          <a:pt x="459568" y="306462"/>
                        </a:cubicBezTo>
                        <a:cubicBezTo>
                          <a:pt x="473011" y="306462"/>
                          <a:pt x="479126" y="311352"/>
                          <a:pt x="484016" y="315009"/>
                        </a:cubicBezTo>
                        <a:cubicBezTo>
                          <a:pt x="487680" y="317454"/>
                          <a:pt x="488906" y="318673"/>
                          <a:pt x="491350" y="318673"/>
                        </a:cubicBezTo>
                        <a:lnTo>
                          <a:pt x="497459" y="318673"/>
                        </a:lnTo>
                        <a:lnTo>
                          <a:pt x="497459" y="379723"/>
                        </a:lnTo>
                        <a:lnTo>
                          <a:pt x="495015" y="379723"/>
                        </a:lnTo>
                        <a:lnTo>
                          <a:pt x="495015" y="37850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" name="Google Shape;141;g3d7936b2ea4_3_0"/>
                  <p:cNvSpPr/>
                  <p:nvPr/>
                </p:nvSpPr>
                <p:spPr>
                  <a:xfrm>
                    <a:off x="2024513" y="4668226"/>
                    <a:ext cx="513347" cy="390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347" h="390715" extrusionOk="0">
                        <a:moveTo>
                          <a:pt x="331231" y="12211"/>
                        </a:moveTo>
                        <a:cubicBezTo>
                          <a:pt x="355679" y="12211"/>
                          <a:pt x="377676" y="25642"/>
                          <a:pt x="388675" y="47620"/>
                        </a:cubicBezTo>
                        <a:cubicBezTo>
                          <a:pt x="391119" y="52503"/>
                          <a:pt x="396009" y="56167"/>
                          <a:pt x="400899" y="57386"/>
                        </a:cubicBezTo>
                        <a:cubicBezTo>
                          <a:pt x="408233" y="58605"/>
                          <a:pt x="415568" y="62269"/>
                          <a:pt x="421676" y="65933"/>
                        </a:cubicBezTo>
                        <a:cubicBezTo>
                          <a:pt x="451014" y="84247"/>
                          <a:pt x="460793" y="122100"/>
                          <a:pt x="444899" y="152625"/>
                        </a:cubicBezTo>
                        <a:lnTo>
                          <a:pt x="442454" y="157508"/>
                        </a:lnTo>
                        <a:lnTo>
                          <a:pt x="397235" y="157508"/>
                        </a:lnTo>
                        <a:cubicBezTo>
                          <a:pt x="398454" y="159946"/>
                          <a:pt x="399680" y="162391"/>
                          <a:pt x="400899" y="166055"/>
                        </a:cubicBezTo>
                        <a:cubicBezTo>
                          <a:pt x="415568" y="200244"/>
                          <a:pt x="444899" y="236871"/>
                          <a:pt x="495015" y="236871"/>
                        </a:cubicBezTo>
                        <a:lnTo>
                          <a:pt x="501123" y="236871"/>
                        </a:lnTo>
                        <a:lnTo>
                          <a:pt x="501123" y="252747"/>
                        </a:lnTo>
                        <a:lnTo>
                          <a:pt x="501123" y="285710"/>
                        </a:lnTo>
                        <a:lnTo>
                          <a:pt x="387455" y="285710"/>
                        </a:lnTo>
                        <a:lnTo>
                          <a:pt x="387455" y="322337"/>
                        </a:lnTo>
                        <a:cubicBezTo>
                          <a:pt x="391119" y="319899"/>
                          <a:pt x="396009" y="317454"/>
                          <a:pt x="403343" y="317454"/>
                        </a:cubicBezTo>
                        <a:cubicBezTo>
                          <a:pt x="414342" y="317454"/>
                          <a:pt x="420457" y="322337"/>
                          <a:pt x="424121" y="324782"/>
                        </a:cubicBezTo>
                        <a:cubicBezTo>
                          <a:pt x="427792" y="327227"/>
                          <a:pt x="430236" y="329665"/>
                          <a:pt x="435126" y="329665"/>
                        </a:cubicBezTo>
                        <a:cubicBezTo>
                          <a:pt x="440009" y="329665"/>
                          <a:pt x="442454" y="328446"/>
                          <a:pt x="446124" y="324782"/>
                        </a:cubicBezTo>
                        <a:cubicBezTo>
                          <a:pt x="451014" y="321118"/>
                          <a:pt x="455904" y="317454"/>
                          <a:pt x="466902" y="317454"/>
                        </a:cubicBezTo>
                        <a:cubicBezTo>
                          <a:pt x="477901" y="317454"/>
                          <a:pt x="484016" y="322337"/>
                          <a:pt x="487680" y="324782"/>
                        </a:cubicBezTo>
                        <a:cubicBezTo>
                          <a:pt x="491344" y="327227"/>
                          <a:pt x="493789" y="329665"/>
                          <a:pt x="498678" y="329665"/>
                        </a:cubicBezTo>
                        <a:lnTo>
                          <a:pt x="498678" y="341877"/>
                        </a:lnTo>
                        <a:lnTo>
                          <a:pt x="498678" y="346760"/>
                        </a:lnTo>
                        <a:lnTo>
                          <a:pt x="498678" y="378504"/>
                        </a:lnTo>
                        <a:cubicBezTo>
                          <a:pt x="487680" y="378504"/>
                          <a:pt x="481571" y="373621"/>
                          <a:pt x="477901" y="371182"/>
                        </a:cubicBezTo>
                        <a:cubicBezTo>
                          <a:pt x="476682" y="367519"/>
                          <a:pt x="474237" y="366293"/>
                          <a:pt x="468121" y="366293"/>
                        </a:cubicBezTo>
                        <a:cubicBezTo>
                          <a:pt x="463232" y="366293"/>
                          <a:pt x="460793" y="367519"/>
                          <a:pt x="457123" y="371182"/>
                        </a:cubicBezTo>
                        <a:cubicBezTo>
                          <a:pt x="452233" y="373621"/>
                          <a:pt x="446124" y="378504"/>
                          <a:pt x="436345" y="378504"/>
                        </a:cubicBezTo>
                        <a:cubicBezTo>
                          <a:pt x="425347" y="378504"/>
                          <a:pt x="419232" y="373621"/>
                          <a:pt x="415568" y="371182"/>
                        </a:cubicBezTo>
                        <a:cubicBezTo>
                          <a:pt x="410678" y="367519"/>
                          <a:pt x="408233" y="366293"/>
                          <a:pt x="403343" y="366293"/>
                        </a:cubicBezTo>
                        <a:cubicBezTo>
                          <a:pt x="398454" y="366293"/>
                          <a:pt x="396009" y="367519"/>
                          <a:pt x="392345" y="371182"/>
                        </a:cubicBezTo>
                        <a:cubicBezTo>
                          <a:pt x="387455" y="374840"/>
                          <a:pt x="382566" y="378504"/>
                          <a:pt x="371567" y="378504"/>
                        </a:cubicBezTo>
                        <a:cubicBezTo>
                          <a:pt x="360562" y="378504"/>
                          <a:pt x="354454" y="373621"/>
                          <a:pt x="350789" y="371182"/>
                        </a:cubicBezTo>
                        <a:cubicBezTo>
                          <a:pt x="347119" y="368738"/>
                          <a:pt x="344674" y="366293"/>
                          <a:pt x="339785" y="366293"/>
                        </a:cubicBezTo>
                        <a:cubicBezTo>
                          <a:pt x="334895" y="366293"/>
                          <a:pt x="332457" y="367519"/>
                          <a:pt x="328786" y="371182"/>
                        </a:cubicBezTo>
                        <a:cubicBezTo>
                          <a:pt x="322677" y="373621"/>
                          <a:pt x="316562" y="378504"/>
                          <a:pt x="305564" y="378504"/>
                        </a:cubicBezTo>
                        <a:cubicBezTo>
                          <a:pt x="294565" y="378504"/>
                          <a:pt x="288450" y="373621"/>
                          <a:pt x="284786" y="371182"/>
                        </a:cubicBezTo>
                        <a:cubicBezTo>
                          <a:pt x="281122" y="367519"/>
                          <a:pt x="278677" y="366293"/>
                          <a:pt x="272562" y="366293"/>
                        </a:cubicBezTo>
                        <a:cubicBezTo>
                          <a:pt x="267672" y="366293"/>
                          <a:pt x="265227" y="367519"/>
                          <a:pt x="261563" y="371182"/>
                        </a:cubicBezTo>
                        <a:cubicBezTo>
                          <a:pt x="256674" y="373621"/>
                          <a:pt x="250565" y="378504"/>
                          <a:pt x="240786" y="378504"/>
                        </a:cubicBezTo>
                        <a:cubicBezTo>
                          <a:pt x="229787" y="378504"/>
                          <a:pt x="223672" y="373621"/>
                          <a:pt x="220008" y="371182"/>
                        </a:cubicBezTo>
                        <a:cubicBezTo>
                          <a:pt x="215118" y="367519"/>
                          <a:pt x="212673" y="366293"/>
                          <a:pt x="207784" y="366293"/>
                        </a:cubicBezTo>
                        <a:cubicBezTo>
                          <a:pt x="202894" y="366293"/>
                          <a:pt x="200449" y="367519"/>
                          <a:pt x="196785" y="371182"/>
                        </a:cubicBezTo>
                        <a:cubicBezTo>
                          <a:pt x="191896" y="374840"/>
                          <a:pt x="187006" y="378504"/>
                          <a:pt x="176007" y="378504"/>
                        </a:cubicBezTo>
                        <a:cubicBezTo>
                          <a:pt x="165003" y="378504"/>
                          <a:pt x="158894" y="373621"/>
                          <a:pt x="155223" y="371182"/>
                        </a:cubicBezTo>
                        <a:cubicBezTo>
                          <a:pt x="151559" y="368738"/>
                          <a:pt x="149115" y="366293"/>
                          <a:pt x="144225" y="366293"/>
                        </a:cubicBezTo>
                        <a:cubicBezTo>
                          <a:pt x="139335" y="366293"/>
                          <a:pt x="136891" y="367519"/>
                          <a:pt x="133226" y="371182"/>
                        </a:cubicBezTo>
                        <a:cubicBezTo>
                          <a:pt x="127118" y="373621"/>
                          <a:pt x="121002" y="378504"/>
                          <a:pt x="110004" y="378504"/>
                        </a:cubicBezTo>
                        <a:cubicBezTo>
                          <a:pt x="99005" y="378504"/>
                          <a:pt x="92890" y="373621"/>
                          <a:pt x="89226" y="371182"/>
                        </a:cubicBezTo>
                        <a:cubicBezTo>
                          <a:pt x="85556" y="367519"/>
                          <a:pt x="83111" y="366293"/>
                          <a:pt x="77002" y="366293"/>
                        </a:cubicBezTo>
                        <a:cubicBezTo>
                          <a:pt x="70893" y="366293"/>
                          <a:pt x="69668" y="367519"/>
                          <a:pt x="66004" y="371182"/>
                        </a:cubicBezTo>
                        <a:cubicBezTo>
                          <a:pt x="61114" y="373621"/>
                          <a:pt x="56224" y="378504"/>
                          <a:pt x="45226" y="378504"/>
                        </a:cubicBezTo>
                        <a:cubicBezTo>
                          <a:pt x="34221" y="378504"/>
                          <a:pt x="28112" y="373621"/>
                          <a:pt x="24448" y="371182"/>
                        </a:cubicBezTo>
                        <a:cubicBezTo>
                          <a:pt x="19559" y="367519"/>
                          <a:pt x="17114" y="366293"/>
                          <a:pt x="12224" y="366293"/>
                        </a:cubicBezTo>
                        <a:lnTo>
                          <a:pt x="12224" y="333330"/>
                        </a:lnTo>
                        <a:lnTo>
                          <a:pt x="12224" y="327227"/>
                        </a:lnTo>
                        <a:lnTo>
                          <a:pt x="12224" y="317454"/>
                        </a:lnTo>
                        <a:cubicBezTo>
                          <a:pt x="23222" y="317454"/>
                          <a:pt x="29331" y="322337"/>
                          <a:pt x="33002" y="324782"/>
                        </a:cubicBezTo>
                        <a:cubicBezTo>
                          <a:pt x="36666" y="328446"/>
                          <a:pt x="39111" y="329665"/>
                          <a:pt x="45226" y="329665"/>
                        </a:cubicBezTo>
                        <a:cubicBezTo>
                          <a:pt x="50116" y="329665"/>
                          <a:pt x="52554" y="328446"/>
                          <a:pt x="56224" y="324782"/>
                        </a:cubicBezTo>
                        <a:cubicBezTo>
                          <a:pt x="61114" y="322337"/>
                          <a:pt x="66004" y="317454"/>
                          <a:pt x="77002" y="317454"/>
                        </a:cubicBezTo>
                        <a:cubicBezTo>
                          <a:pt x="88001" y="317454"/>
                          <a:pt x="94116" y="322337"/>
                          <a:pt x="97780" y="324782"/>
                        </a:cubicBezTo>
                        <a:cubicBezTo>
                          <a:pt x="102669" y="328446"/>
                          <a:pt x="105114" y="329665"/>
                          <a:pt x="110004" y="329665"/>
                        </a:cubicBezTo>
                        <a:cubicBezTo>
                          <a:pt x="114894" y="329665"/>
                          <a:pt x="117338" y="328446"/>
                          <a:pt x="121002" y="324782"/>
                        </a:cubicBezTo>
                        <a:cubicBezTo>
                          <a:pt x="123447" y="323563"/>
                          <a:pt x="124673" y="321118"/>
                          <a:pt x="128337" y="319899"/>
                        </a:cubicBezTo>
                        <a:lnTo>
                          <a:pt x="128337" y="284491"/>
                        </a:lnTo>
                        <a:lnTo>
                          <a:pt x="12224" y="284491"/>
                        </a:lnTo>
                        <a:lnTo>
                          <a:pt x="12224" y="251521"/>
                        </a:lnTo>
                        <a:lnTo>
                          <a:pt x="12224" y="234427"/>
                        </a:lnTo>
                        <a:lnTo>
                          <a:pt x="22003" y="234427"/>
                        </a:lnTo>
                        <a:cubicBezTo>
                          <a:pt x="99005" y="234427"/>
                          <a:pt x="125892" y="151406"/>
                          <a:pt x="128337" y="118436"/>
                        </a:cubicBezTo>
                        <a:lnTo>
                          <a:pt x="128337" y="107450"/>
                        </a:lnTo>
                        <a:lnTo>
                          <a:pt x="144225" y="107450"/>
                        </a:lnTo>
                        <a:lnTo>
                          <a:pt x="144225" y="115991"/>
                        </a:lnTo>
                        <a:cubicBezTo>
                          <a:pt x="144225" y="134311"/>
                          <a:pt x="150340" y="163610"/>
                          <a:pt x="166228" y="188033"/>
                        </a:cubicBezTo>
                        <a:cubicBezTo>
                          <a:pt x="187006" y="218558"/>
                          <a:pt x="217563" y="234427"/>
                          <a:pt x="259119" y="234427"/>
                        </a:cubicBezTo>
                        <a:cubicBezTo>
                          <a:pt x="299455" y="234427"/>
                          <a:pt x="330012" y="218558"/>
                          <a:pt x="350789" y="185588"/>
                        </a:cubicBezTo>
                        <a:cubicBezTo>
                          <a:pt x="354454" y="179486"/>
                          <a:pt x="358124" y="172158"/>
                          <a:pt x="360562" y="166055"/>
                        </a:cubicBezTo>
                        <a:cubicBezTo>
                          <a:pt x="361788" y="163610"/>
                          <a:pt x="363007" y="161172"/>
                          <a:pt x="363007" y="157508"/>
                        </a:cubicBezTo>
                        <a:lnTo>
                          <a:pt x="350789" y="157508"/>
                        </a:lnTo>
                        <a:lnTo>
                          <a:pt x="314117" y="157508"/>
                        </a:lnTo>
                        <a:lnTo>
                          <a:pt x="281122" y="157508"/>
                        </a:lnTo>
                        <a:lnTo>
                          <a:pt x="202894" y="157508"/>
                        </a:lnTo>
                        <a:lnTo>
                          <a:pt x="167448" y="157508"/>
                        </a:lnTo>
                        <a:lnTo>
                          <a:pt x="167448" y="150180"/>
                        </a:lnTo>
                        <a:cubicBezTo>
                          <a:pt x="168673" y="126983"/>
                          <a:pt x="182116" y="105005"/>
                          <a:pt x="204120" y="94013"/>
                        </a:cubicBezTo>
                        <a:cubicBezTo>
                          <a:pt x="209003" y="91575"/>
                          <a:pt x="212673" y="86692"/>
                          <a:pt x="213893" y="81808"/>
                        </a:cubicBezTo>
                        <a:cubicBezTo>
                          <a:pt x="217563" y="63495"/>
                          <a:pt x="228561" y="48839"/>
                          <a:pt x="244450" y="42736"/>
                        </a:cubicBezTo>
                        <a:cubicBezTo>
                          <a:pt x="250565" y="40292"/>
                          <a:pt x="257893" y="37853"/>
                          <a:pt x="265227" y="37853"/>
                        </a:cubicBezTo>
                        <a:cubicBezTo>
                          <a:pt x="266453" y="37853"/>
                          <a:pt x="268898" y="37853"/>
                          <a:pt x="270117" y="37853"/>
                        </a:cubicBezTo>
                        <a:lnTo>
                          <a:pt x="271343" y="37853"/>
                        </a:lnTo>
                        <a:cubicBezTo>
                          <a:pt x="276232" y="37853"/>
                          <a:pt x="281122" y="35408"/>
                          <a:pt x="283560" y="32970"/>
                        </a:cubicBezTo>
                        <a:cubicBezTo>
                          <a:pt x="295784" y="19540"/>
                          <a:pt x="312898" y="12211"/>
                          <a:pt x="331231" y="12211"/>
                        </a:cubicBezTo>
                        <a:close/>
                        <a:moveTo>
                          <a:pt x="331231" y="0"/>
                        </a:moveTo>
                        <a:cubicBezTo>
                          <a:pt x="310453" y="0"/>
                          <a:pt x="289676" y="8547"/>
                          <a:pt x="275007" y="24423"/>
                        </a:cubicBezTo>
                        <a:cubicBezTo>
                          <a:pt x="273787" y="25642"/>
                          <a:pt x="272562" y="25642"/>
                          <a:pt x="271343" y="25642"/>
                        </a:cubicBezTo>
                        <a:lnTo>
                          <a:pt x="270117" y="25642"/>
                        </a:lnTo>
                        <a:cubicBezTo>
                          <a:pt x="267672" y="25642"/>
                          <a:pt x="266453" y="25642"/>
                          <a:pt x="264008" y="25642"/>
                        </a:cubicBezTo>
                        <a:cubicBezTo>
                          <a:pt x="255454" y="25642"/>
                          <a:pt x="246895" y="28080"/>
                          <a:pt x="238341" y="30525"/>
                        </a:cubicBezTo>
                        <a:cubicBezTo>
                          <a:pt x="218782" y="39072"/>
                          <a:pt x="205339" y="56167"/>
                          <a:pt x="201675" y="76925"/>
                        </a:cubicBezTo>
                        <a:cubicBezTo>
                          <a:pt x="201675" y="78145"/>
                          <a:pt x="200449" y="80583"/>
                          <a:pt x="198004" y="80583"/>
                        </a:cubicBezTo>
                        <a:cubicBezTo>
                          <a:pt x="178452" y="90356"/>
                          <a:pt x="163783" y="109888"/>
                          <a:pt x="157668" y="131866"/>
                        </a:cubicBezTo>
                        <a:cubicBezTo>
                          <a:pt x="156449" y="125764"/>
                          <a:pt x="156449" y="119655"/>
                          <a:pt x="156449" y="114772"/>
                        </a:cubicBezTo>
                        <a:lnTo>
                          <a:pt x="156449" y="107450"/>
                        </a:lnTo>
                        <a:lnTo>
                          <a:pt x="156449" y="95239"/>
                        </a:lnTo>
                        <a:lnTo>
                          <a:pt x="144225" y="95239"/>
                        </a:lnTo>
                        <a:lnTo>
                          <a:pt x="128337" y="95239"/>
                        </a:lnTo>
                        <a:lnTo>
                          <a:pt x="116113" y="95239"/>
                        </a:lnTo>
                        <a:lnTo>
                          <a:pt x="116113" y="107450"/>
                        </a:lnTo>
                        <a:lnTo>
                          <a:pt x="116113" y="118436"/>
                        </a:lnTo>
                        <a:cubicBezTo>
                          <a:pt x="114894" y="139194"/>
                          <a:pt x="94116" y="223441"/>
                          <a:pt x="22003" y="223441"/>
                        </a:cubicBezTo>
                        <a:lnTo>
                          <a:pt x="12224" y="223441"/>
                        </a:lnTo>
                        <a:lnTo>
                          <a:pt x="0" y="223441"/>
                        </a:lnTo>
                        <a:lnTo>
                          <a:pt x="0" y="235652"/>
                        </a:lnTo>
                        <a:lnTo>
                          <a:pt x="0" y="252747"/>
                        </a:lnTo>
                        <a:lnTo>
                          <a:pt x="0" y="285710"/>
                        </a:lnTo>
                        <a:lnTo>
                          <a:pt x="0" y="297921"/>
                        </a:lnTo>
                        <a:lnTo>
                          <a:pt x="12224" y="297921"/>
                        </a:lnTo>
                        <a:lnTo>
                          <a:pt x="116113" y="297921"/>
                        </a:lnTo>
                        <a:lnTo>
                          <a:pt x="116113" y="315016"/>
                        </a:lnTo>
                        <a:cubicBezTo>
                          <a:pt x="114894" y="315016"/>
                          <a:pt x="114894" y="316235"/>
                          <a:pt x="113668" y="316235"/>
                        </a:cubicBezTo>
                        <a:cubicBezTo>
                          <a:pt x="111223" y="317454"/>
                          <a:pt x="111223" y="317454"/>
                          <a:pt x="110004" y="317454"/>
                        </a:cubicBezTo>
                        <a:cubicBezTo>
                          <a:pt x="108778" y="317454"/>
                          <a:pt x="108778" y="317454"/>
                          <a:pt x="106334" y="315016"/>
                        </a:cubicBezTo>
                        <a:cubicBezTo>
                          <a:pt x="100225" y="311352"/>
                          <a:pt x="92890" y="305249"/>
                          <a:pt x="77002" y="305249"/>
                        </a:cubicBezTo>
                        <a:cubicBezTo>
                          <a:pt x="62333" y="305249"/>
                          <a:pt x="53780" y="311352"/>
                          <a:pt x="48890" y="315016"/>
                        </a:cubicBezTo>
                        <a:cubicBezTo>
                          <a:pt x="46445" y="317454"/>
                          <a:pt x="46445" y="317454"/>
                          <a:pt x="45226" y="317454"/>
                        </a:cubicBezTo>
                        <a:cubicBezTo>
                          <a:pt x="44000" y="317454"/>
                          <a:pt x="44000" y="317454"/>
                          <a:pt x="41556" y="315016"/>
                        </a:cubicBezTo>
                        <a:cubicBezTo>
                          <a:pt x="35447" y="311352"/>
                          <a:pt x="26887" y="305249"/>
                          <a:pt x="12224" y="305249"/>
                        </a:cubicBezTo>
                        <a:lnTo>
                          <a:pt x="0" y="305249"/>
                        </a:lnTo>
                        <a:lnTo>
                          <a:pt x="0" y="317454"/>
                        </a:lnTo>
                        <a:lnTo>
                          <a:pt x="0" y="328446"/>
                        </a:lnTo>
                        <a:lnTo>
                          <a:pt x="0" y="334549"/>
                        </a:lnTo>
                        <a:lnTo>
                          <a:pt x="0" y="366293"/>
                        </a:lnTo>
                        <a:lnTo>
                          <a:pt x="0" y="378504"/>
                        </a:lnTo>
                        <a:lnTo>
                          <a:pt x="12224" y="378504"/>
                        </a:lnTo>
                        <a:cubicBezTo>
                          <a:pt x="13443" y="378504"/>
                          <a:pt x="13443" y="378504"/>
                          <a:pt x="15888" y="380949"/>
                        </a:cubicBezTo>
                        <a:cubicBezTo>
                          <a:pt x="20778" y="384613"/>
                          <a:pt x="29331" y="390715"/>
                          <a:pt x="45226" y="390715"/>
                        </a:cubicBezTo>
                        <a:cubicBezTo>
                          <a:pt x="59888" y="390715"/>
                          <a:pt x="68448" y="384613"/>
                          <a:pt x="73338" y="380949"/>
                        </a:cubicBezTo>
                        <a:cubicBezTo>
                          <a:pt x="75783" y="378504"/>
                          <a:pt x="75783" y="378504"/>
                          <a:pt x="77002" y="378504"/>
                        </a:cubicBezTo>
                        <a:cubicBezTo>
                          <a:pt x="78221" y="378504"/>
                          <a:pt x="78221" y="378504"/>
                          <a:pt x="80666" y="380949"/>
                        </a:cubicBezTo>
                        <a:cubicBezTo>
                          <a:pt x="86781" y="384613"/>
                          <a:pt x="95335" y="390715"/>
                          <a:pt x="110004" y="390715"/>
                        </a:cubicBezTo>
                        <a:cubicBezTo>
                          <a:pt x="124673" y="390715"/>
                          <a:pt x="133226" y="384613"/>
                          <a:pt x="138116" y="380949"/>
                        </a:cubicBezTo>
                        <a:cubicBezTo>
                          <a:pt x="140561" y="378504"/>
                          <a:pt x="140561" y="378504"/>
                          <a:pt x="141780" y="378504"/>
                        </a:cubicBezTo>
                        <a:cubicBezTo>
                          <a:pt x="143006" y="378504"/>
                          <a:pt x="143006" y="378504"/>
                          <a:pt x="145451" y="380949"/>
                        </a:cubicBezTo>
                        <a:cubicBezTo>
                          <a:pt x="150340" y="384613"/>
                          <a:pt x="158894" y="390715"/>
                          <a:pt x="173563" y="390715"/>
                        </a:cubicBezTo>
                        <a:cubicBezTo>
                          <a:pt x="188225" y="390715"/>
                          <a:pt x="196785" y="384613"/>
                          <a:pt x="201675" y="380949"/>
                        </a:cubicBezTo>
                        <a:cubicBezTo>
                          <a:pt x="206558" y="378504"/>
                          <a:pt x="206558" y="378504"/>
                          <a:pt x="207784" y="378504"/>
                        </a:cubicBezTo>
                        <a:cubicBezTo>
                          <a:pt x="209003" y="378504"/>
                          <a:pt x="209003" y="378504"/>
                          <a:pt x="211448" y="380949"/>
                        </a:cubicBezTo>
                        <a:cubicBezTo>
                          <a:pt x="216337" y="384613"/>
                          <a:pt x="224898" y="390715"/>
                          <a:pt x="239560" y="390715"/>
                        </a:cubicBezTo>
                        <a:cubicBezTo>
                          <a:pt x="254229" y="390715"/>
                          <a:pt x="262783" y="384613"/>
                          <a:pt x="267672" y="380949"/>
                        </a:cubicBezTo>
                        <a:cubicBezTo>
                          <a:pt x="270117" y="378504"/>
                          <a:pt x="270117" y="378504"/>
                          <a:pt x="271343" y="378504"/>
                        </a:cubicBezTo>
                        <a:cubicBezTo>
                          <a:pt x="272562" y="378504"/>
                          <a:pt x="272562" y="378504"/>
                          <a:pt x="275007" y="380949"/>
                        </a:cubicBezTo>
                        <a:cubicBezTo>
                          <a:pt x="279896" y="384613"/>
                          <a:pt x="288450" y="390715"/>
                          <a:pt x="303119" y="390715"/>
                        </a:cubicBezTo>
                        <a:cubicBezTo>
                          <a:pt x="317788" y="390715"/>
                          <a:pt x="326341" y="384613"/>
                          <a:pt x="331231" y="380949"/>
                        </a:cubicBezTo>
                        <a:cubicBezTo>
                          <a:pt x="333676" y="378504"/>
                          <a:pt x="333676" y="378504"/>
                          <a:pt x="334895" y="378504"/>
                        </a:cubicBezTo>
                        <a:cubicBezTo>
                          <a:pt x="336121" y="378504"/>
                          <a:pt x="336121" y="378504"/>
                          <a:pt x="338565" y="380949"/>
                        </a:cubicBezTo>
                        <a:cubicBezTo>
                          <a:pt x="343455" y="384613"/>
                          <a:pt x="352009" y="390715"/>
                          <a:pt x="366678" y="390715"/>
                        </a:cubicBezTo>
                        <a:cubicBezTo>
                          <a:pt x="381346" y="390715"/>
                          <a:pt x="389900" y="384613"/>
                          <a:pt x="394790" y="380949"/>
                        </a:cubicBezTo>
                        <a:cubicBezTo>
                          <a:pt x="402124" y="378504"/>
                          <a:pt x="402124" y="378504"/>
                          <a:pt x="403343" y="378504"/>
                        </a:cubicBezTo>
                        <a:cubicBezTo>
                          <a:pt x="404569" y="378504"/>
                          <a:pt x="404569" y="378504"/>
                          <a:pt x="407014" y="380949"/>
                        </a:cubicBezTo>
                        <a:cubicBezTo>
                          <a:pt x="411897" y="384613"/>
                          <a:pt x="420457" y="390715"/>
                          <a:pt x="435126" y="390715"/>
                        </a:cubicBezTo>
                        <a:cubicBezTo>
                          <a:pt x="449789" y="390715"/>
                          <a:pt x="458349" y="384613"/>
                          <a:pt x="463232" y="380949"/>
                        </a:cubicBezTo>
                        <a:cubicBezTo>
                          <a:pt x="465677" y="378504"/>
                          <a:pt x="465677" y="378504"/>
                          <a:pt x="466902" y="378504"/>
                        </a:cubicBezTo>
                        <a:cubicBezTo>
                          <a:pt x="468121" y="378504"/>
                          <a:pt x="468121" y="378504"/>
                          <a:pt x="470566" y="380949"/>
                        </a:cubicBezTo>
                        <a:cubicBezTo>
                          <a:pt x="475456" y="384613"/>
                          <a:pt x="484016" y="390715"/>
                          <a:pt x="498678" y="390715"/>
                        </a:cubicBezTo>
                        <a:lnTo>
                          <a:pt x="510902" y="390715"/>
                        </a:lnTo>
                        <a:lnTo>
                          <a:pt x="510902" y="378504"/>
                        </a:lnTo>
                        <a:lnTo>
                          <a:pt x="510902" y="345541"/>
                        </a:lnTo>
                        <a:lnTo>
                          <a:pt x="510902" y="341877"/>
                        </a:lnTo>
                        <a:lnTo>
                          <a:pt x="510902" y="329665"/>
                        </a:lnTo>
                        <a:lnTo>
                          <a:pt x="510902" y="317454"/>
                        </a:lnTo>
                        <a:lnTo>
                          <a:pt x="498678" y="317454"/>
                        </a:lnTo>
                        <a:cubicBezTo>
                          <a:pt x="497459" y="317454"/>
                          <a:pt x="497459" y="317454"/>
                          <a:pt x="495015" y="315016"/>
                        </a:cubicBezTo>
                        <a:cubicBezTo>
                          <a:pt x="490125" y="311352"/>
                          <a:pt x="481571" y="305249"/>
                          <a:pt x="466902" y="305249"/>
                        </a:cubicBezTo>
                        <a:cubicBezTo>
                          <a:pt x="452233" y="305249"/>
                          <a:pt x="443680" y="311352"/>
                          <a:pt x="438790" y="315016"/>
                        </a:cubicBezTo>
                        <a:cubicBezTo>
                          <a:pt x="437564" y="317454"/>
                          <a:pt x="437564" y="317454"/>
                          <a:pt x="436345" y="317454"/>
                        </a:cubicBezTo>
                        <a:cubicBezTo>
                          <a:pt x="435126" y="317454"/>
                          <a:pt x="435126" y="317454"/>
                          <a:pt x="432681" y="315016"/>
                        </a:cubicBezTo>
                        <a:cubicBezTo>
                          <a:pt x="426566" y="311352"/>
                          <a:pt x="418012" y="305249"/>
                          <a:pt x="403343" y="305249"/>
                        </a:cubicBezTo>
                        <a:cubicBezTo>
                          <a:pt x="402124" y="305249"/>
                          <a:pt x="400899" y="305249"/>
                          <a:pt x="399680" y="305249"/>
                        </a:cubicBezTo>
                        <a:lnTo>
                          <a:pt x="399680" y="296702"/>
                        </a:lnTo>
                        <a:lnTo>
                          <a:pt x="501123" y="296702"/>
                        </a:lnTo>
                        <a:lnTo>
                          <a:pt x="513347" y="296702"/>
                        </a:lnTo>
                        <a:lnTo>
                          <a:pt x="513347" y="284491"/>
                        </a:lnTo>
                        <a:lnTo>
                          <a:pt x="513347" y="251521"/>
                        </a:lnTo>
                        <a:lnTo>
                          <a:pt x="513347" y="235652"/>
                        </a:lnTo>
                        <a:lnTo>
                          <a:pt x="513347" y="223441"/>
                        </a:lnTo>
                        <a:lnTo>
                          <a:pt x="501123" y="223441"/>
                        </a:lnTo>
                        <a:lnTo>
                          <a:pt x="492570" y="223441"/>
                        </a:lnTo>
                        <a:cubicBezTo>
                          <a:pt x="448569" y="223441"/>
                          <a:pt x="425347" y="192916"/>
                          <a:pt x="413123" y="168494"/>
                        </a:cubicBezTo>
                        <a:lnTo>
                          <a:pt x="440009" y="168494"/>
                        </a:lnTo>
                        <a:lnTo>
                          <a:pt x="447344" y="168494"/>
                        </a:lnTo>
                        <a:lnTo>
                          <a:pt x="451014" y="161172"/>
                        </a:lnTo>
                        <a:lnTo>
                          <a:pt x="453459" y="156289"/>
                        </a:lnTo>
                        <a:cubicBezTo>
                          <a:pt x="473011" y="120881"/>
                          <a:pt x="460793" y="75700"/>
                          <a:pt x="426566" y="54948"/>
                        </a:cubicBezTo>
                        <a:cubicBezTo>
                          <a:pt x="419232" y="50058"/>
                          <a:pt x="410678" y="46400"/>
                          <a:pt x="402124" y="45175"/>
                        </a:cubicBezTo>
                        <a:cubicBezTo>
                          <a:pt x="399680" y="45175"/>
                          <a:pt x="398454" y="43956"/>
                          <a:pt x="397235" y="41517"/>
                        </a:cubicBezTo>
                        <a:cubicBezTo>
                          <a:pt x="386230" y="15875"/>
                          <a:pt x="359343" y="0"/>
                          <a:pt x="331231" y="0"/>
                        </a:cubicBezTo>
                        <a:close/>
                        <a:moveTo>
                          <a:pt x="169892" y="168494"/>
                        </a:moveTo>
                        <a:lnTo>
                          <a:pt x="202894" y="168494"/>
                        </a:lnTo>
                        <a:lnTo>
                          <a:pt x="281122" y="168494"/>
                        </a:lnTo>
                        <a:lnTo>
                          <a:pt x="314117" y="168494"/>
                        </a:lnTo>
                        <a:lnTo>
                          <a:pt x="344674" y="168494"/>
                        </a:lnTo>
                        <a:cubicBezTo>
                          <a:pt x="343455" y="172158"/>
                          <a:pt x="341010" y="174602"/>
                          <a:pt x="339785" y="178266"/>
                        </a:cubicBezTo>
                        <a:cubicBezTo>
                          <a:pt x="321452" y="207566"/>
                          <a:pt x="295784" y="220996"/>
                          <a:pt x="259119" y="220996"/>
                        </a:cubicBezTo>
                        <a:cubicBezTo>
                          <a:pt x="222453" y="220996"/>
                          <a:pt x="194341" y="207566"/>
                          <a:pt x="177227" y="180705"/>
                        </a:cubicBezTo>
                        <a:cubicBezTo>
                          <a:pt x="173563" y="177041"/>
                          <a:pt x="172337" y="173383"/>
                          <a:pt x="169892" y="16849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42" name="Google Shape;142;g3d7936b2ea4_3_0"/>
                <p:cNvGrpSpPr/>
                <p:nvPr/>
              </p:nvGrpSpPr>
              <p:grpSpPr>
                <a:xfrm>
                  <a:off x="2036737" y="4680431"/>
                  <a:ext cx="488899" cy="366293"/>
                  <a:chOff x="2036737" y="4680431"/>
                  <a:chExt cx="488899" cy="366293"/>
                </a:xfrm>
              </p:grpSpPr>
              <p:sp>
                <p:nvSpPr>
                  <p:cNvPr id="143" name="Google Shape;143;g3d7936b2ea4_3_0"/>
                  <p:cNvSpPr/>
                  <p:nvPr/>
                </p:nvSpPr>
                <p:spPr>
                  <a:xfrm>
                    <a:off x="2297075" y="4781772"/>
                    <a:ext cx="83117" cy="4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117" h="42736" extrusionOk="0">
                        <a:moveTo>
                          <a:pt x="83117" y="26867"/>
                        </a:moveTo>
                        <a:lnTo>
                          <a:pt x="42781" y="26867"/>
                        </a:lnTo>
                        <a:cubicBezTo>
                          <a:pt x="28112" y="26867"/>
                          <a:pt x="15888" y="14656"/>
                          <a:pt x="15888" y="0"/>
                        </a:cubicBezTo>
                        <a:lnTo>
                          <a:pt x="0" y="0"/>
                        </a:lnTo>
                        <a:cubicBezTo>
                          <a:pt x="0" y="23203"/>
                          <a:pt x="19558" y="42736"/>
                          <a:pt x="42781" y="42736"/>
                        </a:cubicBezTo>
                        <a:lnTo>
                          <a:pt x="79447" y="42736"/>
                        </a:lnTo>
                        <a:cubicBezTo>
                          <a:pt x="79447" y="41517"/>
                          <a:pt x="80672" y="36634"/>
                          <a:pt x="83117" y="26867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" name="Google Shape;144;g3d7936b2ea4_3_0"/>
                  <p:cNvSpPr/>
                  <p:nvPr/>
                </p:nvSpPr>
                <p:spPr>
                  <a:xfrm>
                    <a:off x="2193186" y="4680431"/>
                    <a:ext cx="282574" cy="1440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2574" h="144077" extrusionOk="0">
                        <a:moveTo>
                          <a:pt x="98999" y="128208"/>
                        </a:moveTo>
                        <a:lnTo>
                          <a:pt x="17107" y="128208"/>
                        </a:lnTo>
                        <a:cubicBezTo>
                          <a:pt x="20778" y="113552"/>
                          <a:pt x="29331" y="101341"/>
                          <a:pt x="42775" y="94019"/>
                        </a:cubicBezTo>
                        <a:cubicBezTo>
                          <a:pt x="52554" y="89136"/>
                          <a:pt x="58669" y="80589"/>
                          <a:pt x="61114" y="69597"/>
                        </a:cubicBezTo>
                        <a:cubicBezTo>
                          <a:pt x="63559" y="58611"/>
                          <a:pt x="70887" y="48845"/>
                          <a:pt x="81892" y="45181"/>
                        </a:cubicBezTo>
                        <a:cubicBezTo>
                          <a:pt x="88001" y="42736"/>
                          <a:pt x="92890" y="41517"/>
                          <a:pt x="98999" y="42736"/>
                        </a:cubicBezTo>
                        <a:cubicBezTo>
                          <a:pt x="110004" y="43955"/>
                          <a:pt x="119777" y="40298"/>
                          <a:pt x="127111" y="31751"/>
                        </a:cubicBezTo>
                        <a:cubicBezTo>
                          <a:pt x="136890" y="21978"/>
                          <a:pt x="149114" y="15875"/>
                          <a:pt x="162558" y="15875"/>
                        </a:cubicBezTo>
                        <a:cubicBezTo>
                          <a:pt x="180891" y="15875"/>
                          <a:pt x="196779" y="25642"/>
                          <a:pt x="205339" y="42736"/>
                        </a:cubicBezTo>
                        <a:cubicBezTo>
                          <a:pt x="210229" y="52503"/>
                          <a:pt x="218782" y="58611"/>
                          <a:pt x="228561" y="61050"/>
                        </a:cubicBezTo>
                        <a:cubicBezTo>
                          <a:pt x="233451" y="62276"/>
                          <a:pt x="239560" y="64714"/>
                          <a:pt x="244450" y="67159"/>
                        </a:cubicBezTo>
                        <a:cubicBezTo>
                          <a:pt x="265227" y="80589"/>
                          <a:pt x="272562" y="106231"/>
                          <a:pt x="264008" y="128208"/>
                        </a:cubicBezTo>
                        <a:lnTo>
                          <a:pt x="234670" y="128208"/>
                        </a:lnTo>
                        <a:cubicBezTo>
                          <a:pt x="237115" y="136756"/>
                          <a:pt x="239560" y="142858"/>
                          <a:pt x="240786" y="144077"/>
                        </a:cubicBezTo>
                        <a:lnTo>
                          <a:pt x="272562" y="144077"/>
                        </a:lnTo>
                        <a:lnTo>
                          <a:pt x="275007" y="139194"/>
                        </a:lnTo>
                        <a:cubicBezTo>
                          <a:pt x="290895" y="108669"/>
                          <a:pt x="281115" y="70823"/>
                          <a:pt x="251784" y="52503"/>
                        </a:cubicBezTo>
                        <a:cubicBezTo>
                          <a:pt x="245675" y="48845"/>
                          <a:pt x="238341" y="45181"/>
                          <a:pt x="231006" y="43955"/>
                        </a:cubicBezTo>
                        <a:cubicBezTo>
                          <a:pt x="224891" y="42736"/>
                          <a:pt x="221227" y="39072"/>
                          <a:pt x="218782" y="34189"/>
                        </a:cubicBezTo>
                        <a:cubicBezTo>
                          <a:pt x="207784" y="13431"/>
                          <a:pt x="187006" y="0"/>
                          <a:pt x="162558" y="0"/>
                        </a:cubicBezTo>
                        <a:cubicBezTo>
                          <a:pt x="145444" y="0"/>
                          <a:pt x="128337" y="7328"/>
                          <a:pt x="116113" y="20758"/>
                        </a:cubicBezTo>
                        <a:cubicBezTo>
                          <a:pt x="112449" y="24422"/>
                          <a:pt x="107559" y="26867"/>
                          <a:pt x="101444" y="25642"/>
                        </a:cubicBezTo>
                        <a:cubicBezTo>
                          <a:pt x="92890" y="24422"/>
                          <a:pt x="84336" y="25642"/>
                          <a:pt x="75776" y="29306"/>
                        </a:cubicBezTo>
                        <a:cubicBezTo>
                          <a:pt x="59888" y="36634"/>
                          <a:pt x="48890" y="50064"/>
                          <a:pt x="46445" y="67159"/>
                        </a:cubicBezTo>
                        <a:cubicBezTo>
                          <a:pt x="45219" y="73261"/>
                          <a:pt x="41555" y="76925"/>
                          <a:pt x="36666" y="79363"/>
                        </a:cubicBezTo>
                        <a:cubicBezTo>
                          <a:pt x="15888" y="90356"/>
                          <a:pt x="2445" y="112333"/>
                          <a:pt x="0" y="135530"/>
                        </a:cubicBezTo>
                        <a:lnTo>
                          <a:pt x="0" y="142858"/>
                        </a:lnTo>
                        <a:lnTo>
                          <a:pt x="112449" y="142858"/>
                        </a:lnTo>
                        <a:cubicBezTo>
                          <a:pt x="107559" y="140413"/>
                          <a:pt x="102669" y="134311"/>
                          <a:pt x="98999" y="128208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" name="Google Shape;145;g3d7936b2ea4_3_0"/>
                  <p:cNvSpPr/>
                  <p:nvPr/>
                </p:nvSpPr>
                <p:spPr>
                  <a:xfrm>
                    <a:off x="2036737" y="4936842"/>
                    <a:ext cx="488899" cy="76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899" h="76918" extrusionOk="0">
                        <a:moveTo>
                          <a:pt x="0" y="15875"/>
                        </a:moveTo>
                        <a:lnTo>
                          <a:pt x="116113" y="15875"/>
                        </a:lnTo>
                        <a:lnTo>
                          <a:pt x="116113" y="51283"/>
                        </a:lnTo>
                        <a:cubicBezTo>
                          <a:pt x="113668" y="52503"/>
                          <a:pt x="111223" y="54941"/>
                          <a:pt x="108778" y="56167"/>
                        </a:cubicBezTo>
                        <a:cubicBezTo>
                          <a:pt x="105114" y="59831"/>
                          <a:pt x="102669" y="61050"/>
                          <a:pt x="97780" y="61050"/>
                        </a:cubicBezTo>
                        <a:cubicBezTo>
                          <a:pt x="92890" y="61050"/>
                          <a:pt x="90445" y="59831"/>
                          <a:pt x="86781" y="56167"/>
                        </a:cubicBezTo>
                        <a:cubicBezTo>
                          <a:pt x="81892" y="53722"/>
                          <a:pt x="75776" y="48839"/>
                          <a:pt x="64778" y="48839"/>
                        </a:cubicBezTo>
                        <a:cubicBezTo>
                          <a:pt x="53780" y="48839"/>
                          <a:pt x="48890" y="53722"/>
                          <a:pt x="44000" y="56167"/>
                        </a:cubicBezTo>
                        <a:cubicBezTo>
                          <a:pt x="40336" y="59831"/>
                          <a:pt x="37891" y="61050"/>
                          <a:pt x="33002" y="61050"/>
                        </a:cubicBezTo>
                        <a:cubicBezTo>
                          <a:pt x="28112" y="61050"/>
                          <a:pt x="25667" y="59831"/>
                          <a:pt x="21997" y="56167"/>
                        </a:cubicBezTo>
                        <a:cubicBezTo>
                          <a:pt x="17114" y="53722"/>
                          <a:pt x="10998" y="48839"/>
                          <a:pt x="0" y="48839"/>
                        </a:cubicBezTo>
                        <a:lnTo>
                          <a:pt x="0" y="64714"/>
                        </a:lnTo>
                        <a:cubicBezTo>
                          <a:pt x="4890" y="64714"/>
                          <a:pt x="7334" y="65933"/>
                          <a:pt x="10998" y="69597"/>
                        </a:cubicBezTo>
                        <a:cubicBezTo>
                          <a:pt x="15888" y="73261"/>
                          <a:pt x="20778" y="76919"/>
                          <a:pt x="31776" y="76919"/>
                        </a:cubicBezTo>
                        <a:cubicBezTo>
                          <a:pt x="42781" y="76919"/>
                          <a:pt x="48890" y="73261"/>
                          <a:pt x="53780" y="69597"/>
                        </a:cubicBezTo>
                        <a:cubicBezTo>
                          <a:pt x="57444" y="67152"/>
                          <a:pt x="59888" y="64714"/>
                          <a:pt x="64778" y="64714"/>
                        </a:cubicBezTo>
                        <a:cubicBezTo>
                          <a:pt x="69668" y="64714"/>
                          <a:pt x="72113" y="65933"/>
                          <a:pt x="75776" y="69597"/>
                        </a:cubicBezTo>
                        <a:cubicBezTo>
                          <a:pt x="80666" y="73261"/>
                          <a:pt x="86781" y="76919"/>
                          <a:pt x="97780" y="76919"/>
                        </a:cubicBezTo>
                        <a:cubicBezTo>
                          <a:pt x="108778" y="76919"/>
                          <a:pt x="114894" y="72036"/>
                          <a:pt x="118558" y="69597"/>
                        </a:cubicBezTo>
                        <a:cubicBezTo>
                          <a:pt x="122222" y="67152"/>
                          <a:pt x="124666" y="64714"/>
                          <a:pt x="129556" y="64714"/>
                        </a:cubicBezTo>
                        <a:cubicBezTo>
                          <a:pt x="134446" y="64714"/>
                          <a:pt x="136891" y="65933"/>
                          <a:pt x="140561" y="69597"/>
                        </a:cubicBezTo>
                        <a:cubicBezTo>
                          <a:pt x="145451" y="73261"/>
                          <a:pt x="150334" y="76919"/>
                          <a:pt x="161339" y="76919"/>
                        </a:cubicBezTo>
                        <a:cubicBezTo>
                          <a:pt x="172337" y="76919"/>
                          <a:pt x="178446" y="72036"/>
                          <a:pt x="182116" y="69597"/>
                        </a:cubicBezTo>
                        <a:cubicBezTo>
                          <a:pt x="185780" y="67152"/>
                          <a:pt x="188225" y="64714"/>
                          <a:pt x="193115" y="64714"/>
                        </a:cubicBezTo>
                        <a:cubicBezTo>
                          <a:pt x="198004" y="64714"/>
                          <a:pt x="200449" y="65933"/>
                          <a:pt x="204113" y="69597"/>
                        </a:cubicBezTo>
                        <a:cubicBezTo>
                          <a:pt x="209003" y="73261"/>
                          <a:pt x="213893" y="76919"/>
                          <a:pt x="224891" y="76919"/>
                        </a:cubicBezTo>
                        <a:cubicBezTo>
                          <a:pt x="235896" y="76919"/>
                          <a:pt x="242005" y="72036"/>
                          <a:pt x="245675" y="69597"/>
                        </a:cubicBezTo>
                        <a:cubicBezTo>
                          <a:pt x="249339" y="67152"/>
                          <a:pt x="251784" y="64714"/>
                          <a:pt x="256674" y="64714"/>
                        </a:cubicBezTo>
                        <a:cubicBezTo>
                          <a:pt x="261563" y="64714"/>
                          <a:pt x="264008" y="65933"/>
                          <a:pt x="267672" y="69597"/>
                        </a:cubicBezTo>
                        <a:cubicBezTo>
                          <a:pt x="272562" y="73261"/>
                          <a:pt x="277451" y="76919"/>
                          <a:pt x="288450" y="76919"/>
                        </a:cubicBezTo>
                        <a:cubicBezTo>
                          <a:pt x="299455" y="76919"/>
                          <a:pt x="305564" y="72036"/>
                          <a:pt x="309228" y="69597"/>
                        </a:cubicBezTo>
                        <a:cubicBezTo>
                          <a:pt x="312898" y="67152"/>
                          <a:pt x="315343" y="64714"/>
                          <a:pt x="320233" y="64714"/>
                        </a:cubicBezTo>
                        <a:cubicBezTo>
                          <a:pt x="325122" y="64714"/>
                          <a:pt x="327561" y="65933"/>
                          <a:pt x="331231" y="69597"/>
                        </a:cubicBezTo>
                        <a:cubicBezTo>
                          <a:pt x="336121" y="73261"/>
                          <a:pt x="341010" y="76919"/>
                          <a:pt x="352009" y="76919"/>
                        </a:cubicBezTo>
                        <a:cubicBezTo>
                          <a:pt x="363007" y="76919"/>
                          <a:pt x="369122" y="72036"/>
                          <a:pt x="372786" y="69597"/>
                        </a:cubicBezTo>
                        <a:cubicBezTo>
                          <a:pt x="376457" y="67152"/>
                          <a:pt x="378895" y="64714"/>
                          <a:pt x="383785" y="64714"/>
                        </a:cubicBezTo>
                        <a:cubicBezTo>
                          <a:pt x="388675" y="64714"/>
                          <a:pt x="391119" y="65933"/>
                          <a:pt x="394790" y="69597"/>
                        </a:cubicBezTo>
                        <a:cubicBezTo>
                          <a:pt x="399680" y="73261"/>
                          <a:pt x="404563" y="76919"/>
                          <a:pt x="415568" y="76919"/>
                        </a:cubicBezTo>
                        <a:cubicBezTo>
                          <a:pt x="426566" y="76919"/>
                          <a:pt x="432675" y="72036"/>
                          <a:pt x="436345" y="69597"/>
                        </a:cubicBezTo>
                        <a:cubicBezTo>
                          <a:pt x="440009" y="67152"/>
                          <a:pt x="442454" y="64714"/>
                          <a:pt x="447344" y="64714"/>
                        </a:cubicBezTo>
                        <a:cubicBezTo>
                          <a:pt x="452233" y="64714"/>
                          <a:pt x="454678" y="65933"/>
                          <a:pt x="458342" y="69597"/>
                        </a:cubicBezTo>
                        <a:cubicBezTo>
                          <a:pt x="463232" y="73261"/>
                          <a:pt x="468121" y="76919"/>
                          <a:pt x="479126" y="76919"/>
                        </a:cubicBezTo>
                        <a:lnTo>
                          <a:pt x="479126" y="61050"/>
                        </a:lnTo>
                        <a:cubicBezTo>
                          <a:pt x="474237" y="61050"/>
                          <a:pt x="471792" y="59831"/>
                          <a:pt x="468121" y="56167"/>
                        </a:cubicBezTo>
                        <a:cubicBezTo>
                          <a:pt x="463232" y="52503"/>
                          <a:pt x="458342" y="48839"/>
                          <a:pt x="447344" y="48839"/>
                        </a:cubicBezTo>
                        <a:cubicBezTo>
                          <a:pt x="436345" y="48839"/>
                          <a:pt x="430230" y="53722"/>
                          <a:pt x="426566" y="56167"/>
                        </a:cubicBezTo>
                        <a:cubicBezTo>
                          <a:pt x="422902" y="58605"/>
                          <a:pt x="420457" y="61050"/>
                          <a:pt x="415568" y="61050"/>
                        </a:cubicBezTo>
                        <a:cubicBezTo>
                          <a:pt x="410678" y="61050"/>
                          <a:pt x="408233" y="59831"/>
                          <a:pt x="404563" y="56167"/>
                        </a:cubicBezTo>
                        <a:cubicBezTo>
                          <a:pt x="408233" y="53722"/>
                          <a:pt x="402124" y="48839"/>
                          <a:pt x="391119" y="48839"/>
                        </a:cubicBezTo>
                        <a:cubicBezTo>
                          <a:pt x="383785" y="48839"/>
                          <a:pt x="378895" y="51283"/>
                          <a:pt x="375231" y="53722"/>
                        </a:cubicBezTo>
                        <a:lnTo>
                          <a:pt x="375231" y="17094"/>
                        </a:lnTo>
                        <a:lnTo>
                          <a:pt x="488899" y="17094"/>
                        </a:lnTo>
                        <a:lnTo>
                          <a:pt x="488899" y="0"/>
                        </a:lnTo>
                        <a:lnTo>
                          <a:pt x="0" y="0"/>
                        </a:lnTo>
                        <a:lnTo>
                          <a:pt x="0" y="15875"/>
                        </a:lnTo>
                        <a:close/>
                        <a:moveTo>
                          <a:pt x="358117" y="61050"/>
                        </a:moveTo>
                        <a:cubicBezTo>
                          <a:pt x="353228" y="61050"/>
                          <a:pt x="350789" y="59831"/>
                          <a:pt x="347119" y="56167"/>
                        </a:cubicBezTo>
                        <a:cubicBezTo>
                          <a:pt x="342230" y="53722"/>
                          <a:pt x="336121" y="48839"/>
                          <a:pt x="326341" y="48839"/>
                        </a:cubicBezTo>
                        <a:cubicBezTo>
                          <a:pt x="316562" y="48839"/>
                          <a:pt x="309228" y="53722"/>
                          <a:pt x="305564" y="56167"/>
                        </a:cubicBezTo>
                        <a:cubicBezTo>
                          <a:pt x="300674" y="59831"/>
                          <a:pt x="298229" y="61050"/>
                          <a:pt x="293339" y="61050"/>
                        </a:cubicBezTo>
                        <a:cubicBezTo>
                          <a:pt x="288450" y="61050"/>
                          <a:pt x="286005" y="59831"/>
                          <a:pt x="282341" y="56167"/>
                        </a:cubicBezTo>
                        <a:cubicBezTo>
                          <a:pt x="277451" y="52503"/>
                          <a:pt x="272562" y="48839"/>
                          <a:pt x="261563" y="48839"/>
                        </a:cubicBezTo>
                        <a:cubicBezTo>
                          <a:pt x="250558" y="48839"/>
                          <a:pt x="244450" y="53722"/>
                          <a:pt x="240786" y="56167"/>
                        </a:cubicBezTo>
                        <a:cubicBezTo>
                          <a:pt x="237115" y="58605"/>
                          <a:pt x="234670" y="61050"/>
                          <a:pt x="229781" y="61050"/>
                        </a:cubicBezTo>
                        <a:cubicBezTo>
                          <a:pt x="224891" y="61050"/>
                          <a:pt x="222453" y="59831"/>
                          <a:pt x="218782" y="56167"/>
                        </a:cubicBezTo>
                        <a:cubicBezTo>
                          <a:pt x="212673" y="53722"/>
                          <a:pt x="206558" y="48839"/>
                          <a:pt x="195560" y="48839"/>
                        </a:cubicBezTo>
                        <a:cubicBezTo>
                          <a:pt x="184561" y="48839"/>
                          <a:pt x="178446" y="53722"/>
                          <a:pt x="174782" y="56167"/>
                        </a:cubicBezTo>
                        <a:cubicBezTo>
                          <a:pt x="171118" y="59831"/>
                          <a:pt x="168673" y="61050"/>
                          <a:pt x="162558" y="61050"/>
                        </a:cubicBezTo>
                        <a:cubicBezTo>
                          <a:pt x="157668" y="61050"/>
                          <a:pt x="155223" y="59831"/>
                          <a:pt x="151559" y="56167"/>
                        </a:cubicBezTo>
                        <a:cubicBezTo>
                          <a:pt x="147889" y="53722"/>
                          <a:pt x="141780" y="48839"/>
                          <a:pt x="132001" y="48839"/>
                        </a:cubicBezTo>
                        <a:lnTo>
                          <a:pt x="132001" y="15875"/>
                        </a:lnTo>
                        <a:lnTo>
                          <a:pt x="358117" y="15875"/>
                        </a:lnTo>
                        <a:lnTo>
                          <a:pt x="358117" y="61050"/>
                        </a:ln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" name="Google Shape;146;g3d7936b2ea4_3_0"/>
                  <p:cNvSpPr/>
                  <p:nvPr/>
                </p:nvSpPr>
                <p:spPr>
                  <a:xfrm>
                    <a:off x="2036737" y="4775670"/>
                    <a:ext cx="488899" cy="1440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899" h="144077" extrusionOk="0">
                        <a:moveTo>
                          <a:pt x="480346" y="128202"/>
                        </a:moveTo>
                        <a:cubicBezTo>
                          <a:pt x="429011" y="128202"/>
                          <a:pt x="400899" y="91575"/>
                          <a:pt x="386230" y="57386"/>
                        </a:cubicBezTo>
                        <a:cubicBezTo>
                          <a:pt x="377676" y="37847"/>
                          <a:pt x="375231" y="19533"/>
                          <a:pt x="375231" y="8547"/>
                        </a:cubicBezTo>
                        <a:lnTo>
                          <a:pt x="375231" y="0"/>
                        </a:lnTo>
                        <a:lnTo>
                          <a:pt x="359343" y="0"/>
                        </a:lnTo>
                        <a:lnTo>
                          <a:pt x="359343" y="10986"/>
                        </a:lnTo>
                        <a:cubicBezTo>
                          <a:pt x="359343" y="21978"/>
                          <a:pt x="355673" y="39072"/>
                          <a:pt x="348345" y="56167"/>
                        </a:cubicBezTo>
                        <a:cubicBezTo>
                          <a:pt x="345900" y="62269"/>
                          <a:pt x="342230" y="69597"/>
                          <a:pt x="338565" y="75699"/>
                        </a:cubicBezTo>
                        <a:cubicBezTo>
                          <a:pt x="319007" y="107444"/>
                          <a:pt x="288450" y="124538"/>
                          <a:pt x="246895" y="124538"/>
                        </a:cubicBezTo>
                        <a:cubicBezTo>
                          <a:pt x="205339" y="124538"/>
                          <a:pt x="174782" y="108663"/>
                          <a:pt x="154004" y="78145"/>
                        </a:cubicBezTo>
                        <a:cubicBezTo>
                          <a:pt x="138116" y="53722"/>
                          <a:pt x="132001" y="24416"/>
                          <a:pt x="132001" y="6102"/>
                        </a:cubicBezTo>
                        <a:lnTo>
                          <a:pt x="132001" y="0"/>
                        </a:lnTo>
                        <a:lnTo>
                          <a:pt x="116113" y="0"/>
                        </a:lnTo>
                        <a:lnTo>
                          <a:pt x="116113" y="10986"/>
                        </a:lnTo>
                        <a:cubicBezTo>
                          <a:pt x="113668" y="45175"/>
                          <a:pt x="86781" y="126983"/>
                          <a:pt x="9779" y="126983"/>
                        </a:cubicBezTo>
                        <a:lnTo>
                          <a:pt x="0" y="126983"/>
                        </a:lnTo>
                        <a:lnTo>
                          <a:pt x="0" y="144077"/>
                        </a:lnTo>
                        <a:lnTo>
                          <a:pt x="488899" y="144077"/>
                        </a:lnTo>
                        <a:lnTo>
                          <a:pt x="488899" y="126983"/>
                        </a:lnTo>
                        <a:lnTo>
                          <a:pt x="480346" y="126983"/>
                        </a:lnTo>
                        <a:lnTo>
                          <a:pt x="480346" y="128202"/>
                        </a:lnTo>
                        <a:close/>
                        <a:moveTo>
                          <a:pt x="424121" y="128202"/>
                        </a:moveTo>
                        <a:lnTo>
                          <a:pt x="375231" y="128202"/>
                        </a:lnTo>
                        <a:lnTo>
                          <a:pt x="375231" y="70816"/>
                        </a:lnTo>
                        <a:cubicBezTo>
                          <a:pt x="377676" y="76919"/>
                          <a:pt x="381340" y="83028"/>
                          <a:pt x="385011" y="89130"/>
                        </a:cubicBezTo>
                        <a:cubicBezTo>
                          <a:pt x="393564" y="102561"/>
                          <a:pt x="405788" y="117210"/>
                          <a:pt x="424121" y="128202"/>
                        </a:cubicBezTo>
                        <a:close/>
                        <a:moveTo>
                          <a:pt x="352009" y="85466"/>
                        </a:moveTo>
                        <a:cubicBezTo>
                          <a:pt x="354454" y="81802"/>
                          <a:pt x="356898" y="76919"/>
                          <a:pt x="358117" y="73255"/>
                        </a:cubicBezTo>
                        <a:lnTo>
                          <a:pt x="358117" y="128202"/>
                        </a:lnTo>
                        <a:lnTo>
                          <a:pt x="306783" y="128202"/>
                        </a:lnTo>
                        <a:cubicBezTo>
                          <a:pt x="328786" y="117210"/>
                          <a:pt x="342230" y="101341"/>
                          <a:pt x="352009" y="85466"/>
                        </a:cubicBezTo>
                        <a:close/>
                        <a:moveTo>
                          <a:pt x="140561" y="87911"/>
                        </a:moveTo>
                        <a:cubicBezTo>
                          <a:pt x="149115" y="101341"/>
                          <a:pt x="163783" y="117210"/>
                          <a:pt x="184561" y="128202"/>
                        </a:cubicBezTo>
                        <a:lnTo>
                          <a:pt x="132001" y="128202"/>
                        </a:lnTo>
                        <a:lnTo>
                          <a:pt x="132001" y="74480"/>
                        </a:lnTo>
                        <a:cubicBezTo>
                          <a:pt x="134446" y="79363"/>
                          <a:pt x="136891" y="84247"/>
                          <a:pt x="140561" y="87911"/>
                        </a:cubicBezTo>
                        <a:close/>
                        <a:moveTo>
                          <a:pt x="106334" y="89130"/>
                        </a:moveTo>
                        <a:cubicBezTo>
                          <a:pt x="110004" y="83028"/>
                          <a:pt x="113668" y="76919"/>
                          <a:pt x="116113" y="70816"/>
                        </a:cubicBezTo>
                        <a:lnTo>
                          <a:pt x="116113" y="128202"/>
                        </a:lnTo>
                        <a:lnTo>
                          <a:pt x="67223" y="128202"/>
                        </a:lnTo>
                        <a:cubicBezTo>
                          <a:pt x="85556" y="117210"/>
                          <a:pt x="97780" y="102561"/>
                          <a:pt x="106334" y="89130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" name="Google Shape;147;g3d7936b2ea4_3_0"/>
                  <p:cNvSpPr/>
                  <p:nvPr/>
                </p:nvSpPr>
                <p:spPr>
                  <a:xfrm>
                    <a:off x="2036737" y="5018644"/>
                    <a:ext cx="479126" cy="280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9126" h="28080" extrusionOk="0">
                        <a:moveTo>
                          <a:pt x="455897" y="0"/>
                        </a:moveTo>
                        <a:cubicBezTo>
                          <a:pt x="444899" y="0"/>
                          <a:pt x="438790" y="4884"/>
                          <a:pt x="435120" y="7328"/>
                        </a:cubicBezTo>
                        <a:cubicBezTo>
                          <a:pt x="431456" y="9767"/>
                          <a:pt x="429011" y="12211"/>
                          <a:pt x="424121" y="12211"/>
                        </a:cubicBezTo>
                        <a:cubicBezTo>
                          <a:pt x="419232" y="12211"/>
                          <a:pt x="416787" y="10986"/>
                          <a:pt x="413123" y="7328"/>
                        </a:cubicBezTo>
                        <a:cubicBezTo>
                          <a:pt x="408233" y="3664"/>
                          <a:pt x="403343" y="0"/>
                          <a:pt x="392345" y="0"/>
                        </a:cubicBezTo>
                        <a:cubicBezTo>
                          <a:pt x="381340" y="0"/>
                          <a:pt x="375231" y="4884"/>
                          <a:pt x="371567" y="7328"/>
                        </a:cubicBezTo>
                        <a:cubicBezTo>
                          <a:pt x="367897" y="9767"/>
                          <a:pt x="365452" y="12211"/>
                          <a:pt x="360562" y="12211"/>
                        </a:cubicBezTo>
                        <a:cubicBezTo>
                          <a:pt x="355673" y="12211"/>
                          <a:pt x="353228" y="10986"/>
                          <a:pt x="349564" y="7328"/>
                        </a:cubicBezTo>
                        <a:cubicBezTo>
                          <a:pt x="344674" y="3664"/>
                          <a:pt x="339785" y="0"/>
                          <a:pt x="328786" y="0"/>
                        </a:cubicBezTo>
                        <a:cubicBezTo>
                          <a:pt x="317788" y="0"/>
                          <a:pt x="311673" y="4884"/>
                          <a:pt x="308008" y="7328"/>
                        </a:cubicBezTo>
                        <a:cubicBezTo>
                          <a:pt x="304338" y="9767"/>
                          <a:pt x="301893" y="12211"/>
                          <a:pt x="297010" y="12211"/>
                        </a:cubicBezTo>
                        <a:cubicBezTo>
                          <a:pt x="292120" y="12211"/>
                          <a:pt x="289676" y="10986"/>
                          <a:pt x="286005" y="7328"/>
                        </a:cubicBezTo>
                        <a:cubicBezTo>
                          <a:pt x="281115" y="3664"/>
                          <a:pt x="276226" y="0"/>
                          <a:pt x="265227" y="0"/>
                        </a:cubicBezTo>
                        <a:cubicBezTo>
                          <a:pt x="254229" y="0"/>
                          <a:pt x="248120" y="4884"/>
                          <a:pt x="244450" y="7328"/>
                        </a:cubicBezTo>
                        <a:cubicBezTo>
                          <a:pt x="240786" y="9767"/>
                          <a:pt x="238341" y="12211"/>
                          <a:pt x="233451" y="12211"/>
                        </a:cubicBezTo>
                        <a:cubicBezTo>
                          <a:pt x="228561" y="12211"/>
                          <a:pt x="226117" y="10986"/>
                          <a:pt x="222453" y="7328"/>
                        </a:cubicBezTo>
                        <a:cubicBezTo>
                          <a:pt x="217563" y="3664"/>
                          <a:pt x="212673" y="0"/>
                          <a:pt x="201669" y="0"/>
                        </a:cubicBezTo>
                        <a:cubicBezTo>
                          <a:pt x="190670" y="0"/>
                          <a:pt x="184561" y="4884"/>
                          <a:pt x="180891" y="7328"/>
                        </a:cubicBezTo>
                        <a:cubicBezTo>
                          <a:pt x="177227" y="9767"/>
                          <a:pt x="174782" y="12211"/>
                          <a:pt x="169892" y="12211"/>
                        </a:cubicBezTo>
                        <a:cubicBezTo>
                          <a:pt x="165003" y="12211"/>
                          <a:pt x="162558" y="10986"/>
                          <a:pt x="158894" y="7328"/>
                        </a:cubicBezTo>
                        <a:cubicBezTo>
                          <a:pt x="154004" y="3664"/>
                          <a:pt x="149115" y="0"/>
                          <a:pt x="138116" y="0"/>
                        </a:cubicBezTo>
                        <a:cubicBezTo>
                          <a:pt x="127111" y="0"/>
                          <a:pt x="121002" y="4884"/>
                          <a:pt x="117338" y="7328"/>
                        </a:cubicBezTo>
                        <a:cubicBezTo>
                          <a:pt x="113668" y="9767"/>
                          <a:pt x="111223" y="12211"/>
                          <a:pt x="106334" y="12211"/>
                        </a:cubicBezTo>
                        <a:cubicBezTo>
                          <a:pt x="101444" y="12211"/>
                          <a:pt x="98999" y="10986"/>
                          <a:pt x="95335" y="7328"/>
                        </a:cubicBezTo>
                        <a:cubicBezTo>
                          <a:pt x="90445" y="3664"/>
                          <a:pt x="85556" y="0"/>
                          <a:pt x="74557" y="0"/>
                        </a:cubicBezTo>
                        <a:cubicBezTo>
                          <a:pt x="63559" y="0"/>
                          <a:pt x="48890" y="3664"/>
                          <a:pt x="44000" y="7328"/>
                        </a:cubicBezTo>
                        <a:cubicBezTo>
                          <a:pt x="40336" y="9767"/>
                          <a:pt x="37891" y="12211"/>
                          <a:pt x="33002" y="12211"/>
                        </a:cubicBezTo>
                        <a:cubicBezTo>
                          <a:pt x="28112" y="12211"/>
                          <a:pt x="25667" y="10986"/>
                          <a:pt x="21997" y="7328"/>
                        </a:cubicBezTo>
                        <a:cubicBezTo>
                          <a:pt x="17114" y="3664"/>
                          <a:pt x="10998" y="0"/>
                          <a:pt x="0" y="0"/>
                        </a:cubicBezTo>
                        <a:lnTo>
                          <a:pt x="0" y="15875"/>
                        </a:lnTo>
                        <a:cubicBezTo>
                          <a:pt x="4890" y="15875"/>
                          <a:pt x="7334" y="17094"/>
                          <a:pt x="10998" y="20759"/>
                        </a:cubicBezTo>
                        <a:cubicBezTo>
                          <a:pt x="15888" y="23197"/>
                          <a:pt x="21997" y="28080"/>
                          <a:pt x="33002" y="28080"/>
                        </a:cubicBezTo>
                        <a:cubicBezTo>
                          <a:pt x="44000" y="28080"/>
                          <a:pt x="50109" y="23197"/>
                          <a:pt x="53780" y="20759"/>
                        </a:cubicBezTo>
                        <a:cubicBezTo>
                          <a:pt x="57444" y="17094"/>
                          <a:pt x="59888" y="15875"/>
                          <a:pt x="64778" y="15875"/>
                        </a:cubicBezTo>
                        <a:cubicBezTo>
                          <a:pt x="69668" y="15875"/>
                          <a:pt x="72113" y="17094"/>
                          <a:pt x="75776" y="20759"/>
                        </a:cubicBezTo>
                        <a:cubicBezTo>
                          <a:pt x="80666" y="23197"/>
                          <a:pt x="86781" y="28080"/>
                          <a:pt x="97780" y="28080"/>
                        </a:cubicBezTo>
                        <a:cubicBezTo>
                          <a:pt x="108778" y="28080"/>
                          <a:pt x="114894" y="23197"/>
                          <a:pt x="118558" y="20759"/>
                        </a:cubicBezTo>
                        <a:cubicBezTo>
                          <a:pt x="122222" y="18314"/>
                          <a:pt x="124666" y="15875"/>
                          <a:pt x="129556" y="15875"/>
                        </a:cubicBezTo>
                        <a:cubicBezTo>
                          <a:pt x="134446" y="15875"/>
                          <a:pt x="136891" y="17094"/>
                          <a:pt x="140561" y="20759"/>
                        </a:cubicBezTo>
                        <a:cubicBezTo>
                          <a:pt x="145451" y="24423"/>
                          <a:pt x="150334" y="28080"/>
                          <a:pt x="161339" y="28080"/>
                        </a:cubicBezTo>
                        <a:cubicBezTo>
                          <a:pt x="172337" y="28080"/>
                          <a:pt x="178446" y="23197"/>
                          <a:pt x="182116" y="20759"/>
                        </a:cubicBezTo>
                        <a:cubicBezTo>
                          <a:pt x="185780" y="18314"/>
                          <a:pt x="188225" y="15875"/>
                          <a:pt x="193115" y="15875"/>
                        </a:cubicBezTo>
                        <a:cubicBezTo>
                          <a:pt x="198004" y="15875"/>
                          <a:pt x="200449" y="17094"/>
                          <a:pt x="204113" y="20759"/>
                        </a:cubicBezTo>
                        <a:cubicBezTo>
                          <a:pt x="209003" y="24423"/>
                          <a:pt x="213893" y="28080"/>
                          <a:pt x="224891" y="28080"/>
                        </a:cubicBezTo>
                        <a:cubicBezTo>
                          <a:pt x="235896" y="28080"/>
                          <a:pt x="242005" y="23197"/>
                          <a:pt x="245675" y="20759"/>
                        </a:cubicBezTo>
                        <a:cubicBezTo>
                          <a:pt x="249339" y="18314"/>
                          <a:pt x="251784" y="15875"/>
                          <a:pt x="256674" y="15875"/>
                        </a:cubicBezTo>
                        <a:cubicBezTo>
                          <a:pt x="261563" y="15875"/>
                          <a:pt x="264008" y="17094"/>
                          <a:pt x="267672" y="20759"/>
                        </a:cubicBezTo>
                        <a:cubicBezTo>
                          <a:pt x="272562" y="24423"/>
                          <a:pt x="277451" y="28080"/>
                          <a:pt x="288450" y="28080"/>
                        </a:cubicBezTo>
                        <a:cubicBezTo>
                          <a:pt x="299455" y="28080"/>
                          <a:pt x="305564" y="23197"/>
                          <a:pt x="309228" y="20759"/>
                        </a:cubicBezTo>
                        <a:cubicBezTo>
                          <a:pt x="312898" y="18314"/>
                          <a:pt x="315343" y="15875"/>
                          <a:pt x="320233" y="15875"/>
                        </a:cubicBezTo>
                        <a:cubicBezTo>
                          <a:pt x="325122" y="15875"/>
                          <a:pt x="327561" y="17094"/>
                          <a:pt x="331231" y="20759"/>
                        </a:cubicBezTo>
                        <a:cubicBezTo>
                          <a:pt x="336121" y="24423"/>
                          <a:pt x="341010" y="28080"/>
                          <a:pt x="352009" y="28080"/>
                        </a:cubicBezTo>
                        <a:cubicBezTo>
                          <a:pt x="363007" y="28080"/>
                          <a:pt x="369122" y="23197"/>
                          <a:pt x="372786" y="20759"/>
                        </a:cubicBezTo>
                        <a:cubicBezTo>
                          <a:pt x="376457" y="18314"/>
                          <a:pt x="378895" y="15875"/>
                          <a:pt x="383785" y="15875"/>
                        </a:cubicBezTo>
                        <a:cubicBezTo>
                          <a:pt x="388675" y="15875"/>
                          <a:pt x="391119" y="17094"/>
                          <a:pt x="394790" y="20759"/>
                        </a:cubicBezTo>
                        <a:cubicBezTo>
                          <a:pt x="399680" y="24423"/>
                          <a:pt x="404563" y="28080"/>
                          <a:pt x="415568" y="28080"/>
                        </a:cubicBezTo>
                        <a:cubicBezTo>
                          <a:pt x="426566" y="28080"/>
                          <a:pt x="432675" y="23197"/>
                          <a:pt x="436345" y="20759"/>
                        </a:cubicBezTo>
                        <a:cubicBezTo>
                          <a:pt x="440009" y="18314"/>
                          <a:pt x="442454" y="15875"/>
                          <a:pt x="447344" y="15875"/>
                        </a:cubicBezTo>
                        <a:cubicBezTo>
                          <a:pt x="452233" y="15875"/>
                          <a:pt x="454678" y="17094"/>
                          <a:pt x="458342" y="20759"/>
                        </a:cubicBezTo>
                        <a:cubicBezTo>
                          <a:pt x="463232" y="24423"/>
                          <a:pt x="468121" y="28080"/>
                          <a:pt x="479126" y="28080"/>
                        </a:cubicBezTo>
                        <a:lnTo>
                          <a:pt x="479126" y="12211"/>
                        </a:lnTo>
                        <a:cubicBezTo>
                          <a:pt x="474237" y="12211"/>
                          <a:pt x="471792" y="10986"/>
                          <a:pt x="468121" y="7328"/>
                        </a:cubicBezTo>
                        <a:cubicBezTo>
                          <a:pt x="473011" y="3664"/>
                          <a:pt x="466902" y="0"/>
                          <a:pt x="455897" y="0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48" name="Google Shape;148;g3d7936b2ea4_3_0"/>
              <p:cNvSpPr txBox="1"/>
              <p:nvPr/>
            </p:nvSpPr>
            <p:spPr>
              <a:xfrm>
                <a:off x="1783513" y="4994413"/>
                <a:ext cx="1001100" cy="35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Oracle</a:t>
                </a:r>
                <a:endParaRPr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GoldenGate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9" name="Google Shape;149;g3d7936b2ea4_3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673676" y="3730846"/>
              <a:ext cx="225070" cy="2250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" name="Google Shape;150;g3d7936b2ea4_3_0"/>
          <p:cNvSpPr/>
          <p:nvPr/>
        </p:nvSpPr>
        <p:spPr>
          <a:xfrm>
            <a:off x="4058914" y="598937"/>
            <a:ext cx="757800" cy="460500"/>
          </a:xfrm>
          <a:prstGeom prst="can">
            <a:avLst>
              <a:gd name="adj" fmla="val 25000"/>
            </a:avLst>
          </a:prstGeom>
          <a:solidFill>
            <a:srgbClr val="D8D8D8"/>
          </a:solidFill>
          <a:ln w="12700" cap="flat" cmpd="sng">
            <a:solidFill>
              <a:srgbClr val="75707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ja-JP" sz="9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生産予定</a:t>
            </a:r>
            <a:endParaRPr sz="900" b="1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d7936b2ea4_3_0"/>
          <p:cNvSpPr/>
          <p:nvPr/>
        </p:nvSpPr>
        <p:spPr>
          <a:xfrm>
            <a:off x="3889107" y="121608"/>
            <a:ext cx="1054200" cy="461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図書館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g3d7936b2ea4_3_0"/>
          <p:cNvGrpSpPr/>
          <p:nvPr/>
        </p:nvGrpSpPr>
        <p:grpSpPr>
          <a:xfrm>
            <a:off x="184225" y="1829651"/>
            <a:ext cx="882600" cy="784500"/>
            <a:chOff x="3067329" y="3047062"/>
            <a:chExt cx="882600" cy="784500"/>
          </a:xfrm>
        </p:grpSpPr>
        <p:sp>
          <p:nvSpPr>
            <p:cNvPr id="153" name="Google Shape;153;g3d7936b2ea4_3_0"/>
            <p:cNvSpPr/>
            <p:nvPr/>
          </p:nvSpPr>
          <p:spPr>
            <a:xfrm>
              <a:off x="3067329" y="3047062"/>
              <a:ext cx="882600" cy="784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-JP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　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4" name="Google Shape;154;g3d7936b2ea4_3_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458034" y="3186582"/>
              <a:ext cx="436151" cy="827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g3d7936b2ea4_3_0"/>
            <p:cNvSpPr/>
            <p:nvPr/>
          </p:nvSpPr>
          <p:spPr>
            <a:xfrm>
              <a:off x="3247931" y="3361332"/>
              <a:ext cx="526599" cy="430261"/>
            </a:xfrm>
            <a:prstGeom prst="flowChartMagneticDisk">
              <a:avLst/>
            </a:prstGeom>
            <a:solidFill>
              <a:schemeClr val="accent4"/>
            </a:solidFill>
            <a:ln w="12700" cap="flat" cmpd="sng">
              <a:solidFill>
                <a:srgbClr val="6B51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11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ai21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6" name="Google Shape;156;g3d7936b2ea4_3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77251" y="3110786"/>
              <a:ext cx="225070" cy="22507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57" name="Google Shape;157;g3d7936b2ea4_3_0"/>
          <p:cNvCxnSpPr>
            <a:stCxn id="155" idx="4"/>
            <a:endCxn id="145" idx="53"/>
          </p:cNvCxnSpPr>
          <p:nvPr/>
        </p:nvCxnSpPr>
        <p:spPr>
          <a:xfrm rot="10800000" flipH="1">
            <a:off x="891426" y="2355752"/>
            <a:ext cx="529500" cy="33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58" name="Google Shape;158;g3d7936b2ea4_3_0"/>
          <p:cNvCxnSpPr>
            <a:stCxn id="145" idx="51"/>
            <a:endCxn id="159" idx="2"/>
          </p:cNvCxnSpPr>
          <p:nvPr/>
        </p:nvCxnSpPr>
        <p:spPr>
          <a:xfrm>
            <a:off x="1937778" y="2378150"/>
            <a:ext cx="529200" cy="72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60" name="Google Shape;160;g3d7936b2ea4_3_0"/>
          <p:cNvCxnSpPr>
            <a:stCxn id="116" idx="3"/>
          </p:cNvCxnSpPr>
          <p:nvPr/>
        </p:nvCxnSpPr>
        <p:spPr>
          <a:xfrm rot="5400000">
            <a:off x="6754156" y="1720091"/>
            <a:ext cx="1332000" cy="6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61" name="Google Shape;161;g3d7936b2ea4_3_0"/>
          <p:cNvCxnSpPr>
            <a:stCxn id="150" idx="3"/>
          </p:cNvCxnSpPr>
          <p:nvPr/>
        </p:nvCxnSpPr>
        <p:spPr>
          <a:xfrm rot="-5400000" flipH="1">
            <a:off x="5265364" y="231887"/>
            <a:ext cx="1326900" cy="2982000"/>
          </a:xfrm>
          <a:prstGeom prst="bentConnector3">
            <a:avLst>
              <a:gd name="adj1" fmla="val 50002"/>
            </a:avLst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162" name="Google Shape;162;g3d7936b2ea4_3_0"/>
          <p:cNvGrpSpPr/>
          <p:nvPr/>
        </p:nvGrpSpPr>
        <p:grpSpPr>
          <a:xfrm>
            <a:off x="6172862" y="2137431"/>
            <a:ext cx="2406900" cy="1359600"/>
            <a:chOff x="5803917" y="2038548"/>
            <a:chExt cx="2406900" cy="1359600"/>
          </a:xfrm>
        </p:grpSpPr>
        <p:sp>
          <p:nvSpPr>
            <p:cNvPr id="163" name="Google Shape;163;g3d7936b2ea4_3_0"/>
            <p:cNvSpPr/>
            <p:nvPr/>
          </p:nvSpPr>
          <p:spPr>
            <a:xfrm>
              <a:off x="5803917" y="2038548"/>
              <a:ext cx="2406900" cy="1359600"/>
            </a:xfrm>
            <a:prstGeom prst="roundRect">
              <a:avLst>
                <a:gd name="adj" fmla="val 5884"/>
              </a:avLst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4" name="Google Shape;164;g3d7936b2ea4_3_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938970" y="2048318"/>
              <a:ext cx="1114544" cy="2078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g3d7936b2ea4_3_0"/>
            <p:cNvSpPr/>
            <p:nvPr/>
          </p:nvSpPr>
          <p:spPr>
            <a:xfrm>
              <a:off x="5938970" y="2902316"/>
              <a:ext cx="2222700" cy="394500"/>
            </a:xfrm>
            <a:prstGeom prst="can">
              <a:avLst>
                <a:gd name="adj" fmla="val 25000"/>
              </a:avLst>
            </a:prstGeom>
            <a:solidFill>
              <a:srgbClr val="548135"/>
            </a:solidFill>
            <a:ln w="12700" cap="flat" cmpd="sng">
              <a:solidFill>
                <a:srgbClr val="A5A5A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11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CLOUDERA</a:t>
              </a:r>
              <a:endPara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" name="Google Shape;166;g3d7936b2ea4_3_0"/>
            <p:cNvGrpSpPr/>
            <p:nvPr/>
          </p:nvGrpSpPr>
          <p:grpSpPr>
            <a:xfrm>
              <a:off x="6738554" y="2287504"/>
              <a:ext cx="624730" cy="536531"/>
              <a:chOff x="8213995" y="1704698"/>
              <a:chExt cx="841500" cy="722700"/>
            </a:xfrm>
          </p:grpSpPr>
          <p:sp>
            <p:nvSpPr>
              <p:cNvPr id="167" name="Google Shape;167;g3d7936b2ea4_3_0"/>
              <p:cNvSpPr/>
              <p:nvPr/>
            </p:nvSpPr>
            <p:spPr>
              <a:xfrm>
                <a:off x="8368902" y="2071407"/>
                <a:ext cx="504000" cy="2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8" name="Google Shape;168;g3d7936b2ea4_3_0"/>
              <p:cNvGrpSpPr/>
              <p:nvPr/>
            </p:nvGrpSpPr>
            <p:grpSpPr>
              <a:xfrm>
                <a:off x="8213995" y="1704698"/>
                <a:ext cx="841500" cy="722700"/>
                <a:chOff x="7669392" y="1677488"/>
                <a:chExt cx="841500" cy="722700"/>
              </a:xfrm>
            </p:grpSpPr>
            <p:sp>
              <p:nvSpPr>
                <p:cNvPr id="169" name="Google Shape;169;g3d7936b2ea4_3_0"/>
                <p:cNvSpPr/>
                <p:nvPr/>
              </p:nvSpPr>
              <p:spPr>
                <a:xfrm>
                  <a:off x="7717564" y="1702157"/>
                  <a:ext cx="234000" cy="23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" name="Google Shape;170;g3d7936b2ea4_3_0"/>
                <p:cNvSpPr/>
                <p:nvPr/>
              </p:nvSpPr>
              <p:spPr>
                <a:xfrm>
                  <a:off x="7669392" y="1677488"/>
                  <a:ext cx="841500" cy="7227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6800" rIns="90000" bIns="468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71" name="Google Shape;171;g3d7936b2ea4_3_0"/>
            <p:cNvGrpSpPr/>
            <p:nvPr/>
          </p:nvGrpSpPr>
          <p:grpSpPr>
            <a:xfrm>
              <a:off x="5980666" y="2294131"/>
              <a:ext cx="624730" cy="536532"/>
              <a:chOff x="2544022" y="5169026"/>
              <a:chExt cx="841500" cy="722700"/>
            </a:xfrm>
          </p:grpSpPr>
          <p:grpSp>
            <p:nvGrpSpPr>
              <p:cNvPr id="172" name="Google Shape;172;g3d7936b2ea4_3_0"/>
              <p:cNvGrpSpPr/>
              <p:nvPr/>
            </p:nvGrpSpPr>
            <p:grpSpPr>
              <a:xfrm>
                <a:off x="2544022" y="5169026"/>
                <a:ext cx="841500" cy="722700"/>
                <a:chOff x="7669392" y="1677488"/>
                <a:chExt cx="841500" cy="722700"/>
              </a:xfrm>
            </p:grpSpPr>
            <p:sp>
              <p:nvSpPr>
                <p:cNvPr id="173" name="Google Shape;173;g3d7936b2ea4_3_0"/>
                <p:cNvSpPr/>
                <p:nvPr/>
              </p:nvSpPr>
              <p:spPr>
                <a:xfrm>
                  <a:off x="7717564" y="1702157"/>
                  <a:ext cx="234000" cy="23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g3d7936b2ea4_3_0"/>
                <p:cNvSpPr/>
                <p:nvPr/>
              </p:nvSpPr>
              <p:spPr>
                <a:xfrm>
                  <a:off x="7669392" y="1677488"/>
                  <a:ext cx="841500" cy="7227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6800" rIns="90000" bIns="468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175" name="Google Shape;175;g3d7936b2ea4_3_0"/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2662323" y="5473824"/>
                <a:ext cx="670692" cy="3366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6" name="Google Shape;176;g3d7936b2ea4_3_0"/>
            <p:cNvGrpSpPr/>
            <p:nvPr/>
          </p:nvGrpSpPr>
          <p:grpSpPr>
            <a:xfrm>
              <a:off x="7482473" y="2289436"/>
              <a:ext cx="624730" cy="536532"/>
              <a:chOff x="5442319" y="5394556"/>
              <a:chExt cx="841500" cy="722700"/>
            </a:xfrm>
          </p:grpSpPr>
          <p:grpSp>
            <p:nvGrpSpPr>
              <p:cNvPr id="177" name="Google Shape;177;g3d7936b2ea4_3_0"/>
              <p:cNvGrpSpPr/>
              <p:nvPr/>
            </p:nvGrpSpPr>
            <p:grpSpPr>
              <a:xfrm>
                <a:off x="5442319" y="5394556"/>
                <a:ext cx="841500" cy="722700"/>
                <a:chOff x="7669392" y="1677488"/>
                <a:chExt cx="841500" cy="722700"/>
              </a:xfrm>
            </p:grpSpPr>
            <p:sp>
              <p:nvSpPr>
                <p:cNvPr id="178" name="Google Shape;178;g3d7936b2ea4_3_0"/>
                <p:cNvSpPr/>
                <p:nvPr/>
              </p:nvSpPr>
              <p:spPr>
                <a:xfrm>
                  <a:off x="7717564" y="1702157"/>
                  <a:ext cx="234000" cy="23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" name="Google Shape;179;g3d7936b2ea4_3_0"/>
                <p:cNvSpPr/>
                <p:nvPr/>
              </p:nvSpPr>
              <p:spPr>
                <a:xfrm>
                  <a:off x="7669392" y="1677488"/>
                  <a:ext cx="841500" cy="7227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6800" rIns="90000" bIns="468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0" name="Google Shape;180;g3d7936b2ea4_3_0"/>
              <p:cNvGrpSpPr/>
              <p:nvPr/>
            </p:nvGrpSpPr>
            <p:grpSpPr>
              <a:xfrm>
                <a:off x="5442320" y="5491280"/>
                <a:ext cx="717300" cy="588001"/>
                <a:chOff x="4261580" y="5501025"/>
                <a:chExt cx="717300" cy="588001"/>
              </a:xfrm>
            </p:grpSpPr>
            <p:sp>
              <p:nvSpPr>
                <p:cNvPr id="181" name="Google Shape;181;g3d7936b2ea4_3_0"/>
                <p:cNvSpPr/>
                <p:nvPr/>
              </p:nvSpPr>
              <p:spPr>
                <a:xfrm>
                  <a:off x="4552963" y="5501025"/>
                  <a:ext cx="214200" cy="36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" name="Google Shape;182;g3d7936b2ea4_3_0"/>
                <p:cNvSpPr txBox="1"/>
                <p:nvPr/>
              </p:nvSpPr>
              <p:spPr>
                <a:xfrm>
                  <a:off x="4261580" y="5861026"/>
                  <a:ext cx="717300" cy="22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ja-JP" sz="1100" b="1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Impala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cxnSp>
        <p:nvCxnSpPr>
          <p:cNvPr id="183" name="Google Shape;183;g3d7936b2ea4_3_0"/>
          <p:cNvCxnSpPr>
            <a:stCxn id="118" idx="3"/>
            <a:endCxn id="170" idx="0"/>
          </p:cNvCxnSpPr>
          <p:nvPr/>
        </p:nvCxnSpPr>
        <p:spPr>
          <a:xfrm rot="-5400000" flipH="1">
            <a:off x="6010155" y="976636"/>
            <a:ext cx="1332000" cy="1487400"/>
          </a:xfrm>
          <a:prstGeom prst="bentConnector3">
            <a:avLst>
              <a:gd name="adj1" fmla="val 50002"/>
            </a:avLst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84" name="Google Shape;184;g3d7936b2ea4_3_0"/>
          <p:cNvCxnSpPr>
            <a:stCxn id="123" idx="71"/>
            <a:endCxn id="174" idx="1"/>
          </p:cNvCxnSpPr>
          <p:nvPr/>
        </p:nvCxnSpPr>
        <p:spPr>
          <a:xfrm>
            <a:off x="4810011" y="2385580"/>
            <a:ext cx="1539600" cy="2757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185" name="Google Shape;185;g3d7936b2ea4_3_0"/>
          <p:cNvGrpSpPr/>
          <p:nvPr/>
        </p:nvGrpSpPr>
        <p:grpSpPr>
          <a:xfrm>
            <a:off x="2439121" y="1875379"/>
            <a:ext cx="882600" cy="815635"/>
            <a:chOff x="3067329" y="3015927"/>
            <a:chExt cx="882600" cy="815635"/>
          </a:xfrm>
        </p:grpSpPr>
        <p:sp>
          <p:nvSpPr>
            <p:cNvPr id="186" name="Google Shape;186;g3d7936b2ea4_3_0"/>
            <p:cNvSpPr/>
            <p:nvPr/>
          </p:nvSpPr>
          <p:spPr>
            <a:xfrm>
              <a:off x="3067329" y="3047062"/>
              <a:ext cx="882600" cy="784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-JP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　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7" name="Google Shape;187;g3d7936b2ea4_3_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354150" y="3105298"/>
              <a:ext cx="436151" cy="827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g3d7936b2ea4_3_0"/>
            <p:cNvSpPr/>
            <p:nvPr/>
          </p:nvSpPr>
          <p:spPr>
            <a:xfrm>
              <a:off x="3095186" y="3269360"/>
              <a:ext cx="826856" cy="513076"/>
            </a:xfrm>
            <a:prstGeom prst="flowChartMagneticDisk">
              <a:avLst/>
            </a:prstGeom>
            <a:solidFill>
              <a:schemeClr val="accent4"/>
            </a:solidFill>
            <a:ln w="12700" cap="flat" cmpd="sng">
              <a:solidFill>
                <a:srgbClr val="6B51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11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ai21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11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レプリカ</a:t>
              </a:r>
              <a:endPara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8" name="Google Shape;188;g3d7936b2ea4_3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16010" y="3015927"/>
              <a:ext cx="225070" cy="22507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89" name="Google Shape;189;g3d7936b2ea4_3_0"/>
          <p:cNvCxnSpPr>
            <a:stCxn id="159" idx="4"/>
            <a:endCxn id="129" idx="15"/>
          </p:cNvCxnSpPr>
          <p:nvPr/>
        </p:nvCxnSpPr>
        <p:spPr>
          <a:xfrm>
            <a:off x="3293834" y="2385350"/>
            <a:ext cx="932700" cy="57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190" name="Google Shape;190;g3d7936b2ea4_3_0"/>
          <p:cNvGrpSpPr/>
          <p:nvPr/>
        </p:nvGrpSpPr>
        <p:grpSpPr>
          <a:xfrm>
            <a:off x="173594" y="2945082"/>
            <a:ext cx="882600" cy="784500"/>
            <a:chOff x="3067329" y="3047062"/>
            <a:chExt cx="882600" cy="784500"/>
          </a:xfrm>
        </p:grpSpPr>
        <p:sp>
          <p:nvSpPr>
            <p:cNvPr id="191" name="Google Shape;191;g3d7936b2ea4_3_0"/>
            <p:cNvSpPr/>
            <p:nvPr/>
          </p:nvSpPr>
          <p:spPr>
            <a:xfrm>
              <a:off x="3067329" y="3047062"/>
              <a:ext cx="882600" cy="784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-JP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　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2" name="Google Shape;192;g3d7936b2ea4_3_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458034" y="3186582"/>
              <a:ext cx="436151" cy="827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g3d7936b2ea4_3_0"/>
            <p:cNvSpPr/>
            <p:nvPr/>
          </p:nvSpPr>
          <p:spPr>
            <a:xfrm>
              <a:off x="3247931" y="3361332"/>
              <a:ext cx="526599" cy="430261"/>
            </a:xfrm>
            <a:prstGeom prst="flowChartMagneticDisk">
              <a:avLst/>
            </a:prstGeom>
            <a:solidFill>
              <a:schemeClr val="accent4"/>
            </a:solidFill>
            <a:ln w="12700" cap="flat" cmpd="sng">
              <a:solidFill>
                <a:srgbClr val="6B51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11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Neo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4" name="Google Shape;194;g3d7936b2ea4_3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77251" y="3110786"/>
              <a:ext cx="225070" cy="22507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95" name="Google Shape;195;g3d7936b2ea4_3_0"/>
          <p:cNvCxnSpPr>
            <a:stCxn id="193" idx="4"/>
            <a:endCxn id="196" idx="16"/>
          </p:cNvCxnSpPr>
          <p:nvPr/>
        </p:nvCxnSpPr>
        <p:spPr>
          <a:xfrm rot="10800000" flipH="1">
            <a:off x="880795" y="3473882"/>
            <a:ext cx="513900" cy="6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197" name="Google Shape;197;g3d7936b2ea4_3_0"/>
          <p:cNvGrpSpPr/>
          <p:nvPr/>
        </p:nvGrpSpPr>
        <p:grpSpPr>
          <a:xfrm>
            <a:off x="2454567" y="3008680"/>
            <a:ext cx="882600" cy="815635"/>
            <a:chOff x="3067329" y="3015927"/>
            <a:chExt cx="882600" cy="815635"/>
          </a:xfrm>
        </p:grpSpPr>
        <p:sp>
          <p:nvSpPr>
            <p:cNvPr id="198" name="Google Shape;198;g3d7936b2ea4_3_0"/>
            <p:cNvSpPr/>
            <p:nvPr/>
          </p:nvSpPr>
          <p:spPr>
            <a:xfrm>
              <a:off x="3067329" y="3047062"/>
              <a:ext cx="882600" cy="784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-JP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　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9" name="Google Shape;199;g3d7936b2ea4_3_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354150" y="3105298"/>
              <a:ext cx="436151" cy="827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g3d7936b2ea4_3_0"/>
            <p:cNvSpPr/>
            <p:nvPr/>
          </p:nvSpPr>
          <p:spPr>
            <a:xfrm>
              <a:off x="3095186" y="3269360"/>
              <a:ext cx="826856" cy="513076"/>
            </a:xfrm>
            <a:prstGeom prst="flowChartMagneticDisk">
              <a:avLst/>
            </a:prstGeom>
            <a:solidFill>
              <a:schemeClr val="accent4"/>
            </a:solidFill>
            <a:ln w="12700" cap="flat" cmpd="sng">
              <a:solidFill>
                <a:srgbClr val="6B51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11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Neo</a:t>
              </a:r>
              <a:endPara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11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レプリカ</a:t>
              </a:r>
              <a:endPara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1" name="Google Shape;201;g3d7936b2ea4_3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16010" y="3015927"/>
              <a:ext cx="225070" cy="22507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02" name="Google Shape;202;g3d7936b2ea4_3_0"/>
          <p:cNvCxnSpPr>
            <a:stCxn id="200" idx="4"/>
            <a:endCxn id="203" idx="117"/>
          </p:cNvCxnSpPr>
          <p:nvPr/>
        </p:nvCxnSpPr>
        <p:spPr>
          <a:xfrm rot="10800000" flipH="1">
            <a:off x="3309280" y="3509051"/>
            <a:ext cx="874500" cy="96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04" name="Google Shape;204;g3d7936b2ea4_3_0"/>
          <p:cNvCxnSpPr>
            <a:stCxn id="205" idx="11"/>
            <a:endCxn id="200" idx="2"/>
          </p:cNvCxnSpPr>
          <p:nvPr/>
        </p:nvCxnSpPr>
        <p:spPr>
          <a:xfrm>
            <a:off x="1911524" y="3518651"/>
            <a:ext cx="570900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206" name="Google Shape;206;g3d7936b2ea4_3_0"/>
          <p:cNvGrpSpPr/>
          <p:nvPr/>
        </p:nvGrpSpPr>
        <p:grpSpPr>
          <a:xfrm>
            <a:off x="1126833" y="3145086"/>
            <a:ext cx="1058397" cy="888260"/>
            <a:chOff x="4594311" y="3132650"/>
            <a:chExt cx="1333665" cy="1119280"/>
          </a:xfrm>
        </p:grpSpPr>
        <p:grpSp>
          <p:nvGrpSpPr>
            <p:cNvPr id="207" name="Google Shape;207;g3d7936b2ea4_3_0"/>
            <p:cNvGrpSpPr/>
            <p:nvPr/>
          </p:nvGrpSpPr>
          <p:grpSpPr>
            <a:xfrm>
              <a:off x="4594311" y="3132650"/>
              <a:ext cx="1333665" cy="1119280"/>
              <a:chOff x="1783513" y="4668226"/>
              <a:chExt cx="1001100" cy="679587"/>
            </a:xfrm>
          </p:grpSpPr>
          <p:grpSp>
            <p:nvGrpSpPr>
              <p:cNvPr id="208" name="Google Shape;208;g3d7936b2ea4_3_0"/>
              <p:cNvGrpSpPr/>
              <p:nvPr/>
            </p:nvGrpSpPr>
            <p:grpSpPr>
              <a:xfrm>
                <a:off x="2024513" y="4668226"/>
                <a:ext cx="513347" cy="390715"/>
                <a:chOff x="2024513" y="4668226"/>
                <a:chExt cx="513347" cy="390715"/>
              </a:xfrm>
            </p:grpSpPr>
            <p:grpSp>
              <p:nvGrpSpPr>
                <p:cNvPr id="209" name="Google Shape;209;g3d7936b2ea4_3_0"/>
                <p:cNvGrpSpPr/>
                <p:nvPr/>
              </p:nvGrpSpPr>
              <p:grpSpPr>
                <a:xfrm>
                  <a:off x="2024513" y="4668226"/>
                  <a:ext cx="513347" cy="390715"/>
                  <a:chOff x="2024513" y="4668226"/>
                  <a:chExt cx="513347" cy="390715"/>
                </a:xfrm>
              </p:grpSpPr>
              <p:sp>
                <p:nvSpPr>
                  <p:cNvPr id="210" name="Google Shape;210;g3d7936b2ea4_3_0"/>
                  <p:cNvSpPr/>
                  <p:nvPr/>
                </p:nvSpPr>
                <p:spPr>
                  <a:xfrm>
                    <a:off x="2030622" y="4674335"/>
                    <a:ext cx="499904" cy="379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904" h="379723" extrusionOk="0">
                        <a:moveTo>
                          <a:pt x="495015" y="378504"/>
                        </a:moveTo>
                        <a:cubicBezTo>
                          <a:pt x="481571" y="378504"/>
                          <a:pt x="475456" y="373621"/>
                          <a:pt x="470566" y="369957"/>
                        </a:cubicBezTo>
                        <a:cubicBezTo>
                          <a:pt x="466902" y="367512"/>
                          <a:pt x="465683" y="366293"/>
                          <a:pt x="463238" y="366293"/>
                        </a:cubicBezTo>
                        <a:cubicBezTo>
                          <a:pt x="460793" y="366293"/>
                          <a:pt x="458349" y="367512"/>
                          <a:pt x="455904" y="369957"/>
                        </a:cubicBezTo>
                        <a:cubicBezTo>
                          <a:pt x="451014" y="373621"/>
                          <a:pt x="443680" y="378504"/>
                          <a:pt x="431456" y="378504"/>
                        </a:cubicBezTo>
                        <a:cubicBezTo>
                          <a:pt x="418012" y="378504"/>
                          <a:pt x="411904" y="373621"/>
                          <a:pt x="407014" y="369957"/>
                        </a:cubicBezTo>
                        <a:cubicBezTo>
                          <a:pt x="403343" y="367512"/>
                          <a:pt x="402124" y="366293"/>
                          <a:pt x="399680" y="366293"/>
                        </a:cubicBezTo>
                        <a:cubicBezTo>
                          <a:pt x="397235" y="366293"/>
                          <a:pt x="394790" y="367512"/>
                          <a:pt x="392345" y="369957"/>
                        </a:cubicBezTo>
                        <a:cubicBezTo>
                          <a:pt x="387455" y="373621"/>
                          <a:pt x="380121" y="378504"/>
                          <a:pt x="367897" y="378504"/>
                        </a:cubicBezTo>
                        <a:cubicBezTo>
                          <a:pt x="354454" y="378504"/>
                          <a:pt x="348345" y="373621"/>
                          <a:pt x="343455" y="369957"/>
                        </a:cubicBezTo>
                        <a:cubicBezTo>
                          <a:pt x="339791" y="367512"/>
                          <a:pt x="338565" y="366293"/>
                          <a:pt x="336121" y="366293"/>
                        </a:cubicBezTo>
                        <a:cubicBezTo>
                          <a:pt x="332457" y="366293"/>
                          <a:pt x="331231" y="367512"/>
                          <a:pt x="328786" y="369957"/>
                        </a:cubicBezTo>
                        <a:cubicBezTo>
                          <a:pt x="323897" y="373621"/>
                          <a:pt x="316562" y="378504"/>
                          <a:pt x="304345" y="378504"/>
                        </a:cubicBezTo>
                        <a:cubicBezTo>
                          <a:pt x="290895" y="378504"/>
                          <a:pt x="284786" y="373621"/>
                          <a:pt x="279896" y="369957"/>
                        </a:cubicBezTo>
                        <a:cubicBezTo>
                          <a:pt x="276232" y="367512"/>
                          <a:pt x="275007" y="366293"/>
                          <a:pt x="272562" y="366293"/>
                        </a:cubicBezTo>
                        <a:cubicBezTo>
                          <a:pt x="268898" y="366293"/>
                          <a:pt x="267672" y="367512"/>
                          <a:pt x="265227" y="369957"/>
                        </a:cubicBezTo>
                        <a:cubicBezTo>
                          <a:pt x="260344" y="373621"/>
                          <a:pt x="253010" y="378504"/>
                          <a:pt x="240786" y="378504"/>
                        </a:cubicBezTo>
                        <a:cubicBezTo>
                          <a:pt x="227342" y="378504"/>
                          <a:pt x="221227" y="373621"/>
                          <a:pt x="216337" y="369957"/>
                        </a:cubicBezTo>
                        <a:cubicBezTo>
                          <a:pt x="212673" y="367512"/>
                          <a:pt x="211454" y="366293"/>
                          <a:pt x="209009" y="366293"/>
                        </a:cubicBezTo>
                        <a:cubicBezTo>
                          <a:pt x="205339" y="366293"/>
                          <a:pt x="204120" y="367512"/>
                          <a:pt x="201675" y="369957"/>
                        </a:cubicBezTo>
                        <a:cubicBezTo>
                          <a:pt x="196785" y="373621"/>
                          <a:pt x="189451" y="378504"/>
                          <a:pt x="177227" y="378504"/>
                        </a:cubicBezTo>
                        <a:cubicBezTo>
                          <a:pt x="163784" y="378504"/>
                          <a:pt x="157675" y="373621"/>
                          <a:pt x="152785" y="369957"/>
                        </a:cubicBezTo>
                        <a:cubicBezTo>
                          <a:pt x="149115" y="367512"/>
                          <a:pt x="147895" y="366293"/>
                          <a:pt x="145451" y="366293"/>
                        </a:cubicBezTo>
                        <a:cubicBezTo>
                          <a:pt x="143006" y="366293"/>
                          <a:pt x="140561" y="367512"/>
                          <a:pt x="138116" y="369957"/>
                        </a:cubicBezTo>
                        <a:cubicBezTo>
                          <a:pt x="133226" y="373621"/>
                          <a:pt x="125892" y="378504"/>
                          <a:pt x="113668" y="378504"/>
                        </a:cubicBezTo>
                        <a:cubicBezTo>
                          <a:pt x="100225" y="378504"/>
                          <a:pt x="94116" y="373621"/>
                          <a:pt x="89226" y="369957"/>
                        </a:cubicBezTo>
                        <a:cubicBezTo>
                          <a:pt x="85556" y="367512"/>
                          <a:pt x="84337" y="366293"/>
                          <a:pt x="81892" y="366293"/>
                        </a:cubicBezTo>
                        <a:cubicBezTo>
                          <a:pt x="79447" y="366293"/>
                          <a:pt x="67223" y="366293"/>
                          <a:pt x="63559" y="369957"/>
                        </a:cubicBezTo>
                        <a:cubicBezTo>
                          <a:pt x="58669" y="373621"/>
                          <a:pt x="51335" y="378504"/>
                          <a:pt x="39111" y="378504"/>
                        </a:cubicBezTo>
                        <a:cubicBezTo>
                          <a:pt x="25667" y="378504"/>
                          <a:pt x="19559" y="373621"/>
                          <a:pt x="14669" y="369957"/>
                        </a:cubicBezTo>
                        <a:cubicBezTo>
                          <a:pt x="10998" y="367512"/>
                          <a:pt x="9779" y="366293"/>
                          <a:pt x="7334" y="366293"/>
                        </a:cubicBezTo>
                        <a:lnTo>
                          <a:pt x="0" y="366293"/>
                        </a:lnTo>
                        <a:lnTo>
                          <a:pt x="0" y="305243"/>
                        </a:lnTo>
                        <a:lnTo>
                          <a:pt x="6115" y="305243"/>
                        </a:lnTo>
                        <a:cubicBezTo>
                          <a:pt x="19559" y="305243"/>
                          <a:pt x="25667" y="310126"/>
                          <a:pt x="30557" y="313790"/>
                        </a:cubicBezTo>
                        <a:cubicBezTo>
                          <a:pt x="34221" y="316235"/>
                          <a:pt x="35447" y="317454"/>
                          <a:pt x="37891" y="317454"/>
                        </a:cubicBezTo>
                        <a:cubicBezTo>
                          <a:pt x="41556" y="317454"/>
                          <a:pt x="42781" y="316235"/>
                          <a:pt x="45226" y="313790"/>
                        </a:cubicBezTo>
                        <a:cubicBezTo>
                          <a:pt x="50116" y="310126"/>
                          <a:pt x="57450" y="305243"/>
                          <a:pt x="69668" y="305243"/>
                        </a:cubicBezTo>
                        <a:cubicBezTo>
                          <a:pt x="83117" y="305243"/>
                          <a:pt x="89226" y="310126"/>
                          <a:pt x="94116" y="313790"/>
                        </a:cubicBezTo>
                        <a:cubicBezTo>
                          <a:pt x="97780" y="316235"/>
                          <a:pt x="99006" y="317454"/>
                          <a:pt x="101450" y="317454"/>
                        </a:cubicBezTo>
                        <a:cubicBezTo>
                          <a:pt x="103895" y="317454"/>
                          <a:pt x="106340" y="316235"/>
                          <a:pt x="108785" y="313790"/>
                        </a:cubicBezTo>
                        <a:cubicBezTo>
                          <a:pt x="110004" y="312571"/>
                          <a:pt x="111223" y="311352"/>
                          <a:pt x="113668" y="310126"/>
                        </a:cubicBezTo>
                        <a:lnTo>
                          <a:pt x="113668" y="284484"/>
                        </a:lnTo>
                        <a:lnTo>
                          <a:pt x="0" y="284484"/>
                        </a:lnTo>
                        <a:lnTo>
                          <a:pt x="0" y="223441"/>
                        </a:lnTo>
                        <a:lnTo>
                          <a:pt x="15888" y="223441"/>
                        </a:lnTo>
                        <a:cubicBezTo>
                          <a:pt x="94116" y="223441"/>
                          <a:pt x="113668" y="136749"/>
                          <a:pt x="116113" y="112327"/>
                        </a:cubicBezTo>
                        <a:lnTo>
                          <a:pt x="116113" y="95232"/>
                        </a:lnTo>
                        <a:lnTo>
                          <a:pt x="122228" y="95232"/>
                        </a:lnTo>
                        <a:lnTo>
                          <a:pt x="144225" y="95232"/>
                        </a:lnTo>
                        <a:lnTo>
                          <a:pt x="144225" y="109888"/>
                        </a:lnTo>
                        <a:cubicBezTo>
                          <a:pt x="144225" y="126983"/>
                          <a:pt x="149115" y="155063"/>
                          <a:pt x="165003" y="178260"/>
                        </a:cubicBezTo>
                        <a:cubicBezTo>
                          <a:pt x="184561" y="207566"/>
                          <a:pt x="213893" y="222215"/>
                          <a:pt x="251784" y="222215"/>
                        </a:cubicBezTo>
                        <a:cubicBezTo>
                          <a:pt x="289676" y="222215"/>
                          <a:pt x="319007" y="206346"/>
                          <a:pt x="337346" y="177041"/>
                        </a:cubicBezTo>
                        <a:cubicBezTo>
                          <a:pt x="341010" y="170938"/>
                          <a:pt x="344674" y="164830"/>
                          <a:pt x="347119" y="157508"/>
                        </a:cubicBezTo>
                        <a:lnTo>
                          <a:pt x="155230" y="157508"/>
                        </a:lnTo>
                        <a:lnTo>
                          <a:pt x="156449" y="142852"/>
                        </a:lnTo>
                        <a:cubicBezTo>
                          <a:pt x="158894" y="115991"/>
                          <a:pt x="173563" y="92794"/>
                          <a:pt x="195560" y="81802"/>
                        </a:cubicBezTo>
                        <a:cubicBezTo>
                          <a:pt x="199230" y="79363"/>
                          <a:pt x="201675" y="75699"/>
                          <a:pt x="201675" y="72036"/>
                        </a:cubicBezTo>
                        <a:cubicBezTo>
                          <a:pt x="205339" y="53722"/>
                          <a:pt x="217563" y="37847"/>
                          <a:pt x="234677" y="30525"/>
                        </a:cubicBezTo>
                        <a:cubicBezTo>
                          <a:pt x="242005" y="26861"/>
                          <a:pt x="250565" y="25642"/>
                          <a:pt x="257899" y="25642"/>
                        </a:cubicBezTo>
                        <a:cubicBezTo>
                          <a:pt x="259119" y="25642"/>
                          <a:pt x="261563" y="25642"/>
                          <a:pt x="262789" y="25642"/>
                        </a:cubicBezTo>
                        <a:lnTo>
                          <a:pt x="264008" y="25642"/>
                        </a:lnTo>
                        <a:cubicBezTo>
                          <a:pt x="267672" y="25642"/>
                          <a:pt x="270117" y="24416"/>
                          <a:pt x="272562" y="21978"/>
                        </a:cubicBezTo>
                        <a:cubicBezTo>
                          <a:pt x="286011" y="7322"/>
                          <a:pt x="304345" y="0"/>
                          <a:pt x="323897" y="0"/>
                        </a:cubicBezTo>
                        <a:cubicBezTo>
                          <a:pt x="350789" y="0"/>
                          <a:pt x="374012" y="14650"/>
                          <a:pt x="386236" y="39072"/>
                        </a:cubicBezTo>
                        <a:cubicBezTo>
                          <a:pt x="387455" y="42730"/>
                          <a:pt x="391126" y="45174"/>
                          <a:pt x="394790" y="45174"/>
                        </a:cubicBezTo>
                        <a:cubicBezTo>
                          <a:pt x="403343" y="46394"/>
                          <a:pt x="410678" y="50058"/>
                          <a:pt x="416793" y="54941"/>
                        </a:cubicBezTo>
                        <a:cubicBezTo>
                          <a:pt x="448569" y="74480"/>
                          <a:pt x="459568" y="115991"/>
                          <a:pt x="441235" y="148961"/>
                        </a:cubicBezTo>
                        <a:lnTo>
                          <a:pt x="437571" y="157508"/>
                        </a:lnTo>
                        <a:lnTo>
                          <a:pt x="397235" y="157508"/>
                        </a:lnTo>
                        <a:cubicBezTo>
                          <a:pt x="408233" y="183143"/>
                          <a:pt x="432681" y="224660"/>
                          <a:pt x="485235" y="224660"/>
                        </a:cubicBezTo>
                        <a:lnTo>
                          <a:pt x="499904" y="224660"/>
                        </a:lnTo>
                        <a:lnTo>
                          <a:pt x="499904" y="285710"/>
                        </a:lnTo>
                        <a:lnTo>
                          <a:pt x="386236" y="285710"/>
                        </a:lnTo>
                        <a:lnTo>
                          <a:pt x="386236" y="307688"/>
                        </a:lnTo>
                        <a:cubicBezTo>
                          <a:pt x="389900" y="306462"/>
                          <a:pt x="392345" y="306462"/>
                          <a:pt x="396009" y="306462"/>
                        </a:cubicBezTo>
                        <a:cubicBezTo>
                          <a:pt x="409459" y="306462"/>
                          <a:pt x="415568" y="311352"/>
                          <a:pt x="420457" y="315009"/>
                        </a:cubicBezTo>
                        <a:cubicBezTo>
                          <a:pt x="424121" y="317454"/>
                          <a:pt x="425347" y="318673"/>
                          <a:pt x="427792" y="318673"/>
                        </a:cubicBezTo>
                        <a:cubicBezTo>
                          <a:pt x="431456" y="318673"/>
                          <a:pt x="432681" y="317454"/>
                          <a:pt x="435126" y="315009"/>
                        </a:cubicBezTo>
                        <a:cubicBezTo>
                          <a:pt x="440016" y="311352"/>
                          <a:pt x="447344" y="306462"/>
                          <a:pt x="459568" y="306462"/>
                        </a:cubicBezTo>
                        <a:cubicBezTo>
                          <a:pt x="473011" y="306462"/>
                          <a:pt x="479126" y="311352"/>
                          <a:pt x="484016" y="315009"/>
                        </a:cubicBezTo>
                        <a:cubicBezTo>
                          <a:pt x="487680" y="317454"/>
                          <a:pt x="488906" y="318673"/>
                          <a:pt x="491350" y="318673"/>
                        </a:cubicBezTo>
                        <a:lnTo>
                          <a:pt x="497459" y="318673"/>
                        </a:lnTo>
                        <a:lnTo>
                          <a:pt x="497459" y="379723"/>
                        </a:lnTo>
                        <a:lnTo>
                          <a:pt x="495015" y="379723"/>
                        </a:lnTo>
                        <a:lnTo>
                          <a:pt x="495015" y="37850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5" name="Google Shape;205;g3d7936b2ea4_3_0"/>
                  <p:cNvSpPr/>
                  <p:nvPr/>
                </p:nvSpPr>
                <p:spPr>
                  <a:xfrm>
                    <a:off x="2024513" y="4668226"/>
                    <a:ext cx="513347" cy="390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347" h="390715" extrusionOk="0">
                        <a:moveTo>
                          <a:pt x="331231" y="12211"/>
                        </a:moveTo>
                        <a:cubicBezTo>
                          <a:pt x="355679" y="12211"/>
                          <a:pt x="377676" y="25642"/>
                          <a:pt x="388675" y="47620"/>
                        </a:cubicBezTo>
                        <a:cubicBezTo>
                          <a:pt x="391119" y="52503"/>
                          <a:pt x="396009" y="56167"/>
                          <a:pt x="400899" y="57386"/>
                        </a:cubicBezTo>
                        <a:cubicBezTo>
                          <a:pt x="408233" y="58605"/>
                          <a:pt x="415568" y="62269"/>
                          <a:pt x="421676" y="65933"/>
                        </a:cubicBezTo>
                        <a:cubicBezTo>
                          <a:pt x="451014" y="84247"/>
                          <a:pt x="460793" y="122100"/>
                          <a:pt x="444899" y="152625"/>
                        </a:cubicBezTo>
                        <a:lnTo>
                          <a:pt x="442454" y="157508"/>
                        </a:lnTo>
                        <a:lnTo>
                          <a:pt x="397235" y="157508"/>
                        </a:lnTo>
                        <a:cubicBezTo>
                          <a:pt x="398454" y="159946"/>
                          <a:pt x="399680" y="162391"/>
                          <a:pt x="400899" y="166055"/>
                        </a:cubicBezTo>
                        <a:cubicBezTo>
                          <a:pt x="415568" y="200244"/>
                          <a:pt x="444899" y="236871"/>
                          <a:pt x="495015" y="236871"/>
                        </a:cubicBezTo>
                        <a:lnTo>
                          <a:pt x="501123" y="236871"/>
                        </a:lnTo>
                        <a:lnTo>
                          <a:pt x="501123" y="252747"/>
                        </a:lnTo>
                        <a:lnTo>
                          <a:pt x="501123" y="285710"/>
                        </a:lnTo>
                        <a:lnTo>
                          <a:pt x="387455" y="285710"/>
                        </a:lnTo>
                        <a:lnTo>
                          <a:pt x="387455" y="322337"/>
                        </a:lnTo>
                        <a:cubicBezTo>
                          <a:pt x="391119" y="319899"/>
                          <a:pt x="396009" y="317454"/>
                          <a:pt x="403343" y="317454"/>
                        </a:cubicBezTo>
                        <a:cubicBezTo>
                          <a:pt x="414342" y="317454"/>
                          <a:pt x="420457" y="322337"/>
                          <a:pt x="424121" y="324782"/>
                        </a:cubicBezTo>
                        <a:cubicBezTo>
                          <a:pt x="427792" y="327227"/>
                          <a:pt x="430236" y="329665"/>
                          <a:pt x="435126" y="329665"/>
                        </a:cubicBezTo>
                        <a:cubicBezTo>
                          <a:pt x="440009" y="329665"/>
                          <a:pt x="442454" y="328446"/>
                          <a:pt x="446124" y="324782"/>
                        </a:cubicBezTo>
                        <a:cubicBezTo>
                          <a:pt x="451014" y="321118"/>
                          <a:pt x="455904" y="317454"/>
                          <a:pt x="466902" y="317454"/>
                        </a:cubicBezTo>
                        <a:cubicBezTo>
                          <a:pt x="477901" y="317454"/>
                          <a:pt x="484016" y="322337"/>
                          <a:pt x="487680" y="324782"/>
                        </a:cubicBezTo>
                        <a:cubicBezTo>
                          <a:pt x="491344" y="327227"/>
                          <a:pt x="493789" y="329665"/>
                          <a:pt x="498678" y="329665"/>
                        </a:cubicBezTo>
                        <a:lnTo>
                          <a:pt x="498678" y="341877"/>
                        </a:lnTo>
                        <a:lnTo>
                          <a:pt x="498678" y="346760"/>
                        </a:lnTo>
                        <a:lnTo>
                          <a:pt x="498678" y="378504"/>
                        </a:lnTo>
                        <a:cubicBezTo>
                          <a:pt x="487680" y="378504"/>
                          <a:pt x="481571" y="373621"/>
                          <a:pt x="477901" y="371182"/>
                        </a:cubicBezTo>
                        <a:cubicBezTo>
                          <a:pt x="476682" y="367519"/>
                          <a:pt x="474237" y="366293"/>
                          <a:pt x="468121" y="366293"/>
                        </a:cubicBezTo>
                        <a:cubicBezTo>
                          <a:pt x="463232" y="366293"/>
                          <a:pt x="460793" y="367519"/>
                          <a:pt x="457123" y="371182"/>
                        </a:cubicBezTo>
                        <a:cubicBezTo>
                          <a:pt x="452233" y="373621"/>
                          <a:pt x="446124" y="378504"/>
                          <a:pt x="436345" y="378504"/>
                        </a:cubicBezTo>
                        <a:cubicBezTo>
                          <a:pt x="425347" y="378504"/>
                          <a:pt x="419232" y="373621"/>
                          <a:pt x="415568" y="371182"/>
                        </a:cubicBezTo>
                        <a:cubicBezTo>
                          <a:pt x="410678" y="367519"/>
                          <a:pt x="408233" y="366293"/>
                          <a:pt x="403343" y="366293"/>
                        </a:cubicBezTo>
                        <a:cubicBezTo>
                          <a:pt x="398454" y="366293"/>
                          <a:pt x="396009" y="367519"/>
                          <a:pt x="392345" y="371182"/>
                        </a:cubicBezTo>
                        <a:cubicBezTo>
                          <a:pt x="387455" y="374840"/>
                          <a:pt x="382566" y="378504"/>
                          <a:pt x="371567" y="378504"/>
                        </a:cubicBezTo>
                        <a:cubicBezTo>
                          <a:pt x="360562" y="378504"/>
                          <a:pt x="354454" y="373621"/>
                          <a:pt x="350789" y="371182"/>
                        </a:cubicBezTo>
                        <a:cubicBezTo>
                          <a:pt x="347119" y="368738"/>
                          <a:pt x="344674" y="366293"/>
                          <a:pt x="339785" y="366293"/>
                        </a:cubicBezTo>
                        <a:cubicBezTo>
                          <a:pt x="334895" y="366293"/>
                          <a:pt x="332457" y="367519"/>
                          <a:pt x="328786" y="371182"/>
                        </a:cubicBezTo>
                        <a:cubicBezTo>
                          <a:pt x="322677" y="373621"/>
                          <a:pt x="316562" y="378504"/>
                          <a:pt x="305564" y="378504"/>
                        </a:cubicBezTo>
                        <a:cubicBezTo>
                          <a:pt x="294565" y="378504"/>
                          <a:pt x="288450" y="373621"/>
                          <a:pt x="284786" y="371182"/>
                        </a:cubicBezTo>
                        <a:cubicBezTo>
                          <a:pt x="281122" y="367519"/>
                          <a:pt x="278677" y="366293"/>
                          <a:pt x="272562" y="366293"/>
                        </a:cubicBezTo>
                        <a:cubicBezTo>
                          <a:pt x="267672" y="366293"/>
                          <a:pt x="265227" y="367519"/>
                          <a:pt x="261563" y="371182"/>
                        </a:cubicBezTo>
                        <a:cubicBezTo>
                          <a:pt x="256674" y="373621"/>
                          <a:pt x="250565" y="378504"/>
                          <a:pt x="240786" y="378504"/>
                        </a:cubicBezTo>
                        <a:cubicBezTo>
                          <a:pt x="229787" y="378504"/>
                          <a:pt x="223672" y="373621"/>
                          <a:pt x="220008" y="371182"/>
                        </a:cubicBezTo>
                        <a:cubicBezTo>
                          <a:pt x="215118" y="367519"/>
                          <a:pt x="212673" y="366293"/>
                          <a:pt x="207784" y="366293"/>
                        </a:cubicBezTo>
                        <a:cubicBezTo>
                          <a:pt x="202894" y="366293"/>
                          <a:pt x="200449" y="367519"/>
                          <a:pt x="196785" y="371182"/>
                        </a:cubicBezTo>
                        <a:cubicBezTo>
                          <a:pt x="191896" y="374840"/>
                          <a:pt x="187006" y="378504"/>
                          <a:pt x="176007" y="378504"/>
                        </a:cubicBezTo>
                        <a:cubicBezTo>
                          <a:pt x="165003" y="378504"/>
                          <a:pt x="158894" y="373621"/>
                          <a:pt x="155223" y="371182"/>
                        </a:cubicBezTo>
                        <a:cubicBezTo>
                          <a:pt x="151559" y="368738"/>
                          <a:pt x="149115" y="366293"/>
                          <a:pt x="144225" y="366293"/>
                        </a:cubicBezTo>
                        <a:cubicBezTo>
                          <a:pt x="139335" y="366293"/>
                          <a:pt x="136891" y="367519"/>
                          <a:pt x="133226" y="371182"/>
                        </a:cubicBezTo>
                        <a:cubicBezTo>
                          <a:pt x="127118" y="373621"/>
                          <a:pt x="121002" y="378504"/>
                          <a:pt x="110004" y="378504"/>
                        </a:cubicBezTo>
                        <a:cubicBezTo>
                          <a:pt x="99005" y="378504"/>
                          <a:pt x="92890" y="373621"/>
                          <a:pt x="89226" y="371182"/>
                        </a:cubicBezTo>
                        <a:cubicBezTo>
                          <a:pt x="85556" y="367519"/>
                          <a:pt x="83111" y="366293"/>
                          <a:pt x="77002" y="366293"/>
                        </a:cubicBezTo>
                        <a:cubicBezTo>
                          <a:pt x="70893" y="366293"/>
                          <a:pt x="69668" y="367519"/>
                          <a:pt x="66004" y="371182"/>
                        </a:cubicBezTo>
                        <a:cubicBezTo>
                          <a:pt x="61114" y="373621"/>
                          <a:pt x="56224" y="378504"/>
                          <a:pt x="45226" y="378504"/>
                        </a:cubicBezTo>
                        <a:cubicBezTo>
                          <a:pt x="34221" y="378504"/>
                          <a:pt x="28112" y="373621"/>
                          <a:pt x="24448" y="371182"/>
                        </a:cubicBezTo>
                        <a:cubicBezTo>
                          <a:pt x="19559" y="367519"/>
                          <a:pt x="17114" y="366293"/>
                          <a:pt x="12224" y="366293"/>
                        </a:cubicBezTo>
                        <a:lnTo>
                          <a:pt x="12224" y="333330"/>
                        </a:lnTo>
                        <a:lnTo>
                          <a:pt x="12224" y="327227"/>
                        </a:lnTo>
                        <a:lnTo>
                          <a:pt x="12224" y="317454"/>
                        </a:lnTo>
                        <a:cubicBezTo>
                          <a:pt x="23222" y="317454"/>
                          <a:pt x="29331" y="322337"/>
                          <a:pt x="33002" y="324782"/>
                        </a:cubicBezTo>
                        <a:cubicBezTo>
                          <a:pt x="36666" y="328446"/>
                          <a:pt x="39111" y="329665"/>
                          <a:pt x="45226" y="329665"/>
                        </a:cubicBezTo>
                        <a:cubicBezTo>
                          <a:pt x="50116" y="329665"/>
                          <a:pt x="52554" y="328446"/>
                          <a:pt x="56224" y="324782"/>
                        </a:cubicBezTo>
                        <a:cubicBezTo>
                          <a:pt x="61114" y="322337"/>
                          <a:pt x="66004" y="317454"/>
                          <a:pt x="77002" y="317454"/>
                        </a:cubicBezTo>
                        <a:cubicBezTo>
                          <a:pt x="88001" y="317454"/>
                          <a:pt x="94116" y="322337"/>
                          <a:pt x="97780" y="324782"/>
                        </a:cubicBezTo>
                        <a:cubicBezTo>
                          <a:pt x="102669" y="328446"/>
                          <a:pt x="105114" y="329665"/>
                          <a:pt x="110004" y="329665"/>
                        </a:cubicBezTo>
                        <a:cubicBezTo>
                          <a:pt x="114894" y="329665"/>
                          <a:pt x="117338" y="328446"/>
                          <a:pt x="121002" y="324782"/>
                        </a:cubicBezTo>
                        <a:cubicBezTo>
                          <a:pt x="123447" y="323563"/>
                          <a:pt x="124673" y="321118"/>
                          <a:pt x="128337" y="319899"/>
                        </a:cubicBezTo>
                        <a:lnTo>
                          <a:pt x="128337" y="284491"/>
                        </a:lnTo>
                        <a:lnTo>
                          <a:pt x="12224" y="284491"/>
                        </a:lnTo>
                        <a:lnTo>
                          <a:pt x="12224" y="251521"/>
                        </a:lnTo>
                        <a:lnTo>
                          <a:pt x="12224" y="234427"/>
                        </a:lnTo>
                        <a:lnTo>
                          <a:pt x="22003" y="234427"/>
                        </a:lnTo>
                        <a:cubicBezTo>
                          <a:pt x="99005" y="234427"/>
                          <a:pt x="125892" y="151406"/>
                          <a:pt x="128337" y="118436"/>
                        </a:cubicBezTo>
                        <a:lnTo>
                          <a:pt x="128337" y="107450"/>
                        </a:lnTo>
                        <a:lnTo>
                          <a:pt x="144225" y="107450"/>
                        </a:lnTo>
                        <a:lnTo>
                          <a:pt x="144225" y="115991"/>
                        </a:lnTo>
                        <a:cubicBezTo>
                          <a:pt x="144225" y="134311"/>
                          <a:pt x="150340" y="163610"/>
                          <a:pt x="166228" y="188033"/>
                        </a:cubicBezTo>
                        <a:cubicBezTo>
                          <a:pt x="187006" y="218558"/>
                          <a:pt x="217563" y="234427"/>
                          <a:pt x="259119" y="234427"/>
                        </a:cubicBezTo>
                        <a:cubicBezTo>
                          <a:pt x="299455" y="234427"/>
                          <a:pt x="330012" y="218558"/>
                          <a:pt x="350789" y="185588"/>
                        </a:cubicBezTo>
                        <a:cubicBezTo>
                          <a:pt x="354454" y="179486"/>
                          <a:pt x="358124" y="172158"/>
                          <a:pt x="360562" y="166055"/>
                        </a:cubicBezTo>
                        <a:cubicBezTo>
                          <a:pt x="361788" y="163610"/>
                          <a:pt x="363007" y="161172"/>
                          <a:pt x="363007" y="157508"/>
                        </a:cubicBezTo>
                        <a:lnTo>
                          <a:pt x="350789" y="157508"/>
                        </a:lnTo>
                        <a:lnTo>
                          <a:pt x="314117" y="157508"/>
                        </a:lnTo>
                        <a:lnTo>
                          <a:pt x="281122" y="157508"/>
                        </a:lnTo>
                        <a:lnTo>
                          <a:pt x="202894" y="157508"/>
                        </a:lnTo>
                        <a:lnTo>
                          <a:pt x="167448" y="157508"/>
                        </a:lnTo>
                        <a:lnTo>
                          <a:pt x="167448" y="150180"/>
                        </a:lnTo>
                        <a:cubicBezTo>
                          <a:pt x="168673" y="126983"/>
                          <a:pt x="182116" y="105005"/>
                          <a:pt x="204120" y="94013"/>
                        </a:cubicBezTo>
                        <a:cubicBezTo>
                          <a:pt x="209003" y="91575"/>
                          <a:pt x="212673" y="86692"/>
                          <a:pt x="213893" y="81808"/>
                        </a:cubicBezTo>
                        <a:cubicBezTo>
                          <a:pt x="217563" y="63495"/>
                          <a:pt x="228561" y="48839"/>
                          <a:pt x="244450" y="42736"/>
                        </a:cubicBezTo>
                        <a:cubicBezTo>
                          <a:pt x="250565" y="40292"/>
                          <a:pt x="257893" y="37853"/>
                          <a:pt x="265227" y="37853"/>
                        </a:cubicBezTo>
                        <a:cubicBezTo>
                          <a:pt x="266453" y="37853"/>
                          <a:pt x="268898" y="37853"/>
                          <a:pt x="270117" y="37853"/>
                        </a:cubicBezTo>
                        <a:lnTo>
                          <a:pt x="271343" y="37853"/>
                        </a:lnTo>
                        <a:cubicBezTo>
                          <a:pt x="276232" y="37853"/>
                          <a:pt x="281122" y="35408"/>
                          <a:pt x="283560" y="32970"/>
                        </a:cubicBezTo>
                        <a:cubicBezTo>
                          <a:pt x="295784" y="19540"/>
                          <a:pt x="312898" y="12211"/>
                          <a:pt x="331231" y="12211"/>
                        </a:cubicBezTo>
                        <a:close/>
                        <a:moveTo>
                          <a:pt x="331231" y="0"/>
                        </a:moveTo>
                        <a:cubicBezTo>
                          <a:pt x="310453" y="0"/>
                          <a:pt x="289676" y="8547"/>
                          <a:pt x="275007" y="24423"/>
                        </a:cubicBezTo>
                        <a:cubicBezTo>
                          <a:pt x="273787" y="25642"/>
                          <a:pt x="272562" y="25642"/>
                          <a:pt x="271343" y="25642"/>
                        </a:cubicBezTo>
                        <a:lnTo>
                          <a:pt x="270117" y="25642"/>
                        </a:lnTo>
                        <a:cubicBezTo>
                          <a:pt x="267672" y="25642"/>
                          <a:pt x="266453" y="25642"/>
                          <a:pt x="264008" y="25642"/>
                        </a:cubicBezTo>
                        <a:cubicBezTo>
                          <a:pt x="255454" y="25642"/>
                          <a:pt x="246895" y="28080"/>
                          <a:pt x="238341" y="30525"/>
                        </a:cubicBezTo>
                        <a:cubicBezTo>
                          <a:pt x="218782" y="39072"/>
                          <a:pt x="205339" y="56167"/>
                          <a:pt x="201675" y="76925"/>
                        </a:cubicBezTo>
                        <a:cubicBezTo>
                          <a:pt x="201675" y="78145"/>
                          <a:pt x="200449" y="80583"/>
                          <a:pt x="198004" y="80583"/>
                        </a:cubicBezTo>
                        <a:cubicBezTo>
                          <a:pt x="178452" y="90356"/>
                          <a:pt x="163783" y="109888"/>
                          <a:pt x="157668" y="131866"/>
                        </a:cubicBezTo>
                        <a:cubicBezTo>
                          <a:pt x="156449" y="125764"/>
                          <a:pt x="156449" y="119655"/>
                          <a:pt x="156449" y="114772"/>
                        </a:cubicBezTo>
                        <a:lnTo>
                          <a:pt x="156449" y="107450"/>
                        </a:lnTo>
                        <a:lnTo>
                          <a:pt x="156449" y="95239"/>
                        </a:lnTo>
                        <a:lnTo>
                          <a:pt x="144225" y="95239"/>
                        </a:lnTo>
                        <a:lnTo>
                          <a:pt x="128337" y="95239"/>
                        </a:lnTo>
                        <a:lnTo>
                          <a:pt x="116113" y="95239"/>
                        </a:lnTo>
                        <a:lnTo>
                          <a:pt x="116113" y="107450"/>
                        </a:lnTo>
                        <a:lnTo>
                          <a:pt x="116113" y="118436"/>
                        </a:lnTo>
                        <a:cubicBezTo>
                          <a:pt x="114894" y="139194"/>
                          <a:pt x="94116" y="223441"/>
                          <a:pt x="22003" y="223441"/>
                        </a:cubicBezTo>
                        <a:lnTo>
                          <a:pt x="12224" y="223441"/>
                        </a:lnTo>
                        <a:lnTo>
                          <a:pt x="0" y="223441"/>
                        </a:lnTo>
                        <a:lnTo>
                          <a:pt x="0" y="235652"/>
                        </a:lnTo>
                        <a:lnTo>
                          <a:pt x="0" y="252747"/>
                        </a:lnTo>
                        <a:lnTo>
                          <a:pt x="0" y="285710"/>
                        </a:lnTo>
                        <a:lnTo>
                          <a:pt x="0" y="297921"/>
                        </a:lnTo>
                        <a:lnTo>
                          <a:pt x="12224" y="297921"/>
                        </a:lnTo>
                        <a:lnTo>
                          <a:pt x="116113" y="297921"/>
                        </a:lnTo>
                        <a:lnTo>
                          <a:pt x="116113" y="315016"/>
                        </a:lnTo>
                        <a:cubicBezTo>
                          <a:pt x="114894" y="315016"/>
                          <a:pt x="114894" y="316235"/>
                          <a:pt x="113668" y="316235"/>
                        </a:cubicBezTo>
                        <a:cubicBezTo>
                          <a:pt x="111223" y="317454"/>
                          <a:pt x="111223" y="317454"/>
                          <a:pt x="110004" y="317454"/>
                        </a:cubicBezTo>
                        <a:cubicBezTo>
                          <a:pt x="108778" y="317454"/>
                          <a:pt x="108778" y="317454"/>
                          <a:pt x="106334" y="315016"/>
                        </a:cubicBezTo>
                        <a:cubicBezTo>
                          <a:pt x="100225" y="311352"/>
                          <a:pt x="92890" y="305249"/>
                          <a:pt x="77002" y="305249"/>
                        </a:cubicBezTo>
                        <a:cubicBezTo>
                          <a:pt x="62333" y="305249"/>
                          <a:pt x="53780" y="311352"/>
                          <a:pt x="48890" y="315016"/>
                        </a:cubicBezTo>
                        <a:cubicBezTo>
                          <a:pt x="46445" y="317454"/>
                          <a:pt x="46445" y="317454"/>
                          <a:pt x="45226" y="317454"/>
                        </a:cubicBezTo>
                        <a:cubicBezTo>
                          <a:pt x="44000" y="317454"/>
                          <a:pt x="44000" y="317454"/>
                          <a:pt x="41556" y="315016"/>
                        </a:cubicBezTo>
                        <a:cubicBezTo>
                          <a:pt x="35447" y="311352"/>
                          <a:pt x="26887" y="305249"/>
                          <a:pt x="12224" y="305249"/>
                        </a:cubicBezTo>
                        <a:lnTo>
                          <a:pt x="0" y="305249"/>
                        </a:lnTo>
                        <a:lnTo>
                          <a:pt x="0" y="317454"/>
                        </a:lnTo>
                        <a:lnTo>
                          <a:pt x="0" y="328446"/>
                        </a:lnTo>
                        <a:lnTo>
                          <a:pt x="0" y="334549"/>
                        </a:lnTo>
                        <a:lnTo>
                          <a:pt x="0" y="366293"/>
                        </a:lnTo>
                        <a:lnTo>
                          <a:pt x="0" y="378504"/>
                        </a:lnTo>
                        <a:lnTo>
                          <a:pt x="12224" y="378504"/>
                        </a:lnTo>
                        <a:cubicBezTo>
                          <a:pt x="13443" y="378504"/>
                          <a:pt x="13443" y="378504"/>
                          <a:pt x="15888" y="380949"/>
                        </a:cubicBezTo>
                        <a:cubicBezTo>
                          <a:pt x="20778" y="384613"/>
                          <a:pt x="29331" y="390715"/>
                          <a:pt x="45226" y="390715"/>
                        </a:cubicBezTo>
                        <a:cubicBezTo>
                          <a:pt x="59888" y="390715"/>
                          <a:pt x="68448" y="384613"/>
                          <a:pt x="73338" y="380949"/>
                        </a:cubicBezTo>
                        <a:cubicBezTo>
                          <a:pt x="75783" y="378504"/>
                          <a:pt x="75783" y="378504"/>
                          <a:pt x="77002" y="378504"/>
                        </a:cubicBezTo>
                        <a:cubicBezTo>
                          <a:pt x="78221" y="378504"/>
                          <a:pt x="78221" y="378504"/>
                          <a:pt x="80666" y="380949"/>
                        </a:cubicBezTo>
                        <a:cubicBezTo>
                          <a:pt x="86781" y="384613"/>
                          <a:pt x="95335" y="390715"/>
                          <a:pt x="110004" y="390715"/>
                        </a:cubicBezTo>
                        <a:cubicBezTo>
                          <a:pt x="124673" y="390715"/>
                          <a:pt x="133226" y="384613"/>
                          <a:pt x="138116" y="380949"/>
                        </a:cubicBezTo>
                        <a:cubicBezTo>
                          <a:pt x="140561" y="378504"/>
                          <a:pt x="140561" y="378504"/>
                          <a:pt x="141780" y="378504"/>
                        </a:cubicBezTo>
                        <a:cubicBezTo>
                          <a:pt x="143006" y="378504"/>
                          <a:pt x="143006" y="378504"/>
                          <a:pt x="145451" y="380949"/>
                        </a:cubicBezTo>
                        <a:cubicBezTo>
                          <a:pt x="150340" y="384613"/>
                          <a:pt x="158894" y="390715"/>
                          <a:pt x="173563" y="390715"/>
                        </a:cubicBezTo>
                        <a:cubicBezTo>
                          <a:pt x="188225" y="390715"/>
                          <a:pt x="196785" y="384613"/>
                          <a:pt x="201675" y="380949"/>
                        </a:cubicBezTo>
                        <a:cubicBezTo>
                          <a:pt x="206558" y="378504"/>
                          <a:pt x="206558" y="378504"/>
                          <a:pt x="207784" y="378504"/>
                        </a:cubicBezTo>
                        <a:cubicBezTo>
                          <a:pt x="209003" y="378504"/>
                          <a:pt x="209003" y="378504"/>
                          <a:pt x="211448" y="380949"/>
                        </a:cubicBezTo>
                        <a:cubicBezTo>
                          <a:pt x="216337" y="384613"/>
                          <a:pt x="224898" y="390715"/>
                          <a:pt x="239560" y="390715"/>
                        </a:cubicBezTo>
                        <a:cubicBezTo>
                          <a:pt x="254229" y="390715"/>
                          <a:pt x="262783" y="384613"/>
                          <a:pt x="267672" y="380949"/>
                        </a:cubicBezTo>
                        <a:cubicBezTo>
                          <a:pt x="270117" y="378504"/>
                          <a:pt x="270117" y="378504"/>
                          <a:pt x="271343" y="378504"/>
                        </a:cubicBezTo>
                        <a:cubicBezTo>
                          <a:pt x="272562" y="378504"/>
                          <a:pt x="272562" y="378504"/>
                          <a:pt x="275007" y="380949"/>
                        </a:cubicBezTo>
                        <a:cubicBezTo>
                          <a:pt x="279896" y="384613"/>
                          <a:pt x="288450" y="390715"/>
                          <a:pt x="303119" y="390715"/>
                        </a:cubicBezTo>
                        <a:cubicBezTo>
                          <a:pt x="317788" y="390715"/>
                          <a:pt x="326341" y="384613"/>
                          <a:pt x="331231" y="380949"/>
                        </a:cubicBezTo>
                        <a:cubicBezTo>
                          <a:pt x="333676" y="378504"/>
                          <a:pt x="333676" y="378504"/>
                          <a:pt x="334895" y="378504"/>
                        </a:cubicBezTo>
                        <a:cubicBezTo>
                          <a:pt x="336121" y="378504"/>
                          <a:pt x="336121" y="378504"/>
                          <a:pt x="338565" y="380949"/>
                        </a:cubicBezTo>
                        <a:cubicBezTo>
                          <a:pt x="343455" y="384613"/>
                          <a:pt x="352009" y="390715"/>
                          <a:pt x="366678" y="390715"/>
                        </a:cubicBezTo>
                        <a:cubicBezTo>
                          <a:pt x="381346" y="390715"/>
                          <a:pt x="389900" y="384613"/>
                          <a:pt x="394790" y="380949"/>
                        </a:cubicBezTo>
                        <a:cubicBezTo>
                          <a:pt x="402124" y="378504"/>
                          <a:pt x="402124" y="378504"/>
                          <a:pt x="403343" y="378504"/>
                        </a:cubicBezTo>
                        <a:cubicBezTo>
                          <a:pt x="404569" y="378504"/>
                          <a:pt x="404569" y="378504"/>
                          <a:pt x="407014" y="380949"/>
                        </a:cubicBezTo>
                        <a:cubicBezTo>
                          <a:pt x="411897" y="384613"/>
                          <a:pt x="420457" y="390715"/>
                          <a:pt x="435126" y="390715"/>
                        </a:cubicBezTo>
                        <a:cubicBezTo>
                          <a:pt x="449789" y="390715"/>
                          <a:pt x="458349" y="384613"/>
                          <a:pt x="463232" y="380949"/>
                        </a:cubicBezTo>
                        <a:cubicBezTo>
                          <a:pt x="465677" y="378504"/>
                          <a:pt x="465677" y="378504"/>
                          <a:pt x="466902" y="378504"/>
                        </a:cubicBezTo>
                        <a:cubicBezTo>
                          <a:pt x="468121" y="378504"/>
                          <a:pt x="468121" y="378504"/>
                          <a:pt x="470566" y="380949"/>
                        </a:cubicBezTo>
                        <a:cubicBezTo>
                          <a:pt x="475456" y="384613"/>
                          <a:pt x="484016" y="390715"/>
                          <a:pt x="498678" y="390715"/>
                        </a:cubicBezTo>
                        <a:lnTo>
                          <a:pt x="510902" y="390715"/>
                        </a:lnTo>
                        <a:lnTo>
                          <a:pt x="510902" y="378504"/>
                        </a:lnTo>
                        <a:lnTo>
                          <a:pt x="510902" y="345541"/>
                        </a:lnTo>
                        <a:lnTo>
                          <a:pt x="510902" y="341877"/>
                        </a:lnTo>
                        <a:lnTo>
                          <a:pt x="510902" y="329665"/>
                        </a:lnTo>
                        <a:lnTo>
                          <a:pt x="510902" y="317454"/>
                        </a:lnTo>
                        <a:lnTo>
                          <a:pt x="498678" y="317454"/>
                        </a:lnTo>
                        <a:cubicBezTo>
                          <a:pt x="497459" y="317454"/>
                          <a:pt x="497459" y="317454"/>
                          <a:pt x="495015" y="315016"/>
                        </a:cubicBezTo>
                        <a:cubicBezTo>
                          <a:pt x="490125" y="311352"/>
                          <a:pt x="481571" y="305249"/>
                          <a:pt x="466902" y="305249"/>
                        </a:cubicBezTo>
                        <a:cubicBezTo>
                          <a:pt x="452233" y="305249"/>
                          <a:pt x="443680" y="311352"/>
                          <a:pt x="438790" y="315016"/>
                        </a:cubicBezTo>
                        <a:cubicBezTo>
                          <a:pt x="437564" y="317454"/>
                          <a:pt x="437564" y="317454"/>
                          <a:pt x="436345" y="317454"/>
                        </a:cubicBezTo>
                        <a:cubicBezTo>
                          <a:pt x="435126" y="317454"/>
                          <a:pt x="435126" y="317454"/>
                          <a:pt x="432681" y="315016"/>
                        </a:cubicBezTo>
                        <a:cubicBezTo>
                          <a:pt x="426566" y="311352"/>
                          <a:pt x="418012" y="305249"/>
                          <a:pt x="403343" y="305249"/>
                        </a:cubicBezTo>
                        <a:cubicBezTo>
                          <a:pt x="402124" y="305249"/>
                          <a:pt x="400899" y="305249"/>
                          <a:pt x="399680" y="305249"/>
                        </a:cubicBezTo>
                        <a:lnTo>
                          <a:pt x="399680" y="296702"/>
                        </a:lnTo>
                        <a:lnTo>
                          <a:pt x="501123" y="296702"/>
                        </a:lnTo>
                        <a:lnTo>
                          <a:pt x="513347" y="296702"/>
                        </a:lnTo>
                        <a:lnTo>
                          <a:pt x="513347" y="284491"/>
                        </a:lnTo>
                        <a:lnTo>
                          <a:pt x="513347" y="251521"/>
                        </a:lnTo>
                        <a:lnTo>
                          <a:pt x="513347" y="235652"/>
                        </a:lnTo>
                        <a:lnTo>
                          <a:pt x="513347" y="223441"/>
                        </a:lnTo>
                        <a:lnTo>
                          <a:pt x="501123" y="223441"/>
                        </a:lnTo>
                        <a:lnTo>
                          <a:pt x="492570" y="223441"/>
                        </a:lnTo>
                        <a:cubicBezTo>
                          <a:pt x="448569" y="223441"/>
                          <a:pt x="425347" y="192916"/>
                          <a:pt x="413123" y="168494"/>
                        </a:cubicBezTo>
                        <a:lnTo>
                          <a:pt x="440009" y="168494"/>
                        </a:lnTo>
                        <a:lnTo>
                          <a:pt x="447344" y="168494"/>
                        </a:lnTo>
                        <a:lnTo>
                          <a:pt x="451014" y="161172"/>
                        </a:lnTo>
                        <a:lnTo>
                          <a:pt x="453459" y="156289"/>
                        </a:lnTo>
                        <a:cubicBezTo>
                          <a:pt x="473011" y="120881"/>
                          <a:pt x="460793" y="75700"/>
                          <a:pt x="426566" y="54948"/>
                        </a:cubicBezTo>
                        <a:cubicBezTo>
                          <a:pt x="419232" y="50058"/>
                          <a:pt x="410678" y="46400"/>
                          <a:pt x="402124" y="45175"/>
                        </a:cubicBezTo>
                        <a:cubicBezTo>
                          <a:pt x="399680" y="45175"/>
                          <a:pt x="398454" y="43956"/>
                          <a:pt x="397235" y="41517"/>
                        </a:cubicBezTo>
                        <a:cubicBezTo>
                          <a:pt x="386230" y="15875"/>
                          <a:pt x="359343" y="0"/>
                          <a:pt x="331231" y="0"/>
                        </a:cubicBezTo>
                        <a:close/>
                        <a:moveTo>
                          <a:pt x="169892" y="168494"/>
                        </a:moveTo>
                        <a:lnTo>
                          <a:pt x="202894" y="168494"/>
                        </a:lnTo>
                        <a:lnTo>
                          <a:pt x="281122" y="168494"/>
                        </a:lnTo>
                        <a:lnTo>
                          <a:pt x="314117" y="168494"/>
                        </a:lnTo>
                        <a:lnTo>
                          <a:pt x="344674" y="168494"/>
                        </a:lnTo>
                        <a:cubicBezTo>
                          <a:pt x="343455" y="172158"/>
                          <a:pt x="341010" y="174602"/>
                          <a:pt x="339785" y="178266"/>
                        </a:cubicBezTo>
                        <a:cubicBezTo>
                          <a:pt x="321452" y="207566"/>
                          <a:pt x="295784" y="220996"/>
                          <a:pt x="259119" y="220996"/>
                        </a:cubicBezTo>
                        <a:cubicBezTo>
                          <a:pt x="222453" y="220996"/>
                          <a:pt x="194341" y="207566"/>
                          <a:pt x="177227" y="180705"/>
                        </a:cubicBezTo>
                        <a:cubicBezTo>
                          <a:pt x="173563" y="177041"/>
                          <a:pt x="172337" y="173383"/>
                          <a:pt x="169892" y="16849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11" name="Google Shape;211;g3d7936b2ea4_3_0"/>
                <p:cNvGrpSpPr/>
                <p:nvPr/>
              </p:nvGrpSpPr>
              <p:grpSpPr>
                <a:xfrm>
                  <a:off x="2036737" y="4680431"/>
                  <a:ext cx="488899" cy="366293"/>
                  <a:chOff x="2036737" y="4680431"/>
                  <a:chExt cx="488899" cy="366293"/>
                </a:xfrm>
              </p:grpSpPr>
              <p:sp>
                <p:nvSpPr>
                  <p:cNvPr id="212" name="Google Shape;212;g3d7936b2ea4_3_0"/>
                  <p:cNvSpPr/>
                  <p:nvPr/>
                </p:nvSpPr>
                <p:spPr>
                  <a:xfrm>
                    <a:off x="2297075" y="4781772"/>
                    <a:ext cx="83117" cy="4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117" h="42736" extrusionOk="0">
                        <a:moveTo>
                          <a:pt x="83117" y="26867"/>
                        </a:moveTo>
                        <a:lnTo>
                          <a:pt x="42781" y="26867"/>
                        </a:lnTo>
                        <a:cubicBezTo>
                          <a:pt x="28112" y="26867"/>
                          <a:pt x="15888" y="14656"/>
                          <a:pt x="15888" y="0"/>
                        </a:cubicBezTo>
                        <a:lnTo>
                          <a:pt x="0" y="0"/>
                        </a:lnTo>
                        <a:cubicBezTo>
                          <a:pt x="0" y="23203"/>
                          <a:pt x="19558" y="42736"/>
                          <a:pt x="42781" y="42736"/>
                        </a:cubicBezTo>
                        <a:lnTo>
                          <a:pt x="79447" y="42736"/>
                        </a:lnTo>
                        <a:cubicBezTo>
                          <a:pt x="79447" y="41517"/>
                          <a:pt x="80672" y="36634"/>
                          <a:pt x="83117" y="26867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3" name="Google Shape;213;g3d7936b2ea4_3_0"/>
                  <p:cNvSpPr/>
                  <p:nvPr/>
                </p:nvSpPr>
                <p:spPr>
                  <a:xfrm>
                    <a:off x="2193186" y="4680431"/>
                    <a:ext cx="282574" cy="1440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2574" h="144077" extrusionOk="0">
                        <a:moveTo>
                          <a:pt x="98999" y="128208"/>
                        </a:moveTo>
                        <a:lnTo>
                          <a:pt x="17107" y="128208"/>
                        </a:lnTo>
                        <a:cubicBezTo>
                          <a:pt x="20778" y="113552"/>
                          <a:pt x="29331" y="101341"/>
                          <a:pt x="42775" y="94019"/>
                        </a:cubicBezTo>
                        <a:cubicBezTo>
                          <a:pt x="52554" y="89136"/>
                          <a:pt x="58669" y="80589"/>
                          <a:pt x="61114" y="69597"/>
                        </a:cubicBezTo>
                        <a:cubicBezTo>
                          <a:pt x="63559" y="58611"/>
                          <a:pt x="70887" y="48845"/>
                          <a:pt x="81892" y="45181"/>
                        </a:cubicBezTo>
                        <a:cubicBezTo>
                          <a:pt x="88001" y="42736"/>
                          <a:pt x="92890" y="41517"/>
                          <a:pt x="98999" y="42736"/>
                        </a:cubicBezTo>
                        <a:cubicBezTo>
                          <a:pt x="110004" y="43955"/>
                          <a:pt x="119777" y="40298"/>
                          <a:pt x="127111" y="31751"/>
                        </a:cubicBezTo>
                        <a:cubicBezTo>
                          <a:pt x="136890" y="21978"/>
                          <a:pt x="149114" y="15875"/>
                          <a:pt x="162558" y="15875"/>
                        </a:cubicBezTo>
                        <a:cubicBezTo>
                          <a:pt x="180891" y="15875"/>
                          <a:pt x="196779" y="25642"/>
                          <a:pt x="205339" y="42736"/>
                        </a:cubicBezTo>
                        <a:cubicBezTo>
                          <a:pt x="210229" y="52503"/>
                          <a:pt x="218782" y="58611"/>
                          <a:pt x="228561" y="61050"/>
                        </a:cubicBezTo>
                        <a:cubicBezTo>
                          <a:pt x="233451" y="62276"/>
                          <a:pt x="239560" y="64714"/>
                          <a:pt x="244450" y="67159"/>
                        </a:cubicBezTo>
                        <a:cubicBezTo>
                          <a:pt x="265227" y="80589"/>
                          <a:pt x="272562" y="106231"/>
                          <a:pt x="264008" y="128208"/>
                        </a:cubicBezTo>
                        <a:lnTo>
                          <a:pt x="234670" y="128208"/>
                        </a:lnTo>
                        <a:cubicBezTo>
                          <a:pt x="237115" y="136756"/>
                          <a:pt x="239560" y="142858"/>
                          <a:pt x="240786" y="144077"/>
                        </a:cubicBezTo>
                        <a:lnTo>
                          <a:pt x="272562" y="144077"/>
                        </a:lnTo>
                        <a:lnTo>
                          <a:pt x="275007" y="139194"/>
                        </a:lnTo>
                        <a:cubicBezTo>
                          <a:pt x="290895" y="108669"/>
                          <a:pt x="281115" y="70823"/>
                          <a:pt x="251784" y="52503"/>
                        </a:cubicBezTo>
                        <a:cubicBezTo>
                          <a:pt x="245675" y="48845"/>
                          <a:pt x="238341" y="45181"/>
                          <a:pt x="231006" y="43955"/>
                        </a:cubicBezTo>
                        <a:cubicBezTo>
                          <a:pt x="224891" y="42736"/>
                          <a:pt x="221227" y="39072"/>
                          <a:pt x="218782" y="34189"/>
                        </a:cubicBezTo>
                        <a:cubicBezTo>
                          <a:pt x="207784" y="13431"/>
                          <a:pt x="187006" y="0"/>
                          <a:pt x="162558" y="0"/>
                        </a:cubicBezTo>
                        <a:cubicBezTo>
                          <a:pt x="145444" y="0"/>
                          <a:pt x="128337" y="7328"/>
                          <a:pt x="116113" y="20758"/>
                        </a:cubicBezTo>
                        <a:cubicBezTo>
                          <a:pt x="112449" y="24422"/>
                          <a:pt x="107559" y="26867"/>
                          <a:pt x="101444" y="25642"/>
                        </a:cubicBezTo>
                        <a:cubicBezTo>
                          <a:pt x="92890" y="24422"/>
                          <a:pt x="84336" y="25642"/>
                          <a:pt x="75776" y="29306"/>
                        </a:cubicBezTo>
                        <a:cubicBezTo>
                          <a:pt x="59888" y="36634"/>
                          <a:pt x="48890" y="50064"/>
                          <a:pt x="46445" y="67159"/>
                        </a:cubicBezTo>
                        <a:cubicBezTo>
                          <a:pt x="45219" y="73261"/>
                          <a:pt x="41555" y="76925"/>
                          <a:pt x="36666" y="79363"/>
                        </a:cubicBezTo>
                        <a:cubicBezTo>
                          <a:pt x="15888" y="90356"/>
                          <a:pt x="2445" y="112333"/>
                          <a:pt x="0" y="135530"/>
                        </a:cubicBezTo>
                        <a:lnTo>
                          <a:pt x="0" y="142858"/>
                        </a:lnTo>
                        <a:lnTo>
                          <a:pt x="112449" y="142858"/>
                        </a:lnTo>
                        <a:cubicBezTo>
                          <a:pt x="107559" y="140413"/>
                          <a:pt x="102669" y="134311"/>
                          <a:pt x="98999" y="128208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" name="Google Shape;214;g3d7936b2ea4_3_0"/>
                  <p:cNvSpPr/>
                  <p:nvPr/>
                </p:nvSpPr>
                <p:spPr>
                  <a:xfrm>
                    <a:off x="2036737" y="4936842"/>
                    <a:ext cx="488899" cy="76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899" h="76918" extrusionOk="0">
                        <a:moveTo>
                          <a:pt x="0" y="15875"/>
                        </a:moveTo>
                        <a:lnTo>
                          <a:pt x="116113" y="15875"/>
                        </a:lnTo>
                        <a:lnTo>
                          <a:pt x="116113" y="51283"/>
                        </a:lnTo>
                        <a:cubicBezTo>
                          <a:pt x="113668" y="52503"/>
                          <a:pt x="111223" y="54941"/>
                          <a:pt x="108778" y="56167"/>
                        </a:cubicBezTo>
                        <a:cubicBezTo>
                          <a:pt x="105114" y="59831"/>
                          <a:pt x="102669" y="61050"/>
                          <a:pt x="97780" y="61050"/>
                        </a:cubicBezTo>
                        <a:cubicBezTo>
                          <a:pt x="92890" y="61050"/>
                          <a:pt x="90445" y="59831"/>
                          <a:pt x="86781" y="56167"/>
                        </a:cubicBezTo>
                        <a:cubicBezTo>
                          <a:pt x="81892" y="53722"/>
                          <a:pt x="75776" y="48839"/>
                          <a:pt x="64778" y="48839"/>
                        </a:cubicBezTo>
                        <a:cubicBezTo>
                          <a:pt x="53780" y="48839"/>
                          <a:pt x="48890" y="53722"/>
                          <a:pt x="44000" y="56167"/>
                        </a:cubicBezTo>
                        <a:cubicBezTo>
                          <a:pt x="40336" y="59831"/>
                          <a:pt x="37891" y="61050"/>
                          <a:pt x="33002" y="61050"/>
                        </a:cubicBezTo>
                        <a:cubicBezTo>
                          <a:pt x="28112" y="61050"/>
                          <a:pt x="25667" y="59831"/>
                          <a:pt x="21997" y="56167"/>
                        </a:cubicBezTo>
                        <a:cubicBezTo>
                          <a:pt x="17114" y="53722"/>
                          <a:pt x="10998" y="48839"/>
                          <a:pt x="0" y="48839"/>
                        </a:cubicBezTo>
                        <a:lnTo>
                          <a:pt x="0" y="64714"/>
                        </a:lnTo>
                        <a:cubicBezTo>
                          <a:pt x="4890" y="64714"/>
                          <a:pt x="7334" y="65933"/>
                          <a:pt x="10998" y="69597"/>
                        </a:cubicBezTo>
                        <a:cubicBezTo>
                          <a:pt x="15888" y="73261"/>
                          <a:pt x="20778" y="76919"/>
                          <a:pt x="31776" y="76919"/>
                        </a:cubicBezTo>
                        <a:cubicBezTo>
                          <a:pt x="42781" y="76919"/>
                          <a:pt x="48890" y="73261"/>
                          <a:pt x="53780" y="69597"/>
                        </a:cubicBezTo>
                        <a:cubicBezTo>
                          <a:pt x="57444" y="67152"/>
                          <a:pt x="59888" y="64714"/>
                          <a:pt x="64778" y="64714"/>
                        </a:cubicBezTo>
                        <a:cubicBezTo>
                          <a:pt x="69668" y="64714"/>
                          <a:pt x="72113" y="65933"/>
                          <a:pt x="75776" y="69597"/>
                        </a:cubicBezTo>
                        <a:cubicBezTo>
                          <a:pt x="80666" y="73261"/>
                          <a:pt x="86781" y="76919"/>
                          <a:pt x="97780" y="76919"/>
                        </a:cubicBezTo>
                        <a:cubicBezTo>
                          <a:pt x="108778" y="76919"/>
                          <a:pt x="114894" y="72036"/>
                          <a:pt x="118558" y="69597"/>
                        </a:cubicBezTo>
                        <a:cubicBezTo>
                          <a:pt x="122222" y="67152"/>
                          <a:pt x="124666" y="64714"/>
                          <a:pt x="129556" y="64714"/>
                        </a:cubicBezTo>
                        <a:cubicBezTo>
                          <a:pt x="134446" y="64714"/>
                          <a:pt x="136891" y="65933"/>
                          <a:pt x="140561" y="69597"/>
                        </a:cubicBezTo>
                        <a:cubicBezTo>
                          <a:pt x="145451" y="73261"/>
                          <a:pt x="150334" y="76919"/>
                          <a:pt x="161339" y="76919"/>
                        </a:cubicBezTo>
                        <a:cubicBezTo>
                          <a:pt x="172337" y="76919"/>
                          <a:pt x="178446" y="72036"/>
                          <a:pt x="182116" y="69597"/>
                        </a:cubicBezTo>
                        <a:cubicBezTo>
                          <a:pt x="185780" y="67152"/>
                          <a:pt x="188225" y="64714"/>
                          <a:pt x="193115" y="64714"/>
                        </a:cubicBezTo>
                        <a:cubicBezTo>
                          <a:pt x="198004" y="64714"/>
                          <a:pt x="200449" y="65933"/>
                          <a:pt x="204113" y="69597"/>
                        </a:cubicBezTo>
                        <a:cubicBezTo>
                          <a:pt x="209003" y="73261"/>
                          <a:pt x="213893" y="76919"/>
                          <a:pt x="224891" y="76919"/>
                        </a:cubicBezTo>
                        <a:cubicBezTo>
                          <a:pt x="235896" y="76919"/>
                          <a:pt x="242005" y="72036"/>
                          <a:pt x="245675" y="69597"/>
                        </a:cubicBezTo>
                        <a:cubicBezTo>
                          <a:pt x="249339" y="67152"/>
                          <a:pt x="251784" y="64714"/>
                          <a:pt x="256674" y="64714"/>
                        </a:cubicBezTo>
                        <a:cubicBezTo>
                          <a:pt x="261563" y="64714"/>
                          <a:pt x="264008" y="65933"/>
                          <a:pt x="267672" y="69597"/>
                        </a:cubicBezTo>
                        <a:cubicBezTo>
                          <a:pt x="272562" y="73261"/>
                          <a:pt x="277451" y="76919"/>
                          <a:pt x="288450" y="76919"/>
                        </a:cubicBezTo>
                        <a:cubicBezTo>
                          <a:pt x="299455" y="76919"/>
                          <a:pt x="305564" y="72036"/>
                          <a:pt x="309228" y="69597"/>
                        </a:cubicBezTo>
                        <a:cubicBezTo>
                          <a:pt x="312898" y="67152"/>
                          <a:pt x="315343" y="64714"/>
                          <a:pt x="320233" y="64714"/>
                        </a:cubicBezTo>
                        <a:cubicBezTo>
                          <a:pt x="325122" y="64714"/>
                          <a:pt x="327561" y="65933"/>
                          <a:pt x="331231" y="69597"/>
                        </a:cubicBezTo>
                        <a:cubicBezTo>
                          <a:pt x="336121" y="73261"/>
                          <a:pt x="341010" y="76919"/>
                          <a:pt x="352009" y="76919"/>
                        </a:cubicBezTo>
                        <a:cubicBezTo>
                          <a:pt x="363007" y="76919"/>
                          <a:pt x="369122" y="72036"/>
                          <a:pt x="372786" y="69597"/>
                        </a:cubicBezTo>
                        <a:cubicBezTo>
                          <a:pt x="376457" y="67152"/>
                          <a:pt x="378895" y="64714"/>
                          <a:pt x="383785" y="64714"/>
                        </a:cubicBezTo>
                        <a:cubicBezTo>
                          <a:pt x="388675" y="64714"/>
                          <a:pt x="391119" y="65933"/>
                          <a:pt x="394790" y="69597"/>
                        </a:cubicBezTo>
                        <a:cubicBezTo>
                          <a:pt x="399680" y="73261"/>
                          <a:pt x="404563" y="76919"/>
                          <a:pt x="415568" y="76919"/>
                        </a:cubicBezTo>
                        <a:cubicBezTo>
                          <a:pt x="426566" y="76919"/>
                          <a:pt x="432675" y="72036"/>
                          <a:pt x="436345" y="69597"/>
                        </a:cubicBezTo>
                        <a:cubicBezTo>
                          <a:pt x="440009" y="67152"/>
                          <a:pt x="442454" y="64714"/>
                          <a:pt x="447344" y="64714"/>
                        </a:cubicBezTo>
                        <a:cubicBezTo>
                          <a:pt x="452233" y="64714"/>
                          <a:pt x="454678" y="65933"/>
                          <a:pt x="458342" y="69597"/>
                        </a:cubicBezTo>
                        <a:cubicBezTo>
                          <a:pt x="463232" y="73261"/>
                          <a:pt x="468121" y="76919"/>
                          <a:pt x="479126" y="76919"/>
                        </a:cubicBezTo>
                        <a:lnTo>
                          <a:pt x="479126" y="61050"/>
                        </a:lnTo>
                        <a:cubicBezTo>
                          <a:pt x="474237" y="61050"/>
                          <a:pt x="471792" y="59831"/>
                          <a:pt x="468121" y="56167"/>
                        </a:cubicBezTo>
                        <a:cubicBezTo>
                          <a:pt x="463232" y="52503"/>
                          <a:pt x="458342" y="48839"/>
                          <a:pt x="447344" y="48839"/>
                        </a:cubicBezTo>
                        <a:cubicBezTo>
                          <a:pt x="436345" y="48839"/>
                          <a:pt x="430230" y="53722"/>
                          <a:pt x="426566" y="56167"/>
                        </a:cubicBezTo>
                        <a:cubicBezTo>
                          <a:pt x="422902" y="58605"/>
                          <a:pt x="420457" y="61050"/>
                          <a:pt x="415568" y="61050"/>
                        </a:cubicBezTo>
                        <a:cubicBezTo>
                          <a:pt x="410678" y="61050"/>
                          <a:pt x="408233" y="59831"/>
                          <a:pt x="404563" y="56167"/>
                        </a:cubicBezTo>
                        <a:cubicBezTo>
                          <a:pt x="408233" y="53722"/>
                          <a:pt x="402124" y="48839"/>
                          <a:pt x="391119" y="48839"/>
                        </a:cubicBezTo>
                        <a:cubicBezTo>
                          <a:pt x="383785" y="48839"/>
                          <a:pt x="378895" y="51283"/>
                          <a:pt x="375231" y="53722"/>
                        </a:cubicBezTo>
                        <a:lnTo>
                          <a:pt x="375231" y="17094"/>
                        </a:lnTo>
                        <a:lnTo>
                          <a:pt x="488899" y="17094"/>
                        </a:lnTo>
                        <a:lnTo>
                          <a:pt x="488899" y="0"/>
                        </a:lnTo>
                        <a:lnTo>
                          <a:pt x="0" y="0"/>
                        </a:lnTo>
                        <a:lnTo>
                          <a:pt x="0" y="15875"/>
                        </a:lnTo>
                        <a:close/>
                        <a:moveTo>
                          <a:pt x="358117" y="61050"/>
                        </a:moveTo>
                        <a:cubicBezTo>
                          <a:pt x="353228" y="61050"/>
                          <a:pt x="350789" y="59831"/>
                          <a:pt x="347119" y="56167"/>
                        </a:cubicBezTo>
                        <a:cubicBezTo>
                          <a:pt x="342230" y="53722"/>
                          <a:pt x="336121" y="48839"/>
                          <a:pt x="326341" y="48839"/>
                        </a:cubicBezTo>
                        <a:cubicBezTo>
                          <a:pt x="316562" y="48839"/>
                          <a:pt x="309228" y="53722"/>
                          <a:pt x="305564" y="56167"/>
                        </a:cubicBezTo>
                        <a:cubicBezTo>
                          <a:pt x="300674" y="59831"/>
                          <a:pt x="298229" y="61050"/>
                          <a:pt x="293339" y="61050"/>
                        </a:cubicBezTo>
                        <a:cubicBezTo>
                          <a:pt x="288450" y="61050"/>
                          <a:pt x="286005" y="59831"/>
                          <a:pt x="282341" y="56167"/>
                        </a:cubicBezTo>
                        <a:cubicBezTo>
                          <a:pt x="277451" y="52503"/>
                          <a:pt x="272562" y="48839"/>
                          <a:pt x="261563" y="48839"/>
                        </a:cubicBezTo>
                        <a:cubicBezTo>
                          <a:pt x="250558" y="48839"/>
                          <a:pt x="244450" y="53722"/>
                          <a:pt x="240786" y="56167"/>
                        </a:cubicBezTo>
                        <a:cubicBezTo>
                          <a:pt x="237115" y="58605"/>
                          <a:pt x="234670" y="61050"/>
                          <a:pt x="229781" y="61050"/>
                        </a:cubicBezTo>
                        <a:cubicBezTo>
                          <a:pt x="224891" y="61050"/>
                          <a:pt x="222453" y="59831"/>
                          <a:pt x="218782" y="56167"/>
                        </a:cubicBezTo>
                        <a:cubicBezTo>
                          <a:pt x="212673" y="53722"/>
                          <a:pt x="206558" y="48839"/>
                          <a:pt x="195560" y="48839"/>
                        </a:cubicBezTo>
                        <a:cubicBezTo>
                          <a:pt x="184561" y="48839"/>
                          <a:pt x="178446" y="53722"/>
                          <a:pt x="174782" y="56167"/>
                        </a:cubicBezTo>
                        <a:cubicBezTo>
                          <a:pt x="171118" y="59831"/>
                          <a:pt x="168673" y="61050"/>
                          <a:pt x="162558" y="61050"/>
                        </a:cubicBezTo>
                        <a:cubicBezTo>
                          <a:pt x="157668" y="61050"/>
                          <a:pt x="155223" y="59831"/>
                          <a:pt x="151559" y="56167"/>
                        </a:cubicBezTo>
                        <a:cubicBezTo>
                          <a:pt x="147889" y="53722"/>
                          <a:pt x="141780" y="48839"/>
                          <a:pt x="132001" y="48839"/>
                        </a:cubicBezTo>
                        <a:lnTo>
                          <a:pt x="132001" y="15875"/>
                        </a:lnTo>
                        <a:lnTo>
                          <a:pt x="358117" y="15875"/>
                        </a:lnTo>
                        <a:lnTo>
                          <a:pt x="358117" y="61050"/>
                        </a:ln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" name="Google Shape;196;g3d7936b2ea4_3_0"/>
                  <p:cNvSpPr/>
                  <p:nvPr/>
                </p:nvSpPr>
                <p:spPr>
                  <a:xfrm>
                    <a:off x="2036737" y="4775670"/>
                    <a:ext cx="488899" cy="1440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899" h="144077" extrusionOk="0">
                        <a:moveTo>
                          <a:pt x="480346" y="128202"/>
                        </a:moveTo>
                        <a:cubicBezTo>
                          <a:pt x="429011" y="128202"/>
                          <a:pt x="400899" y="91575"/>
                          <a:pt x="386230" y="57386"/>
                        </a:cubicBezTo>
                        <a:cubicBezTo>
                          <a:pt x="377676" y="37847"/>
                          <a:pt x="375231" y="19533"/>
                          <a:pt x="375231" y="8547"/>
                        </a:cubicBezTo>
                        <a:lnTo>
                          <a:pt x="375231" y="0"/>
                        </a:lnTo>
                        <a:lnTo>
                          <a:pt x="359343" y="0"/>
                        </a:lnTo>
                        <a:lnTo>
                          <a:pt x="359343" y="10986"/>
                        </a:lnTo>
                        <a:cubicBezTo>
                          <a:pt x="359343" y="21978"/>
                          <a:pt x="355673" y="39072"/>
                          <a:pt x="348345" y="56167"/>
                        </a:cubicBezTo>
                        <a:cubicBezTo>
                          <a:pt x="345900" y="62269"/>
                          <a:pt x="342230" y="69597"/>
                          <a:pt x="338565" y="75699"/>
                        </a:cubicBezTo>
                        <a:cubicBezTo>
                          <a:pt x="319007" y="107444"/>
                          <a:pt x="288450" y="124538"/>
                          <a:pt x="246895" y="124538"/>
                        </a:cubicBezTo>
                        <a:cubicBezTo>
                          <a:pt x="205339" y="124538"/>
                          <a:pt x="174782" y="108663"/>
                          <a:pt x="154004" y="78145"/>
                        </a:cubicBezTo>
                        <a:cubicBezTo>
                          <a:pt x="138116" y="53722"/>
                          <a:pt x="132001" y="24416"/>
                          <a:pt x="132001" y="6102"/>
                        </a:cubicBezTo>
                        <a:lnTo>
                          <a:pt x="132001" y="0"/>
                        </a:lnTo>
                        <a:lnTo>
                          <a:pt x="116113" y="0"/>
                        </a:lnTo>
                        <a:lnTo>
                          <a:pt x="116113" y="10986"/>
                        </a:lnTo>
                        <a:cubicBezTo>
                          <a:pt x="113668" y="45175"/>
                          <a:pt x="86781" y="126983"/>
                          <a:pt x="9779" y="126983"/>
                        </a:cubicBezTo>
                        <a:lnTo>
                          <a:pt x="0" y="126983"/>
                        </a:lnTo>
                        <a:lnTo>
                          <a:pt x="0" y="144077"/>
                        </a:lnTo>
                        <a:lnTo>
                          <a:pt x="488899" y="144077"/>
                        </a:lnTo>
                        <a:lnTo>
                          <a:pt x="488899" y="126983"/>
                        </a:lnTo>
                        <a:lnTo>
                          <a:pt x="480346" y="126983"/>
                        </a:lnTo>
                        <a:lnTo>
                          <a:pt x="480346" y="128202"/>
                        </a:lnTo>
                        <a:close/>
                        <a:moveTo>
                          <a:pt x="424121" y="128202"/>
                        </a:moveTo>
                        <a:lnTo>
                          <a:pt x="375231" y="128202"/>
                        </a:lnTo>
                        <a:lnTo>
                          <a:pt x="375231" y="70816"/>
                        </a:lnTo>
                        <a:cubicBezTo>
                          <a:pt x="377676" y="76919"/>
                          <a:pt x="381340" y="83028"/>
                          <a:pt x="385011" y="89130"/>
                        </a:cubicBezTo>
                        <a:cubicBezTo>
                          <a:pt x="393564" y="102561"/>
                          <a:pt x="405788" y="117210"/>
                          <a:pt x="424121" y="128202"/>
                        </a:cubicBezTo>
                        <a:close/>
                        <a:moveTo>
                          <a:pt x="352009" y="85466"/>
                        </a:moveTo>
                        <a:cubicBezTo>
                          <a:pt x="354454" y="81802"/>
                          <a:pt x="356898" y="76919"/>
                          <a:pt x="358117" y="73255"/>
                        </a:cubicBezTo>
                        <a:lnTo>
                          <a:pt x="358117" y="128202"/>
                        </a:lnTo>
                        <a:lnTo>
                          <a:pt x="306783" y="128202"/>
                        </a:lnTo>
                        <a:cubicBezTo>
                          <a:pt x="328786" y="117210"/>
                          <a:pt x="342230" y="101341"/>
                          <a:pt x="352009" y="85466"/>
                        </a:cubicBezTo>
                        <a:close/>
                        <a:moveTo>
                          <a:pt x="140561" y="87911"/>
                        </a:moveTo>
                        <a:cubicBezTo>
                          <a:pt x="149115" y="101341"/>
                          <a:pt x="163783" y="117210"/>
                          <a:pt x="184561" y="128202"/>
                        </a:cubicBezTo>
                        <a:lnTo>
                          <a:pt x="132001" y="128202"/>
                        </a:lnTo>
                        <a:lnTo>
                          <a:pt x="132001" y="74480"/>
                        </a:lnTo>
                        <a:cubicBezTo>
                          <a:pt x="134446" y="79363"/>
                          <a:pt x="136891" y="84247"/>
                          <a:pt x="140561" y="87911"/>
                        </a:cubicBezTo>
                        <a:close/>
                        <a:moveTo>
                          <a:pt x="106334" y="89130"/>
                        </a:moveTo>
                        <a:cubicBezTo>
                          <a:pt x="110004" y="83028"/>
                          <a:pt x="113668" y="76919"/>
                          <a:pt x="116113" y="70816"/>
                        </a:cubicBezTo>
                        <a:lnTo>
                          <a:pt x="116113" y="128202"/>
                        </a:lnTo>
                        <a:lnTo>
                          <a:pt x="67223" y="128202"/>
                        </a:lnTo>
                        <a:cubicBezTo>
                          <a:pt x="85556" y="117210"/>
                          <a:pt x="97780" y="102561"/>
                          <a:pt x="106334" y="89130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" name="Google Shape;215;g3d7936b2ea4_3_0"/>
                  <p:cNvSpPr/>
                  <p:nvPr/>
                </p:nvSpPr>
                <p:spPr>
                  <a:xfrm>
                    <a:off x="2036737" y="5018644"/>
                    <a:ext cx="479126" cy="280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9126" h="28080" extrusionOk="0">
                        <a:moveTo>
                          <a:pt x="455897" y="0"/>
                        </a:moveTo>
                        <a:cubicBezTo>
                          <a:pt x="444899" y="0"/>
                          <a:pt x="438790" y="4884"/>
                          <a:pt x="435120" y="7328"/>
                        </a:cubicBezTo>
                        <a:cubicBezTo>
                          <a:pt x="431456" y="9767"/>
                          <a:pt x="429011" y="12211"/>
                          <a:pt x="424121" y="12211"/>
                        </a:cubicBezTo>
                        <a:cubicBezTo>
                          <a:pt x="419232" y="12211"/>
                          <a:pt x="416787" y="10986"/>
                          <a:pt x="413123" y="7328"/>
                        </a:cubicBezTo>
                        <a:cubicBezTo>
                          <a:pt x="408233" y="3664"/>
                          <a:pt x="403343" y="0"/>
                          <a:pt x="392345" y="0"/>
                        </a:cubicBezTo>
                        <a:cubicBezTo>
                          <a:pt x="381340" y="0"/>
                          <a:pt x="375231" y="4884"/>
                          <a:pt x="371567" y="7328"/>
                        </a:cubicBezTo>
                        <a:cubicBezTo>
                          <a:pt x="367897" y="9767"/>
                          <a:pt x="365452" y="12211"/>
                          <a:pt x="360562" y="12211"/>
                        </a:cubicBezTo>
                        <a:cubicBezTo>
                          <a:pt x="355673" y="12211"/>
                          <a:pt x="353228" y="10986"/>
                          <a:pt x="349564" y="7328"/>
                        </a:cubicBezTo>
                        <a:cubicBezTo>
                          <a:pt x="344674" y="3664"/>
                          <a:pt x="339785" y="0"/>
                          <a:pt x="328786" y="0"/>
                        </a:cubicBezTo>
                        <a:cubicBezTo>
                          <a:pt x="317788" y="0"/>
                          <a:pt x="311673" y="4884"/>
                          <a:pt x="308008" y="7328"/>
                        </a:cubicBezTo>
                        <a:cubicBezTo>
                          <a:pt x="304338" y="9767"/>
                          <a:pt x="301893" y="12211"/>
                          <a:pt x="297010" y="12211"/>
                        </a:cubicBezTo>
                        <a:cubicBezTo>
                          <a:pt x="292120" y="12211"/>
                          <a:pt x="289676" y="10986"/>
                          <a:pt x="286005" y="7328"/>
                        </a:cubicBezTo>
                        <a:cubicBezTo>
                          <a:pt x="281115" y="3664"/>
                          <a:pt x="276226" y="0"/>
                          <a:pt x="265227" y="0"/>
                        </a:cubicBezTo>
                        <a:cubicBezTo>
                          <a:pt x="254229" y="0"/>
                          <a:pt x="248120" y="4884"/>
                          <a:pt x="244450" y="7328"/>
                        </a:cubicBezTo>
                        <a:cubicBezTo>
                          <a:pt x="240786" y="9767"/>
                          <a:pt x="238341" y="12211"/>
                          <a:pt x="233451" y="12211"/>
                        </a:cubicBezTo>
                        <a:cubicBezTo>
                          <a:pt x="228561" y="12211"/>
                          <a:pt x="226117" y="10986"/>
                          <a:pt x="222453" y="7328"/>
                        </a:cubicBezTo>
                        <a:cubicBezTo>
                          <a:pt x="217563" y="3664"/>
                          <a:pt x="212673" y="0"/>
                          <a:pt x="201669" y="0"/>
                        </a:cubicBezTo>
                        <a:cubicBezTo>
                          <a:pt x="190670" y="0"/>
                          <a:pt x="184561" y="4884"/>
                          <a:pt x="180891" y="7328"/>
                        </a:cubicBezTo>
                        <a:cubicBezTo>
                          <a:pt x="177227" y="9767"/>
                          <a:pt x="174782" y="12211"/>
                          <a:pt x="169892" y="12211"/>
                        </a:cubicBezTo>
                        <a:cubicBezTo>
                          <a:pt x="165003" y="12211"/>
                          <a:pt x="162558" y="10986"/>
                          <a:pt x="158894" y="7328"/>
                        </a:cubicBezTo>
                        <a:cubicBezTo>
                          <a:pt x="154004" y="3664"/>
                          <a:pt x="149115" y="0"/>
                          <a:pt x="138116" y="0"/>
                        </a:cubicBezTo>
                        <a:cubicBezTo>
                          <a:pt x="127111" y="0"/>
                          <a:pt x="121002" y="4884"/>
                          <a:pt x="117338" y="7328"/>
                        </a:cubicBezTo>
                        <a:cubicBezTo>
                          <a:pt x="113668" y="9767"/>
                          <a:pt x="111223" y="12211"/>
                          <a:pt x="106334" y="12211"/>
                        </a:cubicBezTo>
                        <a:cubicBezTo>
                          <a:pt x="101444" y="12211"/>
                          <a:pt x="98999" y="10986"/>
                          <a:pt x="95335" y="7328"/>
                        </a:cubicBezTo>
                        <a:cubicBezTo>
                          <a:pt x="90445" y="3664"/>
                          <a:pt x="85556" y="0"/>
                          <a:pt x="74557" y="0"/>
                        </a:cubicBezTo>
                        <a:cubicBezTo>
                          <a:pt x="63559" y="0"/>
                          <a:pt x="48890" y="3664"/>
                          <a:pt x="44000" y="7328"/>
                        </a:cubicBezTo>
                        <a:cubicBezTo>
                          <a:pt x="40336" y="9767"/>
                          <a:pt x="37891" y="12211"/>
                          <a:pt x="33002" y="12211"/>
                        </a:cubicBezTo>
                        <a:cubicBezTo>
                          <a:pt x="28112" y="12211"/>
                          <a:pt x="25667" y="10986"/>
                          <a:pt x="21997" y="7328"/>
                        </a:cubicBezTo>
                        <a:cubicBezTo>
                          <a:pt x="17114" y="3664"/>
                          <a:pt x="10998" y="0"/>
                          <a:pt x="0" y="0"/>
                        </a:cubicBezTo>
                        <a:lnTo>
                          <a:pt x="0" y="15875"/>
                        </a:lnTo>
                        <a:cubicBezTo>
                          <a:pt x="4890" y="15875"/>
                          <a:pt x="7334" y="17094"/>
                          <a:pt x="10998" y="20759"/>
                        </a:cubicBezTo>
                        <a:cubicBezTo>
                          <a:pt x="15888" y="23197"/>
                          <a:pt x="21997" y="28080"/>
                          <a:pt x="33002" y="28080"/>
                        </a:cubicBezTo>
                        <a:cubicBezTo>
                          <a:pt x="44000" y="28080"/>
                          <a:pt x="50109" y="23197"/>
                          <a:pt x="53780" y="20759"/>
                        </a:cubicBezTo>
                        <a:cubicBezTo>
                          <a:pt x="57444" y="17094"/>
                          <a:pt x="59888" y="15875"/>
                          <a:pt x="64778" y="15875"/>
                        </a:cubicBezTo>
                        <a:cubicBezTo>
                          <a:pt x="69668" y="15875"/>
                          <a:pt x="72113" y="17094"/>
                          <a:pt x="75776" y="20759"/>
                        </a:cubicBezTo>
                        <a:cubicBezTo>
                          <a:pt x="80666" y="23197"/>
                          <a:pt x="86781" y="28080"/>
                          <a:pt x="97780" y="28080"/>
                        </a:cubicBezTo>
                        <a:cubicBezTo>
                          <a:pt x="108778" y="28080"/>
                          <a:pt x="114894" y="23197"/>
                          <a:pt x="118558" y="20759"/>
                        </a:cubicBezTo>
                        <a:cubicBezTo>
                          <a:pt x="122222" y="18314"/>
                          <a:pt x="124666" y="15875"/>
                          <a:pt x="129556" y="15875"/>
                        </a:cubicBezTo>
                        <a:cubicBezTo>
                          <a:pt x="134446" y="15875"/>
                          <a:pt x="136891" y="17094"/>
                          <a:pt x="140561" y="20759"/>
                        </a:cubicBezTo>
                        <a:cubicBezTo>
                          <a:pt x="145451" y="24423"/>
                          <a:pt x="150334" y="28080"/>
                          <a:pt x="161339" y="28080"/>
                        </a:cubicBezTo>
                        <a:cubicBezTo>
                          <a:pt x="172337" y="28080"/>
                          <a:pt x="178446" y="23197"/>
                          <a:pt x="182116" y="20759"/>
                        </a:cubicBezTo>
                        <a:cubicBezTo>
                          <a:pt x="185780" y="18314"/>
                          <a:pt x="188225" y="15875"/>
                          <a:pt x="193115" y="15875"/>
                        </a:cubicBezTo>
                        <a:cubicBezTo>
                          <a:pt x="198004" y="15875"/>
                          <a:pt x="200449" y="17094"/>
                          <a:pt x="204113" y="20759"/>
                        </a:cubicBezTo>
                        <a:cubicBezTo>
                          <a:pt x="209003" y="24423"/>
                          <a:pt x="213893" y="28080"/>
                          <a:pt x="224891" y="28080"/>
                        </a:cubicBezTo>
                        <a:cubicBezTo>
                          <a:pt x="235896" y="28080"/>
                          <a:pt x="242005" y="23197"/>
                          <a:pt x="245675" y="20759"/>
                        </a:cubicBezTo>
                        <a:cubicBezTo>
                          <a:pt x="249339" y="18314"/>
                          <a:pt x="251784" y="15875"/>
                          <a:pt x="256674" y="15875"/>
                        </a:cubicBezTo>
                        <a:cubicBezTo>
                          <a:pt x="261563" y="15875"/>
                          <a:pt x="264008" y="17094"/>
                          <a:pt x="267672" y="20759"/>
                        </a:cubicBezTo>
                        <a:cubicBezTo>
                          <a:pt x="272562" y="24423"/>
                          <a:pt x="277451" y="28080"/>
                          <a:pt x="288450" y="28080"/>
                        </a:cubicBezTo>
                        <a:cubicBezTo>
                          <a:pt x="299455" y="28080"/>
                          <a:pt x="305564" y="23197"/>
                          <a:pt x="309228" y="20759"/>
                        </a:cubicBezTo>
                        <a:cubicBezTo>
                          <a:pt x="312898" y="18314"/>
                          <a:pt x="315343" y="15875"/>
                          <a:pt x="320233" y="15875"/>
                        </a:cubicBezTo>
                        <a:cubicBezTo>
                          <a:pt x="325122" y="15875"/>
                          <a:pt x="327561" y="17094"/>
                          <a:pt x="331231" y="20759"/>
                        </a:cubicBezTo>
                        <a:cubicBezTo>
                          <a:pt x="336121" y="24423"/>
                          <a:pt x="341010" y="28080"/>
                          <a:pt x="352009" y="28080"/>
                        </a:cubicBezTo>
                        <a:cubicBezTo>
                          <a:pt x="363007" y="28080"/>
                          <a:pt x="369122" y="23197"/>
                          <a:pt x="372786" y="20759"/>
                        </a:cubicBezTo>
                        <a:cubicBezTo>
                          <a:pt x="376457" y="18314"/>
                          <a:pt x="378895" y="15875"/>
                          <a:pt x="383785" y="15875"/>
                        </a:cubicBezTo>
                        <a:cubicBezTo>
                          <a:pt x="388675" y="15875"/>
                          <a:pt x="391119" y="17094"/>
                          <a:pt x="394790" y="20759"/>
                        </a:cubicBezTo>
                        <a:cubicBezTo>
                          <a:pt x="399680" y="24423"/>
                          <a:pt x="404563" y="28080"/>
                          <a:pt x="415568" y="28080"/>
                        </a:cubicBezTo>
                        <a:cubicBezTo>
                          <a:pt x="426566" y="28080"/>
                          <a:pt x="432675" y="23197"/>
                          <a:pt x="436345" y="20759"/>
                        </a:cubicBezTo>
                        <a:cubicBezTo>
                          <a:pt x="440009" y="18314"/>
                          <a:pt x="442454" y="15875"/>
                          <a:pt x="447344" y="15875"/>
                        </a:cubicBezTo>
                        <a:cubicBezTo>
                          <a:pt x="452233" y="15875"/>
                          <a:pt x="454678" y="17094"/>
                          <a:pt x="458342" y="20759"/>
                        </a:cubicBezTo>
                        <a:cubicBezTo>
                          <a:pt x="463232" y="24423"/>
                          <a:pt x="468121" y="28080"/>
                          <a:pt x="479126" y="28080"/>
                        </a:cubicBezTo>
                        <a:lnTo>
                          <a:pt x="479126" y="12211"/>
                        </a:lnTo>
                        <a:cubicBezTo>
                          <a:pt x="474237" y="12211"/>
                          <a:pt x="471792" y="10986"/>
                          <a:pt x="468121" y="7328"/>
                        </a:cubicBezTo>
                        <a:cubicBezTo>
                          <a:pt x="473011" y="3664"/>
                          <a:pt x="466902" y="0"/>
                          <a:pt x="455897" y="0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6" name="Google Shape;216;g3d7936b2ea4_3_0"/>
              <p:cNvSpPr txBox="1"/>
              <p:nvPr/>
            </p:nvSpPr>
            <p:spPr>
              <a:xfrm>
                <a:off x="1783513" y="4994413"/>
                <a:ext cx="1001100" cy="35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Oracle</a:t>
                </a:r>
                <a:endParaRPr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GoldenGate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17" name="Google Shape;217;g3d7936b2ea4_3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684752" y="3741898"/>
              <a:ext cx="225070" cy="22507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" name="Google Shape;218;g3d7936b2ea4_3_0"/>
          <p:cNvGrpSpPr/>
          <p:nvPr/>
        </p:nvGrpSpPr>
        <p:grpSpPr>
          <a:xfrm>
            <a:off x="3742675" y="3060580"/>
            <a:ext cx="1484901" cy="987577"/>
            <a:chOff x="4448849" y="3132651"/>
            <a:chExt cx="1624618" cy="1080500"/>
          </a:xfrm>
        </p:grpSpPr>
        <p:grpSp>
          <p:nvGrpSpPr>
            <p:cNvPr id="219" name="Google Shape;219;g3d7936b2ea4_3_0"/>
            <p:cNvGrpSpPr/>
            <p:nvPr/>
          </p:nvGrpSpPr>
          <p:grpSpPr>
            <a:xfrm>
              <a:off x="4448849" y="3132651"/>
              <a:ext cx="1624618" cy="1080500"/>
              <a:chOff x="1674323" y="4668226"/>
              <a:chExt cx="1219500" cy="656041"/>
            </a:xfrm>
          </p:grpSpPr>
          <p:grpSp>
            <p:nvGrpSpPr>
              <p:cNvPr id="220" name="Google Shape;220;g3d7936b2ea4_3_0"/>
              <p:cNvGrpSpPr/>
              <p:nvPr/>
            </p:nvGrpSpPr>
            <p:grpSpPr>
              <a:xfrm>
                <a:off x="2024513" y="4668226"/>
                <a:ext cx="513347" cy="390715"/>
                <a:chOff x="2024513" y="4668226"/>
                <a:chExt cx="513347" cy="390715"/>
              </a:xfrm>
            </p:grpSpPr>
            <p:grpSp>
              <p:nvGrpSpPr>
                <p:cNvPr id="221" name="Google Shape;221;g3d7936b2ea4_3_0"/>
                <p:cNvGrpSpPr/>
                <p:nvPr/>
              </p:nvGrpSpPr>
              <p:grpSpPr>
                <a:xfrm>
                  <a:off x="2024513" y="4668226"/>
                  <a:ext cx="513347" cy="390715"/>
                  <a:chOff x="2024513" y="4668226"/>
                  <a:chExt cx="513347" cy="390715"/>
                </a:xfrm>
              </p:grpSpPr>
              <p:sp>
                <p:nvSpPr>
                  <p:cNvPr id="203" name="Google Shape;203;g3d7936b2ea4_3_0"/>
                  <p:cNvSpPr/>
                  <p:nvPr/>
                </p:nvSpPr>
                <p:spPr>
                  <a:xfrm>
                    <a:off x="2024513" y="4668226"/>
                    <a:ext cx="513347" cy="390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3347" h="390715" extrusionOk="0">
                        <a:moveTo>
                          <a:pt x="331231" y="12211"/>
                        </a:moveTo>
                        <a:cubicBezTo>
                          <a:pt x="355679" y="12211"/>
                          <a:pt x="377676" y="25642"/>
                          <a:pt x="388675" y="47620"/>
                        </a:cubicBezTo>
                        <a:cubicBezTo>
                          <a:pt x="391119" y="52503"/>
                          <a:pt x="396009" y="56167"/>
                          <a:pt x="400899" y="57386"/>
                        </a:cubicBezTo>
                        <a:cubicBezTo>
                          <a:pt x="408233" y="58605"/>
                          <a:pt x="415568" y="62269"/>
                          <a:pt x="421676" y="65933"/>
                        </a:cubicBezTo>
                        <a:cubicBezTo>
                          <a:pt x="451014" y="84247"/>
                          <a:pt x="460793" y="122100"/>
                          <a:pt x="444899" y="152625"/>
                        </a:cubicBezTo>
                        <a:lnTo>
                          <a:pt x="442454" y="157508"/>
                        </a:lnTo>
                        <a:lnTo>
                          <a:pt x="397235" y="157508"/>
                        </a:lnTo>
                        <a:cubicBezTo>
                          <a:pt x="398454" y="159946"/>
                          <a:pt x="399680" y="162391"/>
                          <a:pt x="400899" y="166055"/>
                        </a:cubicBezTo>
                        <a:cubicBezTo>
                          <a:pt x="415568" y="200244"/>
                          <a:pt x="444899" y="236871"/>
                          <a:pt x="495015" y="236871"/>
                        </a:cubicBezTo>
                        <a:lnTo>
                          <a:pt x="501123" y="236871"/>
                        </a:lnTo>
                        <a:lnTo>
                          <a:pt x="501123" y="252747"/>
                        </a:lnTo>
                        <a:lnTo>
                          <a:pt x="501123" y="285710"/>
                        </a:lnTo>
                        <a:lnTo>
                          <a:pt x="387455" y="285710"/>
                        </a:lnTo>
                        <a:lnTo>
                          <a:pt x="387455" y="322337"/>
                        </a:lnTo>
                        <a:cubicBezTo>
                          <a:pt x="391119" y="319899"/>
                          <a:pt x="396009" y="317454"/>
                          <a:pt x="403343" y="317454"/>
                        </a:cubicBezTo>
                        <a:cubicBezTo>
                          <a:pt x="414342" y="317454"/>
                          <a:pt x="420457" y="322337"/>
                          <a:pt x="424121" y="324782"/>
                        </a:cubicBezTo>
                        <a:cubicBezTo>
                          <a:pt x="427792" y="327227"/>
                          <a:pt x="430236" y="329665"/>
                          <a:pt x="435126" y="329665"/>
                        </a:cubicBezTo>
                        <a:cubicBezTo>
                          <a:pt x="440009" y="329665"/>
                          <a:pt x="442454" y="328446"/>
                          <a:pt x="446124" y="324782"/>
                        </a:cubicBezTo>
                        <a:cubicBezTo>
                          <a:pt x="451014" y="321118"/>
                          <a:pt x="455904" y="317454"/>
                          <a:pt x="466902" y="317454"/>
                        </a:cubicBezTo>
                        <a:cubicBezTo>
                          <a:pt x="477901" y="317454"/>
                          <a:pt x="484016" y="322337"/>
                          <a:pt x="487680" y="324782"/>
                        </a:cubicBezTo>
                        <a:cubicBezTo>
                          <a:pt x="491344" y="327227"/>
                          <a:pt x="493789" y="329665"/>
                          <a:pt x="498678" y="329665"/>
                        </a:cubicBezTo>
                        <a:lnTo>
                          <a:pt x="498678" y="341877"/>
                        </a:lnTo>
                        <a:lnTo>
                          <a:pt x="498678" y="346760"/>
                        </a:lnTo>
                        <a:lnTo>
                          <a:pt x="498678" y="378504"/>
                        </a:lnTo>
                        <a:cubicBezTo>
                          <a:pt x="487680" y="378504"/>
                          <a:pt x="481571" y="373621"/>
                          <a:pt x="477901" y="371182"/>
                        </a:cubicBezTo>
                        <a:cubicBezTo>
                          <a:pt x="476682" y="367519"/>
                          <a:pt x="474237" y="366293"/>
                          <a:pt x="468121" y="366293"/>
                        </a:cubicBezTo>
                        <a:cubicBezTo>
                          <a:pt x="463232" y="366293"/>
                          <a:pt x="460793" y="367519"/>
                          <a:pt x="457123" y="371182"/>
                        </a:cubicBezTo>
                        <a:cubicBezTo>
                          <a:pt x="452233" y="373621"/>
                          <a:pt x="446124" y="378504"/>
                          <a:pt x="436345" y="378504"/>
                        </a:cubicBezTo>
                        <a:cubicBezTo>
                          <a:pt x="425347" y="378504"/>
                          <a:pt x="419232" y="373621"/>
                          <a:pt x="415568" y="371182"/>
                        </a:cubicBezTo>
                        <a:cubicBezTo>
                          <a:pt x="410678" y="367519"/>
                          <a:pt x="408233" y="366293"/>
                          <a:pt x="403343" y="366293"/>
                        </a:cubicBezTo>
                        <a:cubicBezTo>
                          <a:pt x="398454" y="366293"/>
                          <a:pt x="396009" y="367519"/>
                          <a:pt x="392345" y="371182"/>
                        </a:cubicBezTo>
                        <a:cubicBezTo>
                          <a:pt x="387455" y="374840"/>
                          <a:pt x="382566" y="378504"/>
                          <a:pt x="371567" y="378504"/>
                        </a:cubicBezTo>
                        <a:cubicBezTo>
                          <a:pt x="360562" y="378504"/>
                          <a:pt x="354454" y="373621"/>
                          <a:pt x="350789" y="371182"/>
                        </a:cubicBezTo>
                        <a:cubicBezTo>
                          <a:pt x="347119" y="368738"/>
                          <a:pt x="344674" y="366293"/>
                          <a:pt x="339785" y="366293"/>
                        </a:cubicBezTo>
                        <a:cubicBezTo>
                          <a:pt x="334895" y="366293"/>
                          <a:pt x="332457" y="367519"/>
                          <a:pt x="328786" y="371182"/>
                        </a:cubicBezTo>
                        <a:cubicBezTo>
                          <a:pt x="322677" y="373621"/>
                          <a:pt x="316562" y="378504"/>
                          <a:pt x="305564" y="378504"/>
                        </a:cubicBezTo>
                        <a:cubicBezTo>
                          <a:pt x="294565" y="378504"/>
                          <a:pt x="288450" y="373621"/>
                          <a:pt x="284786" y="371182"/>
                        </a:cubicBezTo>
                        <a:cubicBezTo>
                          <a:pt x="281122" y="367519"/>
                          <a:pt x="278677" y="366293"/>
                          <a:pt x="272562" y="366293"/>
                        </a:cubicBezTo>
                        <a:cubicBezTo>
                          <a:pt x="267672" y="366293"/>
                          <a:pt x="265227" y="367519"/>
                          <a:pt x="261563" y="371182"/>
                        </a:cubicBezTo>
                        <a:cubicBezTo>
                          <a:pt x="256674" y="373621"/>
                          <a:pt x="250565" y="378504"/>
                          <a:pt x="240786" y="378504"/>
                        </a:cubicBezTo>
                        <a:cubicBezTo>
                          <a:pt x="229787" y="378504"/>
                          <a:pt x="223672" y="373621"/>
                          <a:pt x="220008" y="371182"/>
                        </a:cubicBezTo>
                        <a:cubicBezTo>
                          <a:pt x="215118" y="367519"/>
                          <a:pt x="212673" y="366293"/>
                          <a:pt x="207784" y="366293"/>
                        </a:cubicBezTo>
                        <a:cubicBezTo>
                          <a:pt x="202894" y="366293"/>
                          <a:pt x="200449" y="367519"/>
                          <a:pt x="196785" y="371182"/>
                        </a:cubicBezTo>
                        <a:cubicBezTo>
                          <a:pt x="191896" y="374840"/>
                          <a:pt x="187006" y="378504"/>
                          <a:pt x="176007" y="378504"/>
                        </a:cubicBezTo>
                        <a:cubicBezTo>
                          <a:pt x="165003" y="378504"/>
                          <a:pt x="158894" y="373621"/>
                          <a:pt x="155223" y="371182"/>
                        </a:cubicBezTo>
                        <a:cubicBezTo>
                          <a:pt x="151559" y="368738"/>
                          <a:pt x="149115" y="366293"/>
                          <a:pt x="144225" y="366293"/>
                        </a:cubicBezTo>
                        <a:cubicBezTo>
                          <a:pt x="139335" y="366293"/>
                          <a:pt x="136891" y="367519"/>
                          <a:pt x="133226" y="371182"/>
                        </a:cubicBezTo>
                        <a:cubicBezTo>
                          <a:pt x="127118" y="373621"/>
                          <a:pt x="121002" y="378504"/>
                          <a:pt x="110004" y="378504"/>
                        </a:cubicBezTo>
                        <a:cubicBezTo>
                          <a:pt x="99005" y="378504"/>
                          <a:pt x="92890" y="373621"/>
                          <a:pt x="89226" y="371182"/>
                        </a:cubicBezTo>
                        <a:cubicBezTo>
                          <a:pt x="85556" y="367519"/>
                          <a:pt x="83111" y="366293"/>
                          <a:pt x="77002" y="366293"/>
                        </a:cubicBezTo>
                        <a:cubicBezTo>
                          <a:pt x="70893" y="366293"/>
                          <a:pt x="69668" y="367519"/>
                          <a:pt x="66004" y="371182"/>
                        </a:cubicBezTo>
                        <a:cubicBezTo>
                          <a:pt x="61114" y="373621"/>
                          <a:pt x="56224" y="378504"/>
                          <a:pt x="45226" y="378504"/>
                        </a:cubicBezTo>
                        <a:cubicBezTo>
                          <a:pt x="34221" y="378504"/>
                          <a:pt x="28112" y="373621"/>
                          <a:pt x="24448" y="371182"/>
                        </a:cubicBezTo>
                        <a:cubicBezTo>
                          <a:pt x="19559" y="367519"/>
                          <a:pt x="17114" y="366293"/>
                          <a:pt x="12224" y="366293"/>
                        </a:cubicBezTo>
                        <a:lnTo>
                          <a:pt x="12224" y="333330"/>
                        </a:lnTo>
                        <a:lnTo>
                          <a:pt x="12224" y="327227"/>
                        </a:lnTo>
                        <a:lnTo>
                          <a:pt x="12224" y="317454"/>
                        </a:lnTo>
                        <a:cubicBezTo>
                          <a:pt x="23222" y="317454"/>
                          <a:pt x="29331" y="322337"/>
                          <a:pt x="33002" y="324782"/>
                        </a:cubicBezTo>
                        <a:cubicBezTo>
                          <a:pt x="36666" y="328446"/>
                          <a:pt x="39111" y="329665"/>
                          <a:pt x="45226" y="329665"/>
                        </a:cubicBezTo>
                        <a:cubicBezTo>
                          <a:pt x="50116" y="329665"/>
                          <a:pt x="52554" y="328446"/>
                          <a:pt x="56224" y="324782"/>
                        </a:cubicBezTo>
                        <a:cubicBezTo>
                          <a:pt x="61114" y="322337"/>
                          <a:pt x="66004" y="317454"/>
                          <a:pt x="77002" y="317454"/>
                        </a:cubicBezTo>
                        <a:cubicBezTo>
                          <a:pt x="88001" y="317454"/>
                          <a:pt x="94116" y="322337"/>
                          <a:pt x="97780" y="324782"/>
                        </a:cubicBezTo>
                        <a:cubicBezTo>
                          <a:pt x="102669" y="328446"/>
                          <a:pt x="105114" y="329665"/>
                          <a:pt x="110004" y="329665"/>
                        </a:cubicBezTo>
                        <a:cubicBezTo>
                          <a:pt x="114894" y="329665"/>
                          <a:pt x="117338" y="328446"/>
                          <a:pt x="121002" y="324782"/>
                        </a:cubicBezTo>
                        <a:cubicBezTo>
                          <a:pt x="123447" y="323563"/>
                          <a:pt x="124673" y="321118"/>
                          <a:pt x="128337" y="319899"/>
                        </a:cubicBezTo>
                        <a:lnTo>
                          <a:pt x="128337" y="284491"/>
                        </a:lnTo>
                        <a:lnTo>
                          <a:pt x="12224" y="284491"/>
                        </a:lnTo>
                        <a:lnTo>
                          <a:pt x="12224" y="251521"/>
                        </a:lnTo>
                        <a:lnTo>
                          <a:pt x="12224" y="234427"/>
                        </a:lnTo>
                        <a:lnTo>
                          <a:pt x="22003" y="234427"/>
                        </a:lnTo>
                        <a:cubicBezTo>
                          <a:pt x="99005" y="234427"/>
                          <a:pt x="125892" y="151406"/>
                          <a:pt x="128337" y="118436"/>
                        </a:cubicBezTo>
                        <a:lnTo>
                          <a:pt x="128337" y="107450"/>
                        </a:lnTo>
                        <a:lnTo>
                          <a:pt x="144225" y="107450"/>
                        </a:lnTo>
                        <a:lnTo>
                          <a:pt x="144225" y="115991"/>
                        </a:lnTo>
                        <a:cubicBezTo>
                          <a:pt x="144225" y="134311"/>
                          <a:pt x="150340" y="163610"/>
                          <a:pt x="166228" y="188033"/>
                        </a:cubicBezTo>
                        <a:cubicBezTo>
                          <a:pt x="187006" y="218558"/>
                          <a:pt x="217563" y="234427"/>
                          <a:pt x="259119" y="234427"/>
                        </a:cubicBezTo>
                        <a:cubicBezTo>
                          <a:pt x="299455" y="234427"/>
                          <a:pt x="330012" y="218558"/>
                          <a:pt x="350789" y="185588"/>
                        </a:cubicBezTo>
                        <a:cubicBezTo>
                          <a:pt x="354454" y="179486"/>
                          <a:pt x="358124" y="172158"/>
                          <a:pt x="360562" y="166055"/>
                        </a:cubicBezTo>
                        <a:cubicBezTo>
                          <a:pt x="361788" y="163610"/>
                          <a:pt x="363007" y="161172"/>
                          <a:pt x="363007" y="157508"/>
                        </a:cubicBezTo>
                        <a:lnTo>
                          <a:pt x="350789" y="157508"/>
                        </a:lnTo>
                        <a:lnTo>
                          <a:pt x="314117" y="157508"/>
                        </a:lnTo>
                        <a:lnTo>
                          <a:pt x="281122" y="157508"/>
                        </a:lnTo>
                        <a:lnTo>
                          <a:pt x="202894" y="157508"/>
                        </a:lnTo>
                        <a:lnTo>
                          <a:pt x="167448" y="157508"/>
                        </a:lnTo>
                        <a:lnTo>
                          <a:pt x="167448" y="150180"/>
                        </a:lnTo>
                        <a:cubicBezTo>
                          <a:pt x="168673" y="126983"/>
                          <a:pt x="182116" y="105005"/>
                          <a:pt x="204120" y="94013"/>
                        </a:cubicBezTo>
                        <a:cubicBezTo>
                          <a:pt x="209003" y="91575"/>
                          <a:pt x="212673" y="86692"/>
                          <a:pt x="213893" y="81808"/>
                        </a:cubicBezTo>
                        <a:cubicBezTo>
                          <a:pt x="217563" y="63495"/>
                          <a:pt x="228561" y="48839"/>
                          <a:pt x="244450" y="42736"/>
                        </a:cubicBezTo>
                        <a:cubicBezTo>
                          <a:pt x="250565" y="40292"/>
                          <a:pt x="257893" y="37853"/>
                          <a:pt x="265227" y="37853"/>
                        </a:cubicBezTo>
                        <a:cubicBezTo>
                          <a:pt x="266453" y="37853"/>
                          <a:pt x="268898" y="37853"/>
                          <a:pt x="270117" y="37853"/>
                        </a:cubicBezTo>
                        <a:lnTo>
                          <a:pt x="271343" y="37853"/>
                        </a:lnTo>
                        <a:cubicBezTo>
                          <a:pt x="276232" y="37853"/>
                          <a:pt x="281122" y="35408"/>
                          <a:pt x="283560" y="32970"/>
                        </a:cubicBezTo>
                        <a:cubicBezTo>
                          <a:pt x="295784" y="19540"/>
                          <a:pt x="312898" y="12211"/>
                          <a:pt x="331231" y="12211"/>
                        </a:cubicBezTo>
                        <a:close/>
                        <a:moveTo>
                          <a:pt x="331231" y="0"/>
                        </a:moveTo>
                        <a:cubicBezTo>
                          <a:pt x="310453" y="0"/>
                          <a:pt x="289676" y="8547"/>
                          <a:pt x="275007" y="24423"/>
                        </a:cubicBezTo>
                        <a:cubicBezTo>
                          <a:pt x="273787" y="25642"/>
                          <a:pt x="272562" y="25642"/>
                          <a:pt x="271343" y="25642"/>
                        </a:cubicBezTo>
                        <a:lnTo>
                          <a:pt x="270117" y="25642"/>
                        </a:lnTo>
                        <a:cubicBezTo>
                          <a:pt x="267672" y="25642"/>
                          <a:pt x="266453" y="25642"/>
                          <a:pt x="264008" y="25642"/>
                        </a:cubicBezTo>
                        <a:cubicBezTo>
                          <a:pt x="255454" y="25642"/>
                          <a:pt x="246895" y="28080"/>
                          <a:pt x="238341" y="30525"/>
                        </a:cubicBezTo>
                        <a:cubicBezTo>
                          <a:pt x="218782" y="39072"/>
                          <a:pt x="205339" y="56167"/>
                          <a:pt x="201675" y="76925"/>
                        </a:cubicBezTo>
                        <a:cubicBezTo>
                          <a:pt x="201675" y="78145"/>
                          <a:pt x="200449" y="80583"/>
                          <a:pt x="198004" y="80583"/>
                        </a:cubicBezTo>
                        <a:cubicBezTo>
                          <a:pt x="178452" y="90356"/>
                          <a:pt x="163783" y="109888"/>
                          <a:pt x="157668" y="131866"/>
                        </a:cubicBezTo>
                        <a:cubicBezTo>
                          <a:pt x="156449" y="125764"/>
                          <a:pt x="156449" y="119655"/>
                          <a:pt x="156449" y="114772"/>
                        </a:cubicBezTo>
                        <a:lnTo>
                          <a:pt x="156449" y="107450"/>
                        </a:lnTo>
                        <a:lnTo>
                          <a:pt x="156449" y="95239"/>
                        </a:lnTo>
                        <a:lnTo>
                          <a:pt x="144225" y="95239"/>
                        </a:lnTo>
                        <a:lnTo>
                          <a:pt x="128337" y="95239"/>
                        </a:lnTo>
                        <a:lnTo>
                          <a:pt x="116113" y="95239"/>
                        </a:lnTo>
                        <a:lnTo>
                          <a:pt x="116113" y="107450"/>
                        </a:lnTo>
                        <a:lnTo>
                          <a:pt x="116113" y="118436"/>
                        </a:lnTo>
                        <a:cubicBezTo>
                          <a:pt x="114894" y="139194"/>
                          <a:pt x="94116" y="223441"/>
                          <a:pt x="22003" y="223441"/>
                        </a:cubicBezTo>
                        <a:lnTo>
                          <a:pt x="12224" y="223441"/>
                        </a:lnTo>
                        <a:lnTo>
                          <a:pt x="0" y="223441"/>
                        </a:lnTo>
                        <a:lnTo>
                          <a:pt x="0" y="235652"/>
                        </a:lnTo>
                        <a:lnTo>
                          <a:pt x="0" y="252747"/>
                        </a:lnTo>
                        <a:lnTo>
                          <a:pt x="0" y="285710"/>
                        </a:lnTo>
                        <a:lnTo>
                          <a:pt x="0" y="297921"/>
                        </a:lnTo>
                        <a:lnTo>
                          <a:pt x="12224" y="297921"/>
                        </a:lnTo>
                        <a:lnTo>
                          <a:pt x="116113" y="297921"/>
                        </a:lnTo>
                        <a:lnTo>
                          <a:pt x="116113" y="315016"/>
                        </a:lnTo>
                        <a:cubicBezTo>
                          <a:pt x="114894" y="315016"/>
                          <a:pt x="114894" y="316235"/>
                          <a:pt x="113668" y="316235"/>
                        </a:cubicBezTo>
                        <a:cubicBezTo>
                          <a:pt x="111223" y="317454"/>
                          <a:pt x="111223" y="317454"/>
                          <a:pt x="110004" y="317454"/>
                        </a:cubicBezTo>
                        <a:cubicBezTo>
                          <a:pt x="108778" y="317454"/>
                          <a:pt x="108778" y="317454"/>
                          <a:pt x="106334" y="315016"/>
                        </a:cubicBezTo>
                        <a:cubicBezTo>
                          <a:pt x="100225" y="311352"/>
                          <a:pt x="92890" y="305249"/>
                          <a:pt x="77002" y="305249"/>
                        </a:cubicBezTo>
                        <a:cubicBezTo>
                          <a:pt x="62333" y="305249"/>
                          <a:pt x="53780" y="311352"/>
                          <a:pt x="48890" y="315016"/>
                        </a:cubicBezTo>
                        <a:cubicBezTo>
                          <a:pt x="46445" y="317454"/>
                          <a:pt x="46445" y="317454"/>
                          <a:pt x="45226" y="317454"/>
                        </a:cubicBezTo>
                        <a:cubicBezTo>
                          <a:pt x="44000" y="317454"/>
                          <a:pt x="44000" y="317454"/>
                          <a:pt x="41556" y="315016"/>
                        </a:cubicBezTo>
                        <a:cubicBezTo>
                          <a:pt x="35447" y="311352"/>
                          <a:pt x="26887" y="305249"/>
                          <a:pt x="12224" y="305249"/>
                        </a:cubicBezTo>
                        <a:lnTo>
                          <a:pt x="0" y="305249"/>
                        </a:lnTo>
                        <a:lnTo>
                          <a:pt x="0" y="317454"/>
                        </a:lnTo>
                        <a:lnTo>
                          <a:pt x="0" y="328446"/>
                        </a:lnTo>
                        <a:lnTo>
                          <a:pt x="0" y="334549"/>
                        </a:lnTo>
                        <a:lnTo>
                          <a:pt x="0" y="366293"/>
                        </a:lnTo>
                        <a:lnTo>
                          <a:pt x="0" y="378504"/>
                        </a:lnTo>
                        <a:lnTo>
                          <a:pt x="12224" y="378504"/>
                        </a:lnTo>
                        <a:cubicBezTo>
                          <a:pt x="13443" y="378504"/>
                          <a:pt x="13443" y="378504"/>
                          <a:pt x="15888" y="380949"/>
                        </a:cubicBezTo>
                        <a:cubicBezTo>
                          <a:pt x="20778" y="384613"/>
                          <a:pt x="29331" y="390715"/>
                          <a:pt x="45226" y="390715"/>
                        </a:cubicBezTo>
                        <a:cubicBezTo>
                          <a:pt x="59888" y="390715"/>
                          <a:pt x="68448" y="384613"/>
                          <a:pt x="73338" y="380949"/>
                        </a:cubicBezTo>
                        <a:cubicBezTo>
                          <a:pt x="75783" y="378504"/>
                          <a:pt x="75783" y="378504"/>
                          <a:pt x="77002" y="378504"/>
                        </a:cubicBezTo>
                        <a:cubicBezTo>
                          <a:pt x="78221" y="378504"/>
                          <a:pt x="78221" y="378504"/>
                          <a:pt x="80666" y="380949"/>
                        </a:cubicBezTo>
                        <a:cubicBezTo>
                          <a:pt x="86781" y="384613"/>
                          <a:pt x="95335" y="390715"/>
                          <a:pt x="110004" y="390715"/>
                        </a:cubicBezTo>
                        <a:cubicBezTo>
                          <a:pt x="124673" y="390715"/>
                          <a:pt x="133226" y="384613"/>
                          <a:pt x="138116" y="380949"/>
                        </a:cubicBezTo>
                        <a:cubicBezTo>
                          <a:pt x="140561" y="378504"/>
                          <a:pt x="140561" y="378504"/>
                          <a:pt x="141780" y="378504"/>
                        </a:cubicBezTo>
                        <a:cubicBezTo>
                          <a:pt x="143006" y="378504"/>
                          <a:pt x="143006" y="378504"/>
                          <a:pt x="145451" y="380949"/>
                        </a:cubicBezTo>
                        <a:cubicBezTo>
                          <a:pt x="150340" y="384613"/>
                          <a:pt x="158894" y="390715"/>
                          <a:pt x="173563" y="390715"/>
                        </a:cubicBezTo>
                        <a:cubicBezTo>
                          <a:pt x="188225" y="390715"/>
                          <a:pt x="196785" y="384613"/>
                          <a:pt x="201675" y="380949"/>
                        </a:cubicBezTo>
                        <a:cubicBezTo>
                          <a:pt x="206558" y="378504"/>
                          <a:pt x="206558" y="378504"/>
                          <a:pt x="207784" y="378504"/>
                        </a:cubicBezTo>
                        <a:cubicBezTo>
                          <a:pt x="209003" y="378504"/>
                          <a:pt x="209003" y="378504"/>
                          <a:pt x="211448" y="380949"/>
                        </a:cubicBezTo>
                        <a:cubicBezTo>
                          <a:pt x="216337" y="384613"/>
                          <a:pt x="224898" y="390715"/>
                          <a:pt x="239560" y="390715"/>
                        </a:cubicBezTo>
                        <a:cubicBezTo>
                          <a:pt x="254229" y="390715"/>
                          <a:pt x="262783" y="384613"/>
                          <a:pt x="267672" y="380949"/>
                        </a:cubicBezTo>
                        <a:cubicBezTo>
                          <a:pt x="270117" y="378504"/>
                          <a:pt x="270117" y="378504"/>
                          <a:pt x="271343" y="378504"/>
                        </a:cubicBezTo>
                        <a:cubicBezTo>
                          <a:pt x="272562" y="378504"/>
                          <a:pt x="272562" y="378504"/>
                          <a:pt x="275007" y="380949"/>
                        </a:cubicBezTo>
                        <a:cubicBezTo>
                          <a:pt x="279896" y="384613"/>
                          <a:pt x="288450" y="390715"/>
                          <a:pt x="303119" y="390715"/>
                        </a:cubicBezTo>
                        <a:cubicBezTo>
                          <a:pt x="317788" y="390715"/>
                          <a:pt x="326341" y="384613"/>
                          <a:pt x="331231" y="380949"/>
                        </a:cubicBezTo>
                        <a:cubicBezTo>
                          <a:pt x="333676" y="378504"/>
                          <a:pt x="333676" y="378504"/>
                          <a:pt x="334895" y="378504"/>
                        </a:cubicBezTo>
                        <a:cubicBezTo>
                          <a:pt x="336121" y="378504"/>
                          <a:pt x="336121" y="378504"/>
                          <a:pt x="338565" y="380949"/>
                        </a:cubicBezTo>
                        <a:cubicBezTo>
                          <a:pt x="343455" y="384613"/>
                          <a:pt x="352009" y="390715"/>
                          <a:pt x="366678" y="390715"/>
                        </a:cubicBezTo>
                        <a:cubicBezTo>
                          <a:pt x="381346" y="390715"/>
                          <a:pt x="389900" y="384613"/>
                          <a:pt x="394790" y="380949"/>
                        </a:cubicBezTo>
                        <a:cubicBezTo>
                          <a:pt x="402124" y="378504"/>
                          <a:pt x="402124" y="378504"/>
                          <a:pt x="403343" y="378504"/>
                        </a:cubicBezTo>
                        <a:cubicBezTo>
                          <a:pt x="404569" y="378504"/>
                          <a:pt x="404569" y="378504"/>
                          <a:pt x="407014" y="380949"/>
                        </a:cubicBezTo>
                        <a:cubicBezTo>
                          <a:pt x="411897" y="384613"/>
                          <a:pt x="420457" y="390715"/>
                          <a:pt x="435126" y="390715"/>
                        </a:cubicBezTo>
                        <a:cubicBezTo>
                          <a:pt x="449789" y="390715"/>
                          <a:pt x="458349" y="384613"/>
                          <a:pt x="463232" y="380949"/>
                        </a:cubicBezTo>
                        <a:cubicBezTo>
                          <a:pt x="465677" y="378504"/>
                          <a:pt x="465677" y="378504"/>
                          <a:pt x="466902" y="378504"/>
                        </a:cubicBezTo>
                        <a:cubicBezTo>
                          <a:pt x="468121" y="378504"/>
                          <a:pt x="468121" y="378504"/>
                          <a:pt x="470566" y="380949"/>
                        </a:cubicBezTo>
                        <a:cubicBezTo>
                          <a:pt x="475456" y="384613"/>
                          <a:pt x="484016" y="390715"/>
                          <a:pt x="498678" y="390715"/>
                        </a:cubicBezTo>
                        <a:lnTo>
                          <a:pt x="510902" y="390715"/>
                        </a:lnTo>
                        <a:lnTo>
                          <a:pt x="510902" y="378504"/>
                        </a:lnTo>
                        <a:lnTo>
                          <a:pt x="510902" y="345541"/>
                        </a:lnTo>
                        <a:lnTo>
                          <a:pt x="510902" y="341877"/>
                        </a:lnTo>
                        <a:lnTo>
                          <a:pt x="510902" y="329665"/>
                        </a:lnTo>
                        <a:lnTo>
                          <a:pt x="510902" y="317454"/>
                        </a:lnTo>
                        <a:lnTo>
                          <a:pt x="498678" y="317454"/>
                        </a:lnTo>
                        <a:cubicBezTo>
                          <a:pt x="497459" y="317454"/>
                          <a:pt x="497459" y="317454"/>
                          <a:pt x="495015" y="315016"/>
                        </a:cubicBezTo>
                        <a:cubicBezTo>
                          <a:pt x="490125" y="311352"/>
                          <a:pt x="481571" y="305249"/>
                          <a:pt x="466902" y="305249"/>
                        </a:cubicBezTo>
                        <a:cubicBezTo>
                          <a:pt x="452233" y="305249"/>
                          <a:pt x="443680" y="311352"/>
                          <a:pt x="438790" y="315016"/>
                        </a:cubicBezTo>
                        <a:cubicBezTo>
                          <a:pt x="437564" y="317454"/>
                          <a:pt x="437564" y="317454"/>
                          <a:pt x="436345" y="317454"/>
                        </a:cubicBezTo>
                        <a:cubicBezTo>
                          <a:pt x="435126" y="317454"/>
                          <a:pt x="435126" y="317454"/>
                          <a:pt x="432681" y="315016"/>
                        </a:cubicBezTo>
                        <a:cubicBezTo>
                          <a:pt x="426566" y="311352"/>
                          <a:pt x="418012" y="305249"/>
                          <a:pt x="403343" y="305249"/>
                        </a:cubicBezTo>
                        <a:cubicBezTo>
                          <a:pt x="402124" y="305249"/>
                          <a:pt x="400899" y="305249"/>
                          <a:pt x="399680" y="305249"/>
                        </a:cubicBezTo>
                        <a:lnTo>
                          <a:pt x="399680" y="296702"/>
                        </a:lnTo>
                        <a:lnTo>
                          <a:pt x="501123" y="296702"/>
                        </a:lnTo>
                        <a:lnTo>
                          <a:pt x="513347" y="296702"/>
                        </a:lnTo>
                        <a:lnTo>
                          <a:pt x="513347" y="284491"/>
                        </a:lnTo>
                        <a:lnTo>
                          <a:pt x="513347" y="251521"/>
                        </a:lnTo>
                        <a:lnTo>
                          <a:pt x="513347" y="235652"/>
                        </a:lnTo>
                        <a:lnTo>
                          <a:pt x="513347" y="223441"/>
                        </a:lnTo>
                        <a:lnTo>
                          <a:pt x="501123" y="223441"/>
                        </a:lnTo>
                        <a:lnTo>
                          <a:pt x="492570" y="223441"/>
                        </a:lnTo>
                        <a:cubicBezTo>
                          <a:pt x="448569" y="223441"/>
                          <a:pt x="425347" y="192916"/>
                          <a:pt x="413123" y="168494"/>
                        </a:cubicBezTo>
                        <a:lnTo>
                          <a:pt x="440009" y="168494"/>
                        </a:lnTo>
                        <a:lnTo>
                          <a:pt x="447344" y="168494"/>
                        </a:lnTo>
                        <a:lnTo>
                          <a:pt x="451014" y="161172"/>
                        </a:lnTo>
                        <a:lnTo>
                          <a:pt x="453459" y="156289"/>
                        </a:lnTo>
                        <a:cubicBezTo>
                          <a:pt x="473011" y="120881"/>
                          <a:pt x="460793" y="75700"/>
                          <a:pt x="426566" y="54948"/>
                        </a:cubicBezTo>
                        <a:cubicBezTo>
                          <a:pt x="419232" y="50058"/>
                          <a:pt x="410678" y="46400"/>
                          <a:pt x="402124" y="45175"/>
                        </a:cubicBezTo>
                        <a:cubicBezTo>
                          <a:pt x="399680" y="45175"/>
                          <a:pt x="398454" y="43956"/>
                          <a:pt x="397235" y="41517"/>
                        </a:cubicBezTo>
                        <a:cubicBezTo>
                          <a:pt x="386230" y="15875"/>
                          <a:pt x="359343" y="0"/>
                          <a:pt x="331231" y="0"/>
                        </a:cubicBezTo>
                        <a:close/>
                        <a:moveTo>
                          <a:pt x="169892" y="168494"/>
                        </a:moveTo>
                        <a:lnTo>
                          <a:pt x="202894" y="168494"/>
                        </a:lnTo>
                        <a:lnTo>
                          <a:pt x="281122" y="168494"/>
                        </a:lnTo>
                        <a:lnTo>
                          <a:pt x="314117" y="168494"/>
                        </a:lnTo>
                        <a:lnTo>
                          <a:pt x="344674" y="168494"/>
                        </a:lnTo>
                        <a:cubicBezTo>
                          <a:pt x="343455" y="172158"/>
                          <a:pt x="341010" y="174602"/>
                          <a:pt x="339785" y="178266"/>
                        </a:cubicBezTo>
                        <a:cubicBezTo>
                          <a:pt x="321452" y="207566"/>
                          <a:pt x="295784" y="220996"/>
                          <a:pt x="259119" y="220996"/>
                        </a:cubicBezTo>
                        <a:cubicBezTo>
                          <a:pt x="222453" y="220996"/>
                          <a:pt x="194341" y="207566"/>
                          <a:pt x="177227" y="180705"/>
                        </a:cubicBezTo>
                        <a:cubicBezTo>
                          <a:pt x="173563" y="177041"/>
                          <a:pt x="172337" y="173383"/>
                          <a:pt x="169892" y="16849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2" name="Google Shape;222;g3d7936b2ea4_3_0"/>
                  <p:cNvSpPr/>
                  <p:nvPr/>
                </p:nvSpPr>
                <p:spPr>
                  <a:xfrm>
                    <a:off x="2030622" y="4674335"/>
                    <a:ext cx="499904" cy="379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904" h="379723" extrusionOk="0">
                        <a:moveTo>
                          <a:pt x="495015" y="378504"/>
                        </a:moveTo>
                        <a:cubicBezTo>
                          <a:pt x="481571" y="378504"/>
                          <a:pt x="475456" y="373621"/>
                          <a:pt x="470566" y="369957"/>
                        </a:cubicBezTo>
                        <a:cubicBezTo>
                          <a:pt x="466902" y="367512"/>
                          <a:pt x="465683" y="366293"/>
                          <a:pt x="463238" y="366293"/>
                        </a:cubicBezTo>
                        <a:cubicBezTo>
                          <a:pt x="460793" y="366293"/>
                          <a:pt x="458349" y="367512"/>
                          <a:pt x="455904" y="369957"/>
                        </a:cubicBezTo>
                        <a:cubicBezTo>
                          <a:pt x="451014" y="373621"/>
                          <a:pt x="443680" y="378504"/>
                          <a:pt x="431456" y="378504"/>
                        </a:cubicBezTo>
                        <a:cubicBezTo>
                          <a:pt x="418012" y="378504"/>
                          <a:pt x="411904" y="373621"/>
                          <a:pt x="407014" y="369957"/>
                        </a:cubicBezTo>
                        <a:cubicBezTo>
                          <a:pt x="403343" y="367512"/>
                          <a:pt x="402124" y="366293"/>
                          <a:pt x="399680" y="366293"/>
                        </a:cubicBezTo>
                        <a:cubicBezTo>
                          <a:pt x="397235" y="366293"/>
                          <a:pt x="394790" y="367512"/>
                          <a:pt x="392345" y="369957"/>
                        </a:cubicBezTo>
                        <a:cubicBezTo>
                          <a:pt x="387455" y="373621"/>
                          <a:pt x="380121" y="378504"/>
                          <a:pt x="367897" y="378504"/>
                        </a:cubicBezTo>
                        <a:cubicBezTo>
                          <a:pt x="354454" y="378504"/>
                          <a:pt x="348345" y="373621"/>
                          <a:pt x="343455" y="369957"/>
                        </a:cubicBezTo>
                        <a:cubicBezTo>
                          <a:pt x="339791" y="367512"/>
                          <a:pt x="338565" y="366293"/>
                          <a:pt x="336121" y="366293"/>
                        </a:cubicBezTo>
                        <a:cubicBezTo>
                          <a:pt x="332457" y="366293"/>
                          <a:pt x="331231" y="367512"/>
                          <a:pt x="328786" y="369957"/>
                        </a:cubicBezTo>
                        <a:cubicBezTo>
                          <a:pt x="323897" y="373621"/>
                          <a:pt x="316562" y="378504"/>
                          <a:pt x="304345" y="378504"/>
                        </a:cubicBezTo>
                        <a:cubicBezTo>
                          <a:pt x="290895" y="378504"/>
                          <a:pt x="284786" y="373621"/>
                          <a:pt x="279896" y="369957"/>
                        </a:cubicBezTo>
                        <a:cubicBezTo>
                          <a:pt x="276232" y="367512"/>
                          <a:pt x="275007" y="366293"/>
                          <a:pt x="272562" y="366293"/>
                        </a:cubicBezTo>
                        <a:cubicBezTo>
                          <a:pt x="268898" y="366293"/>
                          <a:pt x="267672" y="367512"/>
                          <a:pt x="265227" y="369957"/>
                        </a:cubicBezTo>
                        <a:cubicBezTo>
                          <a:pt x="260344" y="373621"/>
                          <a:pt x="253010" y="378504"/>
                          <a:pt x="240786" y="378504"/>
                        </a:cubicBezTo>
                        <a:cubicBezTo>
                          <a:pt x="227342" y="378504"/>
                          <a:pt x="221227" y="373621"/>
                          <a:pt x="216337" y="369957"/>
                        </a:cubicBezTo>
                        <a:cubicBezTo>
                          <a:pt x="212673" y="367512"/>
                          <a:pt x="211454" y="366293"/>
                          <a:pt x="209009" y="366293"/>
                        </a:cubicBezTo>
                        <a:cubicBezTo>
                          <a:pt x="205339" y="366293"/>
                          <a:pt x="204120" y="367512"/>
                          <a:pt x="201675" y="369957"/>
                        </a:cubicBezTo>
                        <a:cubicBezTo>
                          <a:pt x="196785" y="373621"/>
                          <a:pt x="189451" y="378504"/>
                          <a:pt x="177227" y="378504"/>
                        </a:cubicBezTo>
                        <a:cubicBezTo>
                          <a:pt x="163784" y="378504"/>
                          <a:pt x="157675" y="373621"/>
                          <a:pt x="152785" y="369957"/>
                        </a:cubicBezTo>
                        <a:cubicBezTo>
                          <a:pt x="149115" y="367512"/>
                          <a:pt x="147895" y="366293"/>
                          <a:pt x="145451" y="366293"/>
                        </a:cubicBezTo>
                        <a:cubicBezTo>
                          <a:pt x="143006" y="366293"/>
                          <a:pt x="140561" y="367512"/>
                          <a:pt x="138116" y="369957"/>
                        </a:cubicBezTo>
                        <a:cubicBezTo>
                          <a:pt x="133226" y="373621"/>
                          <a:pt x="125892" y="378504"/>
                          <a:pt x="113668" y="378504"/>
                        </a:cubicBezTo>
                        <a:cubicBezTo>
                          <a:pt x="100225" y="378504"/>
                          <a:pt x="94116" y="373621"/>
                          <a:pt x="89226" y="369957"/>
                        </a:cubicBezTo>
                        <a:cubicBezTo>
                          <a:pt x="85556" y="367512"/>
                          <a:pt x="84337" y="366293"/>
                          <a:pt x="81892" y="366293"/>
                        </a:cubicBezTo>
                        <a:cubicBezTo>
                          <a:pt x="79447" y="366293"/>
                          <a:pt x="67223" y="366293"/>
                          <a:pt x="63559" y="369957"/>
                        </a:cubicBezTo>
                        <a:cubicBezTo>
                          <a:pt x="58669" y="373621"/>
                          <a:pt x="51335" y="378504"/>
                          <a:pt x="39111" y="378504"/>
                        </a:cubicBezTo>
                        <a:cubicBezTo>
                          <a:pt x="25667" y="378504"/>
                          <a:pt x="19559" y="373621"/>
                          <a:pt x="14669" y="369957"/>
                        </a:cubicBezTo>
                        <a:cubicBezTo>
                          <a:pt x="10998" y="367512"/>
                          <a:pt x="9779" y="366293"/>
                          <a:pt x="7334" y="366293"/>
                        </a:cubicBezTo>
                        <a:lnTo>
                          <a:pt x="0" y="366293"/>
                        </a:lnTo>
                        <a:lnTo>
                          <a:pt x="0" y="305243"/>
                        </a:lnTo>
                        <a:lnTo>
                          <a:pt x="6115" y="305243"/>
                        </a:lnTo>
                        <a:cubicBezTo>
                          <a:pt x="19559" y="305243"/>
                          <a:pt x="25667" y="310126"/>
                          <a:pt x="30557" y="313790"/>
                        </a:cubicBezTo>
                        <a:cubicBezTo>
                          <a:pt x="34221" y="316235"/>
                          <a:pt x="35447" y="317454"/>
                          <a:pt x="37891" y="317454"/>
                        </a:cubicBezTo>
                        <a:cubicBezTo>
                          <a:pt x="41556" y="317454"/>
                          <a:pt x="42781" y="316235"/>
                          <a:pt x="45226" y="313790"/>
                        </a:cubicBezTo>
                        <a:cubicBezTo>
                          <a:pt x="50116" y="310126"/>
                          <a:pt x="57450" y="305243"/>
                          <a:pt x="69668" y="305243"/>
                        </a:cubicBezTo>
                        <a:cubicBezTo>
                          <a:pt x="83117" y="305243"/>
                          <a:pt x="89226" y="310126"/>
                          <a:pt x="94116" y="313790"/>
                        </a:cubicBezTo>
                        <a:cubicBezTo>
                          <a:pt x="97780" y="316235"/>
                          <a:pt x="99006" y="317454"/>
                          <a:pt x="101450" y="317454"/>
                        </a:cubicBezTo>
                        <a:cubicBezTo>
                          <a:pt x="103895" y="317454"/>
                          <a:pt x="106340" y="316235"/>
                          <a:pt x="108785" y="313790"/>
                        </a:cubicBezTo>
                        <a:cubicBezTo>
                          <a:pt x="110004" y="312571"/>
                          <a:pt x="111223" y="311352"/>
                          <a:pt x="113668" y="310126"/>
                        </a:cubicBezTo>
                        <a:lnTo>
                          <a:pt x="113668" y="284484"/>
                        </a:lnTo>
                        <a:lnTo>
                          <a:pt x="0" y="284484"/>
                        </a:lnTo>
                        <a:lnTo>
                          <a:pt x="0" y="223441"/>
                        </a:lnTo>
                        <a:lnTo>
                          <a:pt x="15888" y="223441"/>
                        </a:lnTo>
                        <a:cubicBezTo>
                          <a:pt x="94116" y="223441"/>
                          <a:pt x="113668" y="136749"/>
                          <a:pt x="116113" y="112327"/>
                        </a:cubicBezTo>
                        <a:lnTo>
                          <a:pt x="116113" y="95232"/>
                        </a:lnTo>
                        <a:lnTo>
                          <a:pt x="122228" y="95232"/>
                        </a:lnTo>
                        <a:lnTo>
                          <a:pt x="144225" y="95232"/>
                        </a:lnTo>
                        <a:lnTo>
                          <a:pt x="144225" y="109888"/>
                        </a:lnTo>
                        <a:cubicBezTo>
                          <a:pt x="144225" y="126983"/>
                          <a:pt x="149115" y="155063"/>
                          <a:pt x="165003" y="178260"/>
                        </a:cubicBezTo>
                        <a:cubicBezTo>
                          <a:pt x="184561" y="207566"/>
                          <a:pt x="213893" y="222215"/>
                          <a:pt x="251784" y="222215"/>
                        </a:cubicBezTo>
                        <a:cubicBezTo>
                          <a:pt x="289676" y="222215"/>
                          <a:pt x="319007" y="206346"/>
                          <a:pt x="337346" y="177041"/>
                        </a:cubicBezTo>
                        <a:cubicBezTo>
                          <a:pt x="341010" y="170938"/>
                          <a:pt x="344674" y="164830"/>
                          <a:pt x="347119" y="157508"/>
                        </a:cubicBezTo>
                        <a:lnTo>
                          <a:pt x="155230" y="157508"/>
                        </a:lnTo>
                        <a:lnTo>
                          <a:pt x="156449" y="142852"/>
                        </a:lnTo>
                        <a:cubicBezTo>
                          <a:pt x="158894" y="115991"/>
                          <a:pt x="173563" y="92794"/>
                          <a:pt x="195560" y="81802"/>
                        </a:cubicBezTo>
                        <a:cubicBezTo>
                          <a:pt x="199230" y="79363"/>
                          <a:pt x="201675" y="75699"/>
                          <a:pt x="201675" y="72036"/>
                        </a:cubicBezTo>
                        <a:cubicBezTo>
                          <a:pt x="205339" y="53722"/>
                          <a:pt x="217563" y="37847"/>
                          <a:pt x="234677" y="30525"/>
                        </a:cubicBezTo>
                        <a:cubicBezTo>
                          <a:pt x="242005" y="26861"/>
                          <a:pt x="250565" y="25642"/>
                          <a:pt x="257899" y="25642"/>
                        </a:cubicBezTo>
                        <a:cubicBezTo>
                          <a:pt x="259119" y="25642"/>
                          <a:pt x="261563" y="25642"/>
                          <a:pt x="262789" y="25642"/>
                        </a:cubicBezTo>
                        <a:lnTo>
                          <a:pt x="264008" y="25642"/>
                        </a:lnTo>
                        <a:cubicBezTo>
                          <a:pt x="267672" y="25642"/>
                          <a:pt x="270117" y="24416"/>
                          <a:pt x="272562" y="21978"/>
                        </a:cubicBezTo>
                        <a:cubicBezTo>
                          <a:pt x="286011" y="7322"/>
                          <a:pt x="304345" y="0"/>
                          <a:pt x="323897" y="0"/>
                        </a:cubicBezTo>
                        <a:cubicBezTo>
                          <a:pt x="350789" y="0"/>
                          <a:pt x="374012" y="14650"/>
                          <a:pt x="386236" y="39072"/>
                        </a:cubicBezTo>
                        <a:cubicBezTo>
                          <a:pt x="387455" y="42730"/>
                          <a:pt x="391126" y="45174"/>
                          <a:pt x="394790" y="45174"/>
                        </a:cubicBezTo>
                        <a:cubicBezTo>
                          <a:pt x="403343" y="46394"/>
                          <a:pt x="410678" y="50058"/>
                          <a:pt x="416793" y="54941"/>
                        </a:cubicBezTo>
                        <a:cubicBezTo>
                          <a:pt x="448569" y="74480"/>
                          <a:pt x="459568" y="115991"/>
                          <a:pt x="441235" y="148961"/>
                        </a:cubicBezTo>
                        <a:lnTo>
                          <a:pt x="437571" y="157508"/>
                        </a:lnTo>
                        <a:lnTo>
                          <a:pt x="397235" y="157508"/>
                        </a:lnTo>
                        <a:cubicBezTo>
                          <a:pt x="408233" y="183143"/>
                          <a:pt x="432681" y="224660"/>
                          <a:pt x="485235" y="224660"/>
                        </a:cubicBezTo>
                        <a:lnTo>
                          <a:pt x="499904" y="224660"/>
                        </a:lnTo>
                        <a:lnTo>
                          <a:pt x="499904" y="285710"/>
                        </a:lnTo>
                        <a:lnTo>
                          <a:pt x="386236" y="285710"/>
                        </a:lnTo>
                        <a:lnTo>
                          <a:pt x="386236" y="307688"/>
                        </a:lnTo>
                        <a:cubicBezTo>
                          <a:pt x="389900" y="306462"/>
                          <a:pt x="392345" y="306462"/>
                          <a:pt x="396009" y="306462"/>
                        </a:cubicBezTo>
                        <a:cubicBezTo>
                          <a:pt x="409459" y="306462"/>
                          <a:pt x="415568" y="311352"/>
                          <a:pt x="420457" y="315009"/>
                        </a:cubicBezTo>
                        <a:cubicBezTo>
                          <a:pt x="424121" y="317454"/>
                          <a:pt x="425347" y="318673"/>
                          <a:pt x="427792" y="318673"/>
                        </a:cubicBezTo>
                        <a:cubicBezTo>
                          <a:pt x="431456" y="318673"/>
                          <a:pt x="432681" y="317454"/>
                          <a:pt x="435126" y="315009"/>
                        </a:cubicBezTo>
                        <a:cubicBezTo>
                          <a:pt x="440016" y="311352"/>
                          <a:pt x="447344" y="306462"/>
                          <a:pt x="459568" y="306462"/>
                        </a:cubicBezTo>
                        <a:cubicBezTo>
                          <a:pt x="473011" y="306462"/>
                          <a:pt x="479126" y="311352"/>
                          <a:pt x="484016" y="315009"/>
                        </a:cubicBezTo>
                        <a:cubicBezTo>
                          <a:pt x="487680" y="317454"/>
                          <a:pt x="488906" y="318673"/>
                          <a:pt x="491350" y="318673"/>
                        </a:cubicBezTo>
                        <a:lnTo>
                          <a:pt x="497459" y="318673"/>
                        </a:lnTo>
                        <a:lnTo>
                          <a:pt x="497459" y="379723"/>
                        </a:lnTo>
                        <a:lnTo>
                          <a:pt x="495015" y="379723"/>
                        </a:lnTo>
                        <a:lnTo>
                          <a:pt x="495015" y="37850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23" name="Google Shape;223;g3d7936b2ea4_3_0"/>
                <p:cNvGrpSpPr/>
                <p:nvPr/>
              </p:nvGrpSpPr>
              <p:grpSpPr>
                <a:xfrm>
                  <a:off x="2036737" y="4680431"/>
                  <a:ext cx="488899" cy="366293"/>
                  <a:chOff x="2036737" y="4680431"/>
                  <a:chExt cx="488899" cy="366293"/>
                </a:xfrm>
              </p:grpSpPr>
              <p:sp>
                <p:nvSpPr>
                  <p:cNvPr id="224" name="Google Shape;224;g3d7936b2ea4_3_0"/>
                  <p:cNvSpPr/>
                  <p:nvPr/>
                </p:nvSpPr>
                <p:spPr>
                  <a:xfrm>
                    <a:off x="2297075" y="4781772"/>
                    <a:ext cx="83117" cy="4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117" h="42736" extrusionOk="0">
                        <a:moveTo>
                          <a:pt x="83117" y="26867"/>
                        </a:moveTo>
                        <a:lnTo>
                          <a:pt x="42781" y="26867"/>
                        </a:lnTo>
                        <a:cubicBezTo>
                          <a:pt x="28112" y="26867"/>
                          <a:pt x="15888" y="14656"/>
                          <a:pt x="15888" y="0"/>
                        </a:cubicBezTo>
                        <a:lnTo>
                          <a:pt x="0" y="0"/>
                        </a:lnTo>
                        <a:cubicBezTo>
                          <a:pt x="0" y="23203"/>
                          <a:pt x="19558" y="42736"/>
                          <a:pt x="42781" y="42736"/>
                        </a:cubicBezTo>
                        <a:lnTo>
                          <a:pt x="79447" y="42736"/>
                        </a:lnTo>
                        <a:cubicBezTo>
                          <a:pt x="79447" y="41517"/>
                          <a:pt x="80672" y="36634"/>
                          <a:pt x="83117" y="26867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5" name="Google Shape;225;g3d7936b2ea4_3_0"/>
                  <p:cNvSpPr/>
                  <p:nvPr/>
                </p:nvSpPr>
                <p:spPr>
                  <a:xfrm>
                    <a:off x="2193186" y="4680431"/>
                    <a:ext cx="282574" cy="1440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2574" h="144077" extrusionOk="0">
                        <a:moveTo>
                          <a:pt x="98999" y="128208"/>
                        </a:moveTo>
                        <a:lnTo>
                          <a:pt x="17107" y="128208"/>
                        </a:lnTo>
                        <a:cubicBezTo>
                          <a:pt x="20778" y="113552"/>
                          <a:pt x="29331" y="101341"/>
                          <a:pt x="42775" y="94019"/>
                        </a:cubicBezTo>
                        <a:cubicBezTo>
                          <a:pt x="52554" y="89136"/>
                          <a:pt x="58669" y="80589"/>
                          <a:pt x="61114" y="69597"/>
                        </a:cubicBezTo>
                        <a:cubicBezTo>
                          <a:pt x="63559" y="58611"/>
                          <a:pt x="70887" y="48845"/>
                          <a:pt x="81892" y="45181"/>
                        </a:cubicBezTo>
                        <a:cubicBezTo>
                          <a:pt x="88001" y="42736"/>
                          <a:pt x="92890" y="41517"/>
                          <a:pt x="98999" y="42736"/>
                        </a:cubicBezTo>
                        <a:cubicBezTo>
                          <a:pt x="110004" y="43955"/>
                          <a:pt x="119777" y="40298"/>
                          <a:pt x="127111" y="31751"/>
                        </a:cubicBezTo>
                        <a:cubicBezTo>
                          <a:pt x="136890" y="21978"/>
                          <a:pt x="149114" y="15875"/>
                          <a:pt x="162558" y="15875"/>
                        </a:cubicBezTo>
                        <a:cubicBezTo>
                          <a:pt x="180891" y="15875"/>
                          <a:pt x="196779" y="25642"/>
                          <a:pt x="205339" y="42736"/>
                        </a:cubicBezTo>
                        <a:cubicBezTo>
                          <a:pt x="210229" y="52503"/>
                          <a:pt x="218782" y="58611"/>
                          <a:pt x="228561" y="61050"/>
                        </a:cubicBezTo>
                        <a:cubicBezTo>
                          <a:pt x="233451" y="62276"/>
                          <a:pt x="239560" y="64714"/>
                          <a:pt x="244450" y="67159"/>
                        </a:cubicBezTo>
                        <a:cubicBezTo>
                          <a:pt x="265227" y="80589"/>
                          <a:pt x="272562" y="106231"/>
                          <a:pt x="264008" y="128208"/>
                        </a:cubicBezTo>
                        <a:lnTo>
                          <a:pt x="234670" y="128208"/>
                        </a:lnTo>
                        <a:cubicBezTo>
                          <a:pt x="237115" y="136756"/>
                          <a:pt x="239560" y="142858"/>
                          <a:pt x="240786" y="144077"/>
                        </a:cubicBezTo>
                        <a:lnTo>
                          <a:pt x="272562" y="144077"/>
                        </a:lnTo>
                        <a:lnTo>
                          <a:pt x="275007" y="139194"/>
                        </a:lnTo>
                        <a:cubicBezTo>
                          <a:pt x="290895" y="108669"/>
                          <a:pt x="281115" y="70823"/>
                          <a:pt x="251784" y="52503"/>
                        </a:cubicBezTo>
                        <a:cubicBezTo>
                          <a:pt x="245675" y="48845"/>
                          <a:pt x="238341" y="45181"/>
                          <a:pt x="231006" y="43955"/>
                        </a:cubicBezTo>
                        <a:cubicBezTo>
                          <a:pt x="224891" y="42736"/>
                          <a:pt x="221227" y="39072"/>
                          <a:pt x="218782" y="34189"/>
                        </a:cubicBezTo>
                        <a:cubicBezTo>
                          <a:pt x="207784" y="13431"/>
                          <a:pt x="187006" y="0"/>
                          <a:pt x="162558" y="0"/>
                        </a:cubicBezTo>
                        <a:cubicBezTo>
                          <a:pt x="145444" y="0"/>
                          <a:pt x="128337" y="7328"/>
                          <a:pt x="116113" y="20758"/>
                        </a:cubicBezTo>
                        <a:cubicBezTo>
                          <a:pt x="112449" y="24422"/>
                          <a:pt x="107559" y="26867"/>
                          <a:pt x="101444" y="25642"/>
                        </a:cubicBezTo>
                        <a:cubicBezTo>
                          <a:pt x="92890" y="24422"/>
                          <a:pt x="84336" y="25642"/>
                          <a:pt x="75776" y="29306"/>
                        </a:cubicBezTo>
                        <a:cubicBezTo>
                          <a:pt x="59888" y="36634"/>
                          <a:pt x="48890" y="50064"/>
                          <a:pt x="46445" y="67159"/>
                        </a:cubicBezTo>
                        <a:cubicBezTo>
                          <a:pt x="45219" y="73261"/>
                          <a:pt x="41555" y="76925"/>
                          <a:pt x="36666" y="79363"/>
                        </a:cubicBezTo>
                        <a:cubicBezTo>
                          <a:pt x="15888" y="90356"/>
                          <a:pt x="2445" y="112333"/>
                          <a:pt x="0" y="135530"/>
                        </a:cubicBezTo>
                        <a:lnTo>
                          <a:pt x="0" y="142858"/>
                        </a:lnTo>
                        <a:lnTo>
                          <a:pt x="112449" y="142858"/>
                        </a:lnTo>
                        <a:cubicBezTo>
                          <a:pt x="107559" y="140413"/>
                          <a:pt x="102669" y="134311"/>
                          <a:pt x="98999" y="128208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" name="Google Shape;226;g3d7936b2ea4_3_0"/>
                  <p:cNvSpPr/>
                  <p:nvPr/>
                </p:nvSpPr>
                <p:spPr>
                  <a:xfrm>
                    <a:off x="2036737" y="4936842"/>
                    <a:ext cx="488899" cy="76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899" h="76918" extrusionOk="0">
                        <a:moveTo>
                          <a:pt x="0" y="15875"/>
                        </a:moveTo>
                        <a:lnTo>
                          <a:pt x="116113" y="15875"/>
                        </a:lnTo>
                        <a:lnTo>
                          <a:pt x="116113" y="51283"/>
                        </a:lnTo>
                        <a:cubicBezTo>
                          <a:pt x="113668" y="52503"/>
                          <a:pt x="111223" y="54941"/>
                          <a:pt x="108778" y="56167"/>
                        </a:cubicBezTo>
                        <a:cubicBezTo>
                          <a:pt x="105114" y="59831"/>
                          <a:pt x="102669" y="61050"/>
                          <a:pt x="97780" y="61050"/>
                        </a:cubicBezTo>
                        <a:cubicBezTo>
                          <a:pt x="92890" y="61050"/>
                          <a:pt x="90445" y="59831"/>
                          <a:pt x="86781" y="56167"/>
                        </a:cubicBezTo>
                        <a:cubicBezTo>
                          <a:pt x="81892" y="53722"/>
                          <a:pt x="75776" y="48839"/>
                          <a:pt x="64778" y="48839"/>
                        </a:cubicBezTo>
                        <a:cubicBezTo>
                          <a:pt x="53780" y="48839"/>
                          <a:pt x="48890" y="53722"/>
                          <a:pt x="44000" y="56167"/>
                        </a:cubicBezTo>
                        <a:cubicBezTo>
                          <a:pt x="40336" y="59831"/>
                          <a:pt x="37891" y="61050"/>
                          <a:pt x="33002" y="61050"/>
                        </a:cubicBezTo>
                        <a:cubicBezTo>
                          <a:pt x="28112" y="61050"/>
                          <a:pt x="25667" y="59831"/>
                          <a:pt x="21997" y="56167"/>
                        </a:cubicBezTo>
                        <a:cubicBezTo>
                          <a:pt x="17114" y="53722"/>
                          <a:pt x="10998" y="48839"/>
                          <a:pt x="0" y="48839"/>
                        </a:cubicBezTo>
                        <a:lnTo>
                          <a:pt x="0" y="64714"/>
                        </a:lnTo>
                        <a:cubicBezTo>
                          <a:pt x="4890" y="64714"/>
                          <a:pt x="7334" y="65933"/>
                          <a:pt x="10998" y="69597"/>
                        </a:cubicBezTo>
                        <a:cubicBezTo>
                          <a:pt x="15888" y="73261"/>
                          <a:pt x="20778" y="76919"/>
                          <a:pt x="31776" y="76919"/>
                        </a:cubicBezTo>
                        <a:cubicBezTo>
                          <a:pt x="42781" y="76919"/>
                          <a:pt x="48890" y="73261"/>
                          <a:pt x="53780" y="69597"/>
                        </a:cubicBezTo>
                        <a:cubicBezTo>
                          <a:pt x="57444" y="67152"/>
                          <a:pt x="59888" y="64714"/>
                          <a:pt x="64778" y="64714"/>
                        </a:cubicBezTo>
                        <a:cubicBezTo>
                          <a:pt x="69668" y="64714"/>
                          <a:pt x="72113" y="65933"/>
                          <a:pt x="75776" y="69597"/>
                        </a:cubicBezTo>
                        <a:cubicBezTo>
                          <a:pt x="80666" y="73261"/>
                          <a:pt x="86781" y="76919"/>
                          <a:pt x="97780" y="76919"/>
                        </a:cubicBezTo>
                        <a:cubicBezTo>
                          <a:pt x="108778" y="76919"/>
                          <a:pt x="114894" y="72036"/>
                          <a:pt x="118558" y="69597"/>
                        </a:cubicBezTo>
                        <a:cubicBezTo>
                          <a:pt x="122222" y="67152"/>
                          <a:pt x="124666" y="64714"/>
                          <a:pt x="129556" y="64714"/>
                        </a:cubicBezTo>
                        <a:cubicBezTo>
                          <a:pt x="134446" y="64714"/>
                          <a:pt x="136891" y="65933"/>
                          <a:pt x="140561" y="69597"/>
                        </a:cubicBezTo>
                        <a:cubicBezTo>
                          <a:pt x="145451" y="73261"/>
                          <a:pt x="150334" y="76919"/>
                          <a:pt x="161339" y="76919"/>
                        </a:cubicBezTo>
                        <a:cubicBezTo>
                          <a:pt x="172337" y="76919"/>
                          <a:pt x="178446" y="72036"/>
                          <a:pt x="182116" y="69597"/>
                        </a:cubicBezTo>
                        <a:cubicBezTo>
                          <a:pt x="185780" y="67152"/>
                          <a:pt x="188225" y="64714"/>
                          <a:pt x="193115" y="64714"/>
                        </a:cubicBezTo>
                        <a:cubicBezTo>
                          <a:pt x="198004" y="64714"/>
                          <a:pt x="200449" y="65933"/>
                          <a:pt x="204113" y="69597"/>
                        </a:cubicBezTo>
                        <a:cubicBezTo>
                          <a:pt x="209003" y="73261"/>
                          <a:pt x="213893" y="76919"/>
                          <a:pt x="224891" y="76919"/>
                        </a:cubicBezTo>
                        <a:cubicBezTo>
                          <a:pt x="235896" y="76919"/>
                          <a:pt x="242005" y="72036"/>
                          <a:pt x="245675" y="69597"/>
                        </a:cubicBezTo>
                        <a:cubicBezTo>
                          <a:pt x="249339" y="67152"/>
                          <a:pt x="251784" y="64714"/>
                          <a:pt x="256674" y="64714"/>
                        </a:cubicBezTo>
                        <a:cubicBezTo>
                          <a:pt x="261563" y="64714"/>
                          <a:pt x="264008" y="65933"/>
                          <a:pt x="267672" y="69597"/>
                        </a:cubicBezTo>
                        <a:cubicBezTo>
                          <a:pt x="272562" y="73261"/>
                          <a:pt x="277451" y="76919"/>
                          <a:pt x="288450" y="76919"/>
                        </a:cubicBezTo>
                        <a:cubicBezTo>
                          <a:pt x="299455" y="76919"/>
                          <a:pt x="305564" y="72036"/>
                          <a:pt x="309228" y="69597"/>
                        </a:cubicBezTo>
                        <a:cubicBezTo>
                          <a:pt x="312898" y="67152"/>
                          <a:pt x="315343" y="64714"/>
                          <a:pt x="320233" y="64714"/>
                        </a:cubicBezTo>
                        <a:cubicBezTo>
                          <a:pt x="325122" y="64714"/>
                          <a:pt x="327561" y="65933"/>
                          <a:pt x="331231" y="69597"/>
                        </a:cubicBezTo>
                        <a:cubicBezTo>
                          <a:pt x="336121" y="73261"/>
                          <a:pt x="341010" y="76919"/>
                          <a:pt x="352009" y="76919"/>
                        </a:cubicBezTo>
                        <a:cubicBezTo>
                          <a:pt x="363007" y="76919"/>
                          <a:pt x="369122" y="72036"/>
                          <a:pt x="372786" y="69597"/>
                        </a:cubicBezTo>
                        <a:cubicBezTo>
                          <a:pt x="376457" y="67152"/>
                          <a:pt x="378895" y="64714"/>
                          <a:pt x="383785" y="64714"/>
                        </a:cubicBezTo>
                        <a:cubicBezTo>
                          <a:pt x="388675" y="64714"/>
                          <a:pt x="391119" y="65933"/>
                          <a:pt x="394790" y="69597"/>
                        </a:cubicBezTo>
                        <a:cubicBezTo>
                          <a:pt x="399680" y="73261"/>
                          <a:pt x="404563" y="76919"/>
                          <a:pt x="415568" y="76919"/>
                        </a:cubicBezTo>
                        <a:cubicBezTo>
                          <a:pt x="426566" y="76919"/>
                          <a:pt x="432675" y="72036"/>
                          <a:pt x="436345" y="69597"/>
                        </a:cubicBezTo>
                        <a:cubicBezTo>
                          <a:pt x="440009" y="67152"/>
                          <a:pt x="442454" y="64714"/>
                          <a:pt x="447344" y="64714"/>
                        </a:cubicBezTo>
                        <a:cubicBezTo>
                          <a:pt x="452233" y="64714"/>
                          <a:pt x="454678" y="65933"/>
                          <a:pt x="458342" y="69597"/>
                        </a:cubicBezTo>
                        <a:cubicBezTo>
                          <a:pt x="463232" y="73261"/>
                          <a:pt x="468121" y="76919"/>
                          <a:pt x="479126" y="76919"/>
                        </a:cubicBezTo>
                        <a:lnTo>
                          <a:pt x="479126" y="61050"/>
                        </a:lnTo>
                        <a:cubicBezTo>
                          <a:pt x="474237" y="61050"/>
                          <a:pt x="471792" y="59831"/>
                          <a:pt x="468121" y="56167"/>
                        </a:cubicBezTo>
                        <a:cubicBezTo>
                          <a:pt x="463232" y="52503"/>
                          <a:pt x="458342" y="48839"/>
                          <a:pt x="447344" y="48839"/>
                        </a:cubicBezTo>
                        <a:cubicBezTo>
                          <a:pt x="436345" y="48839"/>
                          <a:pt x="430230" y="53722"/>
                          <a:pt x="426566" y="56167"/>
                        </a:cubicBezTo>
                        <a:cubicBezTo>
                          <a:pt x="422902" y="58605"/>
                          <a:pt x="420457" y="61050"/>
                          <a:pt x="415568" y="61050"/>
                        </a:cubicBezTo>
                        <a:cubicBezTo>
                          <a:pt x="410678" y="61050"/>
                          <a:pt x="408233" y="59831"/>
                          <a:pt x="404563" y="56167"/>
                        </a:cubicBezTo>
                        <a:cubicBezTo>
                          <a:pt x="408233" y="53722"/>
                          <a:pt x="402124" y="48839"/>
                          <a:pt x="391119" y="48839"/>
                        </a:cubicBezTo>
                        <a:cubicBezTo>
                          <a:pt x="383785" y="48839"/>
                          <a:pt x="378895" y="51283"/>
                          <a:pt x="375231" y="53722"/>
                        </a:cubicBezTo>
                        <a:lnTo>
                          <a:pt x="375231" y="17094"/>
                        </a:lnTo>
                        <a:lnTo>
                          <a:pt x="488899" y="17094"/>
                        </a:lnTo>
                        <a:lnTo>
                          <a:pt x="488899" y="0"/>
                        </a:lnTo>
                        <a:lnTo>
                          <a:pt x="0" y="0"/>
                        </a:lnTo>
                        <a:lnTo>
                          <a:pt x="0" y="15875"/>
                        </a:lnTo>
                        <a:close/>
                        <a:moveTo>
                          <a:pt x="358117" y="61050"/>
                        </a:moveTo>
                        <a:cubicBezTo>
                          <a:pt x="353228" y="61050"/>
                          <a:pt x="350789" y="59831"/>
                          <a:pt x="347119" y="56167"/>
                        </a:cubicBezTo>
                        <a:cubicBezTo>
                          <a:pt x="342230" y="53722"/>
                          <a:pt x="336121" y="48839"/>
                          <a:pt x="326341" y="48839"/>
                        </a:cubicBezTo>
                        <a:cubicBezTo>
                          <a:pt x="316562" y="48839"/>
                          <a:pt x="309228" y="53722"/>
                          <a:pt x="305564" y="56167"/>
                        </a:cubicBezTo>
                        <a:cubicBezTo>
                          <a:pt x="300674" y="59831"/>
                          <a:pt x="298229" y="61050"/>
                          <a:pt x="293339" y="61050"/>
                        </a:cubicBezTo>
                        <a:cubicBezTo>
                          <a:pt x="288450" y="61050"/>
                          <a:pt x="286005" y="59831"/>
                          <a:pt x="282341" y="56167"/>
                        </a:cubicBezTo>
                        <a:cubicBezTo>
                          <a:pt x="277451" y="52503"/>
                          <a:pt x="272562" y="48839"/>
                          <a:pt x="261563" y="48839"/>
                        </a:cubicBezTo>
                        <a:cubicBezTo>
                          <a:pt x="250558" y="48839"/>
                          <a:pt x="244450" y="53722"/>
                          <a:pt x="240786" y="56167"/>
                        </a:cubicBezTo>
                        <a:cubicBezTo>
                          <a:pt x="237115" y="58605"/>
                          <a:pt x="234670" y="61050"/>
                          <a:pt x="229781" y="61050"/>
                        </a:cubicBezTo>
                        <a:cubicBezTo>
                          <a:pt x="224891" y="61050"/>
                          <a:pt x="222453" y="59831"/>
                          <a:pt x="218782" y="56167"/>
                        </a:cubicBezTo>
                        <a:cubicBezTo>
                          <a:pt x="212673" y="53722"/>
                          <a:pt x="206558" y="48839"/>
                          <a:pt x="195560" y="48839"/>
                        </a:cubicBezTo>
                        <a:cubicBezTo>
                          <a:pt x="184561" y="48839"/>
                          <a:pt x="178446" y="53722"/>
                          <a:pt x="174782" y="56167"/>
                        </a:cubicBezTo>
                        <a:cubicBezTo>
                          <a:pt x="171118" y="59831"/>
                          <a:pt x="168673" y="61050"/>
                          <a:pt x="162558" y="61050"/>
                        </a:cubicBezTo>
                        <a:cubicBezTo>
                          <a:pt x="157668" y="61050"/>
                          <a:pt x="155223" y="59831"/>
                          <a:pt x="151559" y="56167"/>
                        </a:cubicBezTo>
                        <a:cubicBezTo>
                          <a:pt x="147889" y="53722"/>
                          <a:pt x="141780" y="48839"/>
                          <a:pt x="132001" y="48839"/>
                        </a:cubicBezTo>
                        <a:lnTo>
                          <a:pt x="132001" y="15875"/>
                        </a:lnTo>
                        <a:lnTo>
                          <a:pt x="358117" y="15875"/>
                        </a:lnTo>
                        <a:lnTo>
                          <a:pt x="358117" y="61050"/>
                        </a:ln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" name="Google Shape;227;g3d7936b2ea4_3_0"/>
                  <p:cNvSpPr/>
                  <p:nvPr/>
                </p:nvSpPr>
                <p:spPr>
                  <a:xfrm>
                    <a:off x="2036737" y="4775670"/>
                    <a:ext cx="488899" cy="1440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899" h="144077" extrusionOk="0">
                        <a:moveTo>
                          <a:pt x="480346" y="128202"/>
                        </a:moveTo>
                        <a:cubicBezTo>
                          <a:pt x="429011" y="128202"/>
                          <a:pt x="400899" y="91575"/>
                          <a:pt x="386230" y="57386"/>
                        </a:cubicBezTo>
                        <a:cubicBezTo>
                          <a:pt x="377676" y="37847"/>
                          <a:pt x="375231" y="19533"/>
                          <a:pt x="375231" y="8547"/>
                        </a:cubicBezTo>
                        <a:lnTo>
                          <a:pt x="375231" y="0"/>
                        </a:lnTo>
                        <a:lnTo>
                          <a:pt x="359343" y="0"/>
                        </a:lnTo>
                        <a:lnTo>
                          <a:pt x="359343" y="10986"/>
                        </a:lnTo>
                        <a:cubicBezTo>
                          <a:pt x="359343" y="21978"/>
                          <a:pt x="355673" y="39072"/>
                          <a:pt x="348345" y="56167"/>
                        </a:cubicBezTo>
                        <a:cubicBezTo>
                          <a:pt x="345900" y="62269"/>
                          <a:pt x="342230" y="69597"/>
                          <a:pt x="338565" y="75699"/>
                        </a:cubicBezTo>
                        <a:cubicBezTo>
                          <a:pt x="319007" y="107444"/>
                          <a:pt x="288450" y="124538"/>
                          <a:pt x="246895" y="124538"/>
                        </a:cubicBezTo>
                        <a:cubicBezTo>
                          <a:pt x="205339" y="124538"/>
                          <a:pt x="174782" y="108663"/>
                          <a:pt x="154004" y="78145"/>
                        </a:cubicBezTo>
                        <a:cubicBezTo>
                          <a:pt x="138116" y="53722"/>
                          <a:pt x="132001" y="24416"/>
                          <a:pt x="132001" y="6102"/>
                        </a:cubicBezTo>
                        <a:lnTo>
                          <a:pt x="132001" y="0"/>
                        </a:lnTo>
                        <a:lnTo>
                          <a:pt x="116113" y="0"/>
                        </a:lnTo>
                        <a:lnTo>
                          <a:pt x="116113" y="10986"/>
                        </a:lnTo>
                        <a:cubicBezTo>
                          <a:pt x="113668" y="45175"/>
                          <a:pt x="86781" y="126983"/>
                          <a:pt x="9779" y="126983"/>
                        </a:cubicBezTo>
                        <a:lnTo>
                          <a:pt x="0" y="126983"/>
                        </a:lnTo>
                        <a:lnTo>
                          <a:pt x="0" y="144077"/>
                        </a:lnTo>
                        <a:lnTo>
                          <a:pt x="488899" y="144077"/>
                        </a:lnTo>
                        <a:lnTo>
                          <a:pt x="488899" y="126983"/>
                        </a:lnTo>
                        <a:lnTo>
                          <a:pt x="480346" y="126983"/>
                        </a:lnTo>
                        <a:lnTo>
                          <a:pt x="480346" y="128202"/>
                        </a:lnTo>
                        <a:close/>
                        <a:moveTo>
                          <a:pt x="424121" y="128202"/>
                        </a:moveTo>
                        <a:lnTo>
                          <a:pt x="375231" y="128202"/>
                        </a:lnTo>
                        <a:lnTo>
                          <a:pt x="375231" y="70816"/>
                        </a:lnTo>
                        <a:cubicBezTo>
                          <a:pt x="377676" y="76919"/>
                          <a:pt x="381340" y="83028"/>
                          <a:pt x="385011" y="89130"/>
                        </a:cubicBezTo>
                        <a:cubicBezTo>
                          <a:pt x="393564" y="102561"/>
                          <a:pt x="405788" y="117210"/>
                          <a:pt x="424121" y="128202"/>
                        </a:cubicBezTo>
                        <a:close/>
                        <a:moveTo>
                          <a:pt x="352009" y="85466"/>
                        </a:moveTo>
                        <a:cubicBezTo>
                          <a:pt x="354454" y="81802"/>
                          <a:pt x="356898" y="76919"/>
                          <a:pt x="358117" y="73255"/>
                        </a:cubicBezTo>
                        <a:lnTo>
                          <a:pt x="358117" y="128202"/>
                        </a:lnTo>
                        <a:lnTo>
                          <a:pt x="306783" y="128202"/>
                        </a:lnTo>
                        <a:cubicBezTo>
                          <a:pt x="328786" y="117210"/>
                          <a:pt x="342230" y="101341"/>
                          <a:pt x="352009" y="85466"/>
                        </a:cubicBezTo>
                        <a:close/>
                        <a:moveTo>
                          <a:pt x="140561" y="87911"/>
                        </a:moveTo>
                        <a:cubicBezTo>
                          <a:pt x="149115" y="101341"/>
                          <a:pt x="163783" y="117210"/>
                          <a:pt x="184561" y="128202"/>
                        </a:cubicBezTo>
                        <a:lnTo>
                          <a:pt x="132001" y="128202"/>
                        </a:lnTo>
                        <a:lnTo>
                          <a:pt x="132001" y="74480"/>
                        </a:lnTo>
                        <a:cubicBezTo>
                          <a:pt x="134446" y="79363"/>
                          <a:pt x="136891" y="84247"/>
                          <a:pt x="140561" y="87911"/>
                        </a:cubicBezTo>
                        <a:close/>
                        <a:moveTo>
                          <a:pt x="106334" y="89130"/>
                        </a:moveTo>
                        <a:cubicBezTo>
                          <a:pt x="110004" y="83028"/>
                          <a:pt x="113668" y="76919"/>
                          <a:pt x="116113" y="70816"/>
                        </a:cubicBezTo>
                        <a:lnTo>
                          <a:pt x="116113" y="128202"/>
                        </a:lnTo>
                        <a:lnTo>
                          <a:pt x="67223" y="128202"/>
                        </a:lnTo>
                        <a:cubicBezTo>
                          <a:pt x="85556" y="117210"/>
                          <a:pt x="97780" y="102561"/>
                          <a:pt x="106334" y="89130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" name="Google Shape;228;g3d7936b2ea4_3_0"/>
                  <p:cNvSpPr/>
                  <p:nvPr/>
                </p:nvSpPr>
                <p:spPr>
                  <a:xfrm>
                    <a:off x="2036737" y="5018644"/>
                    <a:ext cx="479126" cy="280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9126" h="28080" extrusionOk="0">
                        <a:moveTo>
                          <a:pt x="455897" y="0"/>
                        </a:moveTo>
                        <a:cubicBezTo>
                          <a:pt x="444899" y="0"/>
                          <a:pt x="438790" y="4884"/>
                          <a:pt x="435120" y="7328"/>
                        </a:cubicBezTo>
                        <a:cubicBezTo>
                          <a:pt x="431456" y="9767"/>
                          <a:pt x="429011" y="12211"/>
                          <a:pt x="424121" y="12211"/>
                        </a:cubicBezTo>
                        <a:cubicBezTo>
                          <a:pt x="419232" y="12211"/>
                          <a:pt x="416787" y="10986"/>
                          <a:pt x="413123" y="7328"/>
                        </a:cubicBezTo>
                        <a:cubicBezTo>
                          <a:pt x="408233" y="3664"/>
                          <a:pt x="403343" y="0"/>
                          <a:pt x="392345" y="0"/>
                        </a:cubicBezTo>
                        <a:cubicBezTo>
                          <a:pt x="381340" y="0"/>
                          <a:pt x="375231" y="4884"/>
                          <a:pt x="371567" y="7328"/>
                        </a:cubicBezTo>
                        <a:cubicBezTo>
                          <a:pt x="367897" y="9767"/>
                          <a:pt x="365452" y="12211"/>
                          <a:pt x="360562" y="12211"/>
                        </a:cubicBezTo>
                        <a:cubicBezTo>
                          <a:pt x="355673" y="12211"/>
                          <a:pt x="353228" y="10986"/>
                          <a:pt x="349564" y="7328"/>
                        </a:cubicBezTo>
                        <a:cubicBezTo>
                          <a:pt x="344674" y="3664"/>
                          <a:pt x="339785" y="0"/>
                          <a:pt x="328786" y="0"/>
                        </a:cubicBezTo>
                        <a:cubicBezTo>
                          <a:pt x="317788" y="0"/>
                          <a:pt x="311673" y="4884"/>
                          <a:pt x="308008" y="7328"/>
                        </a:cubicBezTo>
                        <a:cubicBezTo>
                          <a:pt x="304338" y="9767"/>
                          <a:pt x="301893" y="12211"/>
                          <a:pt x="297010" y="12211"/>
                        </a:cubicBezTo>
                        <a:cubicBezTo>
                          <a:pt x="292120" y="12211"/>
                          <a:pt x="289676" y="10986"/>
                          <a:pt x="286005" y="7328"/>
                        </a:cubicBezTo>
                        <a:cubicBezTo>
                          <a:pt x="281115" y="3664"/>
                          <a:pt x="276226" y="0"/>
                          <a:pt x="265227" y="0"/>
                        </a:cubicBezTo>
                        <a:cubicBezTo>
                          <a:pt x="254229" y="0"/>
                          <a:pt x="248120" y="4884"/>
                          <a:pt x="244450" y="7328"/>
                        </a:cubicBezTo>
                        <a:cubicBezTo>
                          <a:pt x="240786" y="9767"/>
                          <a:pt x="238341" y="12211"/>
                          <a:pt x="233451" y="12211"/>
                        </a:cubicBezTo>
                        <a:cubicBezTo>
                          <a:pt x="228561" y="12211"/>
                          <a:pt x="226117" y="10986"/>
                          <a:pt x="222453" y="7328"/>
                        </a:cubicBezTo>
                        <a:cubicBezTo>
                          <a:pt x="217563" y="3664"/>
                          <a:pt x="212673" y="0"/>
                          <a:pt x="201669" y="0"/>
                        </a:cubicBezTo>
                        <a:cubicBezTo>
                          <a:pt x="190670" y="0"/>
                          <a:pt x="184561" y="4884"/>
                          <a:pt x="180891" y="7328"/>
                        </a:cubicBezTo>
                        <a:cubicBezTo>
                          <a:pt x="177227" y="9767"/>
                          <a:pt x="174782" y="12211"/>
                          <a:pt x="169892" y="12211"/>
                        </a:cubicBezTo>
                        <a:cubicBezTo>
                          <a:pt x="165003" y="12211"/>
                          <a:pt x="162558" y="10986"/>
                          <a:pt x="158894" y="7328"/>
                        </a:cubicBezTo>
                        <a:cubicBezTo>
                          <a:pt x="154004" y="3664"/>
                          <a:pt x="149115" y="0"/>
                          <a:pt x="138116" y="0"/>
                        </a:cubicBezTo>
                        <a:cubicBezTo>
                          <a:pt x="127111" y="0"/>
                          <a:pt x="121002" y="4884"/>
                          <a:pt x="117338" y="7328"/>
                        </a:cubicBezTo>
                        <a:cubicBezTo>
                          <a:pt x="113668" y="9767"/>
                          <a:pt x="111223" y="12211"/>
                          <a:pt x="106334" y="12211"/>
                        </a:cubicBezTo>
                        <a:cubicBezTo>
                          <a:pt x="101444" y="12211"/>
                          <a:pt x="98999" y="10986"/>
                          <a:pt x="95335" y="7328"/>
                        </a:cubicBezTo>
                        <a:cubicBezTo>
                          <a:pt x="90445" y="3664"/>
                          <a:pt x="85556" y="0"/>
                          <a:pt x="74557" y="0"/>
                        </a:cubicBezTo>
                        <a:cubicBezTo>
                          <a:pt x="63559" y="0"/>
                          <a:pt x="48890" y="3664"/>
                          <a:pt x="44000" y="7328"/>
                        </a:cubicBezTo>
                        <a:cubicBezTo>
                          <a:pt x="40336" y="9767"/>
                          <a:pt x="37891" y="12211"/>
                          <a:pt x="33002" y="12211"/>
                        </a:cubicBezTo>
                        <a:cubicBezTo>
                          <a:pt x="28112" y="12211"/>
                          <a:pt x="25667" y="10986"/>
                          <a:pt x="21997" y="7328"/>
                        </a:cubicBezTo>
                        <a:cubicBezTo>
                          <a:pt x="17114" y="3664"/>
                          <a:pt x="10998" y="0"/>
                          <a:pt x="0" y="0"/>
                        </a:cubicBezTo>
                        <a:lnTo>
                          <a:pt x="0" y="15875"/>
                        </a:lnTo>
                        <a:cubicBezTo>
                          <a:pt x="4890" y="15875"/>
                          <a:pt x="7334" y="17094"/>
                          <a:pt x="10998" y="20759"/>
                        </a:cubicBezTo>
                        <a:cubicBezTo>
                          <a:pt x="15888" y="23197"/>
                          <a:pt x="21997" y="28080"/>
                          <a:pt x="33002" y="28080"/>
                        </a:cubicBezTo>
                        <a:cubicBezTo>
                          <a:pt x="44000" y="28080"/>
                          <a:pt x="50109" y="23197"/>
                          <a:pt x="53780" y="20759"/>
                        </a:cubicBezTo>
                        <a:cubicBezTo>
                          <a:pt x="57444" y="17094"/>
                          <a:pt x="59888" y="15875"/>
                          <a:pt x="64778" y="15875"/>
                        </a:cubicBezTo>
                        <a:cubicBezTo>
                          <a:pt x="69668" y="15875"/>
                          <a:pt x="72113" y="17094"/>
                          <a:pt x="75776" y="20759"/>
                        </a:cubicBezTo>
                        <a:cubicBezTo>
                          <a:pt x="80666" y="23197"/>
                          <a:pt x="86781" y="28080"/>
                          <a:pt x="97780" y="28080"/>
                        </a:cubicBezTo>
                        <a:cubicBezTo>
                          <a:pt x="108778" y="28080"/>
                          <a:pt x="114894" y="23197"/>
                          <a:pt x="118558" y="20759"/>
                        </a:cubicBezTo>
                        <a:cubicBezTo>
                          <a:pt x="122222" y="18314"/>
                          <a:pt x="124666" y="15875"/>
                          <a:pt x="129556" y="15875"/>
                        </a:cubicBezTo>
                        <a:cubicBezTo>
                          <a:pt x="134446" y="15875"/>
                          <a:pt x="136891" y="17094"/>
                          <a:pt x="140561" y="20759"/>
                        </a:cubicBezTo>
                        <a:cubicBezTo>
                          <a:pt x="145451" y="24423"/>
                          <a:pt x="150334" y="28080"/>
                          <a:pt x="161339" y="28080"/>
                        </a:cubicBezTo>
                        <a:cubicBezTo>
                          <a:pt x="172337" y="28080"/>
                          <a:pt x="178446" y="23197"/>
                          <a:pt x="182116" y="20759"/>
                        </a:cubicBezTo>
                        <a:cubicBezTo>
                          <a:pt x="185780" y="18314"/>
                          <a:pt x="188225" y="15875"/>
                          <a:pt x="193115" y="15875"/>
                        </a:cubicBezTo>
                        <a:cubicBezTo>
                          <a:pt x="198004" y="15875"/>
                          <a:pt x="200449" y="17094"/>
                          <a:pt x="204113" y="20759"/>
                        </a:cubicBezTo>
                        <a:cubicBezTo>
                          <a:pt x="209003" y="24423"/>
                          <a:pt x="213893" y="28080"/>
                          <a:pt x="224891" y="28080"/>
                        </a:cubicBezTo>
                        <a:cubicBezTo>
                          <a:pt x="235896" y="28080"/>
                          <a:pt x="242005" y="23197"/>
                          <a:pt x="245675" y="20759"/>
                        </a:cubicBezTo>
                        <a:cubicBezTo>
                          <a:pt x="249339" y="18314"/>
                          <a:pt x="251784" y="15875"/>
                          <a:pt x="256674" y="15875"/>
                        </a:cubicBezTo>
                        <a:cubicBezTo>
                          <a:pt x="261563" y="15875"/>
                          <a:pt x="264008" y="17094"/>
                          <a:pt x="267672" y="20759"/>
                        </a:cubicBezTo>
                        <a:cubicBezTo>
                          <a:pt x="272562" y="24423"/>
                          <a:pt x="277451" y="28080"/>
                          <a:pt x="288450" y="28080"/>
                        </a:cubicBezTo>
                        <a:cubicBezTo>
                          <a:pt x="299455" y="28080"/>
                          <a:pt x="305564" y="23197"/>
                          <a:pt x="309228" y="20759"/>
                        </a:cubicBezTo>
                        <a:cubicBezTo>
                          <a:pt x="312898" y="18314"/>
                          <a:pt x="315343" y="15875"/>
                          <a:pt x="320233" y="15875"/>
                        </a:cubicBezTo>
                        <a:cubicBezTo>
                          <a:pt x="325122" y="15875"/>
                          <a:pt x="327561" y="17094"/>
                          <a:pt x="331231" y="20759"/>
                        </a:cubicBezTo>
                        <a:cubicBezTo>
                          <a:pt x="336121" y="24423"/>
                          <a:pt x="341010" y="28080"/>
                          <a:pt x="352009" y="28080"/>
                        </a:cubicBezTo>
                        <a:cubicBezTo>
                          <a:pt x="363007" y="28080"/>
                          <a:pt x="369122" y="23197"/>
                          <a:pt x="372786" y="20759"/>
                        </a:cubicBezTo>
                        <a:cubicBezTo>
                          <a:pt x="376457" y="18314"/>
                          <a:pt x="378895" y="15875"/>
                          <a:pt x="383785" y="15875"/>
                        </a:cubicBezTo>
                        <a:cubicBezTo>
                          <a:pt x="388675" y="15875"/>
                          <a:pt x="391119" y="17094"/>
                          <a:pt x="394790" y="20759"/>
                        </a:cubicBezTo>
                        <a:cubicBezTo>
                          <a:pt x="399680" y="24423"/>
                          <a:pt x="404563" y="28080"/>
                          <a:pt x="415568" y="28080"/>
                        </a:cubicBezTo>
                        <a:cubicBezTo>
                          <a:pt x="426566" y="28080"/>
                          <a:pt x="432675" y="23197"/>
                          <a:pt x="436345" y="20759"/>
                        </a:cubicBezTo>
                        <a:cubicBezTo>
                          <a:pt x="440009" y="18314"/>
                          <a:pt x="442454" y="15875"/>
                          <a:pt x="447344" y="15875"/>
                        </a:cubicBezTo>
                        <a:cubicBezTo>
                          <a:pt x="452233" y="15875"/>
                          <a:pt x="454678" y="17094"/>
                          <a:pt x="458342" y="20759"/>
                        </a:cubicBezTo>
                        <a:cubicBezTo>
                          <a:pt x="463232" y="24423"/>
                          <a:pt x="468121" y="28080"/>
                          <a:pt x="479126" y="28080"/>
                        </a:cubicBezTo>
                        <a:lnTo>
                          <a:pt x="479126" y="12211"/>
                        </a:lnTo>
                        <a:cubicBezTo>
                          <a:pt x="474237" y="12211"/>
                          <a:pt x="471792" y="10986"/>
                          <a:pt x="468121" y="7328"/>
                        </a:cubicBezTo>
                        <a:cubicBezTo>
                          <a:pt x="473011" y="3664"/>
                          <a:pt x="466902" y="0"/>
                          <a:pt x="455897" y="0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endParaRPr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29" name="Google Shape;229;g3d7936b2ea4_3_0"/>
              <p:cNvSpPr txBox="1"/>
              <p:nvPr/>
            </p:nvSpPr>
            <p:spPr>
              <a:xfrm>
                <a:off x="1674323" y="5017667"/>
                <a:ext cx="1219500" cy="30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Oracle</a:t>
                </a:r>
                <a:endParaRPr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GoldenGate(Neo)</a:t>
                </a:r>
                <a:endParaRPr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30" name="Google Shape;230;g3d7936b2ea4_3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51271" y="3729927"/>
              <a:ext cx="225070" cy="22507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31" name="Google Shape;231;g3d7936b2ea4_3_0"/>
          <p:cNvCxnSpPr>
            <a:stCxn id="203" idx="173"/>
          </p:cNvCxnSpPr>
          <p:nvPr/>
        </p:nvCxnSpPr>
        <p:spPr>
          <a:xfrm rot="10800000" flipH="1">
            <a:off x="4737550" y="2817817"/>
            <a:ext cx="1618800" cy="702300"/>
          </a:xfrm>
          <a:prstGeom prst="bentConnector3">
            <a:avLst>
              <a:gd name="adj1" fmla="val 52195"/>
            </a:avLst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pic>
        <p:nvPicPr>
          <p:cNvPr id="232" name="Google Shape;232;g3d7936b2ea4_3_0" descr="AWS Logo and sign, new logo meaning and history, PNG, SV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35609" y="-2851"/>
            <a:ext cx="601871" cy="3385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3" name="Google Shape;233;g3d7936b2ea4_3_0"/>
          <p:cNvCxnSpPr>
            <a:endCxn id="179" idx="3"/>
          </p:cNvCxnSpPr>
          <p:nvPr/>
        </p:nvCxnSpPr>
        <p:spPr>
          <a:xfrm flipH="1">
            <a:off x="8476148" y="2396785"/>
            <a:ext cx="871500" cy="259800"/>
          </a:xfrm>
          <a:prstGeom prst="bentConnector3">
            <a:avLst>
              <a:gd name="adj1" fmla="val 49998"/>
            </a:avLst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234" name="Google Shape;234;g3d7936b2ea4_3_0"/>
          <p:cNvSpPr txBox="1"/>
          <p:nvPr/>
        </p:nvSpPr>
        <p:spPr>
          <a:xfrm>
            <a:off x="6525741" y="1729937"/>
            <a:ext cx="705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" name="Google Shape;235;g3d7936b2ea4_3_0"/>
          <p:cNvGrpSpPr/>
          <p:nvPr/>
        </p:nvGrpSpPr>
        <p:grpSpPr>
          <a:xfrm>
            <a:off x="9133256" y="2123066"/>
            <a:ext cx="952399" cy="547523"/>
            <a:chOff x="9051173" y="4254055"/>
            <a:chExt cx="1545600" cy="826200"/>
          </a:xfrm>
        </p:grpSpPr>
        <p:grpSp>
          <p:nvGrpSpPr>
            <p:cNvPr id="236" name="Google Shape;236;g3d7936b2ea4_3_0"/>
            <p:cNvGrpSpPr/>
            <p:nvPr/>
          </p:nvGrpSpPr>
          <p:grpSpPr>
            <a:xfrm>
              <a:off x="9051173" y="4254055"/>
              <a:ext cx="1545600" cy="826200"/>
              <a:chOff x="6459966" y="4881562"/>
              <a:chExt cx="1545600" cy="826200"/>
            </a:xfrm>
          </p:grpSpPr>
          <p:sp>
            <p:nvSpPr>
              <p:cNvPr id="237" name="Google Shape;237;g3d7936b2ea4_3_0"/>
              <p:cNvSpPr/>
              <p:nvPr/>
            </p:nvSpPr>
            <p:spPr>
              <a:xfrm>
                <a:off x="6807945" y="4881562"/>
                <a:ext cx="855300" cy="826200"/>
              </a:xfrm>
              <a:prstGeom prst="roundRect">
                <a:avLst>
                  <a:gd name="adj" fmla="val 16667"/>
                </a:avLst>
              </a:prstGeom>
              <a:solidFill>
                <a:srgbClr val="E1EFD8"/>
              </a:solidFill>
              <a:ln w="12700" cap="flat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g3d7936b2ea4_3_0"/>
              <p:cNvSpPr txBox="1"/>
              <p:nvPr/>
            </p:nvSpPr>
            <p:spPr>
              <a:xfrm>
                <a:off x="6459966" y="4888018"/>
                <a:ext cx="1545600" cy="18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ja-JP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App Service</a:t>
                </a:r>
                <a:endParaRPr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9" name="Google Shape;239;g3d7936b2ea4_3_0"/>
            <p:cNvSpPr/>
            <p:nvPr/>
          </p:nvSpPr>
          <p:spPr>
            <a:xfrm>
              <a:off x="9566910" y="4484420"/>
              <a:ext cx="499800" cy="49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g3d7936b2ea4_3_0"/>
          <p:cNvSpPr/>
          <p:nvPr/>
        </p:nvSpPr>
        <p:spPr>
          <a:xfrm>
            <a:off x="10523612" y="2200081"/>
            <a:ext cx="355800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d7936b2ea4_3_0"/>
          <p:cNvSpPr txBox="1"/>
          <p:nvPr/>
        </p:nvSpPr>
        <p:spPr>
          <a:xfrm>
            <a:off x="10879372" y="1679099"/>
            <a:ext cx="10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U-SLIM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g3d7936b2ea4_3_0"/>
          <p:cNvCxnSpPr>
            <a:stCxn id="240" idx="1"/>
            <a:endCxn id="237" idx="3"/>
          </p:cNvCxnSpPr>
          <p:nvPr/>
        </p:nvCxnSpPr>
        <p:spPr>
          <a:xfrm rot="10800000">
            <a:off x="9874712" y="2396731"/>
            <a:ext cx="648900" cy="69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243" name="Google Shape;243;g3d7936b2ea4_3_0"/>
          <p:cNvGrpSpPr/>
          <p:nvPr/>
        </p:nvGrpSpPr>
        <p:grpSpPr>
          <a:xfrm>
            <a:off x="9190529" y="4836818"/>
            <a:ext cx="801400" cy="542024"/>
            <a:chOff x="9273983" y="4999181"/>
            <a:chExt cx="937200" cy="608400"/>
          </a:xfrm>
        </p:grpSpPr>
        <p:grpSp>
          <p:nvGrpSpPr>
            <p:cNvPr id="244" name="Google Shape;244;g3d7936b2ea4_3_0"/>
            <p:cNvGrpSpPr/>
            <p:nvPr/>
          </p:nvGrpSpPr>
          <p:grpSpPr>
            <a:xfrm>
              <a:off x="9273983" y="4999181"/>
              <a:ext cx="937200" cy="608400"/>
              <a:chOff x="6794497" y="4966539"/>
              <a:chExt cx="937200" cy="608400"/>
            </a:xfrm>
          </p:grpSpPr>
          <p:sp>
            <p:nvSpPr>
              <p:cNvPr id="245" name="Google Shape;245;g3d7936b2ea4_3_0"/>
              <p:cNvSpPr/>
              <p:nvPr/>
            </p:nvSpPr>
            <p:spPr>
              <a:xfrm>
                <a:off x="6952520" y="4966539"/>
                <a:ext cx="616200" cy="608400"/>
              </a:xfrm>
              <a:prstGeom prst="roundRect">
                <a:avLst>
                  <a:gd name="adj" fmla="val 16667"/>
                </a:avLst>
              </a:prstGeom>
              <a:solidFill>
                <a:srgbClr val="E1EFD8"/>
              </a:solidFill>
              <a:ln w="12700" cap="flat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g3d7936b2ea4_3_0"/>
              <p:cNvSpPr txBox="1"/>
              <p:nvPr/>
            </p:nvSpPr>
            <p:spPr>
              <a:xfrm>
                <a:off x="6794497" y="5003786"/>
                <a:ext cx="937200" cy="1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ja-JP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Power BI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47" name="Google Shape;247;g3d7936b2ea4_3_0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9597267" y="5180703"/>
              <a:ext cx="285790" cy="362001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48" name="Google Shape;248;g3d7936b2ea4_3_0"/>
          <p:cNvCxnSpPr>
            <a:stCxn id="249" idx="1"/>
            <a:endCxn id="245" idx="3"/>
          </p:cNvCxnSpPr>
          <p:nvPr/>
        </p:nvCxnSpPr>
        <p:spPr>
          <a:xfrm rot="10800000">
            <a:off x="9852649" y="5107883"/>
            <a:ext cx="650100" cy="69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250" name="Google Shape;250;g3d7936b2ea4_3_0"/>
          <p:cNvSpPr/>
          <p:nvPr/>
        </p:nvSpPr>
        <p:spPr>
          <a:xfrm>
            <a:off x="10502749" y="6229820"/>
            <a:ext cx="355800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d7936b2ea4_3_0"/>
          <p:cNvSpPr txBox="1"/>
          <p:nvPr/>
        </p:nvSpPr>
        <p:spPr>
          <a:xfrm>
            <a:off x="10802063" y="6336029"/>
            <a:ext cx="96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BI活用</a:t>
            </a:r>
            <a:endParaRPr sz="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2" name="Google Shape;252;g3d7936b2ea4_3_0"/>
          <p:cNvGrpSpPr/>
          <p:nvPr/>
        </p:nvGrpSpPr>
        <p:grpSpPr>
          <a:xfrm>
            <a:off x="9209018" y="6154673"/>
            <a:ext cx="801400" cy="542024"/>
            <a:chOff x="9271705" y="4999181"/>
            <a:chExt cx="937200" cy="608400"/>
          </a:xfrm>
        </p:grpSpPr>
        <p:grpSp>
          <p:nvGrpSpPr>
            <p:cNvPr id="253" name="Google Shape;253;g3d7936b2ea4_3_0"/>
            <p:cNvGrpSpPr/>
            <p:nvPr/>
          </p:nvGrpSpPr>
          <p:grpSpPr>
            <a:xfrm>
              <a:off x="9271705" y="4999181"/>
              <a:ext cx="937200" cy="608400"/>
              <a:chOff x="6792219" y="4966539"/>
              <a:chExt cx="937200" cy="608400"/>
            </a:xfrm>
          </p:grpSpPr>
          <p:sp>
            <p:nvSpPr>
              <p:cNvPr id="254" name="Google Shape;254;g3d7936b2ea4_3_0"/>
              <p:cNvSpPr/>
              <p:nvPr/>
            </p:nvSpPr>
            <p:spPr>
              <a:xfrm>
                <a:off x="6952520" y="4966539"/>
                <a:ext cx="616200" cy="608400"/>
              </a:xfrm>
              <a:prstGeom prst="roundRect">
                <a:avLst>
                  <a:gd name="adj" fmla="val 16667"/>
                </a:avLst>
              </a:prstGeom>
              <a:solidFill>
                <a:srgbClr val="E1EFD8"/>
              </a:solidFill>
              <a:ln w="12700" cap="flat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g3d7936b2ea4_3_0"/>
              <p:cNvSpPr txBox="1"/>
              <p:nvPr/>
            </p:nvSpPr>
            <p:spPr>
              <a:xfrm>
                <a:off x="6792219" y="4985492"/>
                <a:ext cx="937200" cy="1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ja-JP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Power BI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56" name="Google Shape;256;g3d7936b2ea4_3_0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9597267" y="5180703"/>
              <a:ext cx="285790" cy="362001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57" name="Google Shape;257;g3d7936b2ea4_3_0"/>
          <p:cNvCxnSpPr>
            <a:stCxn id="250" idx="1"/>
            <a:endCxn id="254" idx="3"/>
          </p:cNvCxnSpPr>
          <p:nvPr/>
        </p:nvCxnSpPr>
        <p:spPr>
          <a:xfrm rot="10800000">
            <a:off x="9873049" y="6425570"/>
            <a:ext cx="629700" cy="78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258" name="Google Shape;258;g3d7936b2ea4_3_0"/>
          <p:cNvSpPr/>
          <p:nvPr/>
        </p:nvSpPr>
        <p:spPr>
          <a:xfrm>
            <a:off x="10467822" y="2849089"/>
            <a:ext cx="355800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d7936b2ea4_3_0"/>
          <p:cNvSpPr txBox="1"/>
          <p:nvPr/>
        </p:nvSpPr>
        <p:spPr>
          <a:xfrm>
            <a:off x="10831037" y="3569156"/>
            <a:ext cx="1095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車検事前見積</a:t>
            </a:r>
            <a:endParaRPr sz="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d7936b2ea4_3_0"/>
          <p:cNvSpPr/>
          <p:nvPr/>
        </p:nvSpPr>
        <p:spPr>
          <a:xfrm>
            <a:off x="10502749" y="4911233"/>
            <a:ext cx="355800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d7936b2ea4_3_0"/>
          <p:cNvSpPr txBox="1"/>
          <p:nvPr/>
        </p:nvSpPr>
        <p:spPr>
          <a:xfrm>
            <a:off x="10802062" y="5001753"/>
            <a:ext cx="96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DX道場</a:t>
            </a:r>
            <a:endParaRPr sz="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d7936b2ea4_3_0"/>
          <p:cNvSpPr/>
          <p:nvPr/>
        </p:nvSpPr>
        <p:spPr>
          <a:xfrm>
            <a:off x="10502749" y="5574785"/>
            <a:ext cx="355800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d7936b2ea4_3_0"/>
          <p:cNvSpPr txBox="1"/>
          <p:nvPr/>
        </p:nvSpPr>
        <p:spPr>
          <a:xfrm>
            <a:off x="10780631" y="5673021"/>
            <a:ext cx="1265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NEOデータ活用</a:t>
            </a:r>
            <a:endParaRPr sz="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" name="Google Shape;263;g3d7936b2ea4_3_0"/>
          <p:cNvGrpSpPr/>
          <p:nvPr/>
        </p:nvGrpSpPr>
        <p:grpSpPr>
          <a:xfrm>
            <a:off x="9202256" y="5499638"/>
            <a:ext cx="801400" cy="542024"/>
            <a:chOff x="9271633" y="4999181"/>
            <a:chExt cx="937200" cy="608400"/>
          </a:xfrm>
        </p:grpSpPr>
        <p:grpSp>
          <p:nvGrpSpPr>
            <p:cNvPr id="264" name="Google Shape;264;g3d7936b2ea4_3_0"/>
            <p:cNvGrpSpPr/>
            <p:nvPr/>
          </p:nvGrpSpPr>
          <p:grpSpPr>
            <a:xfrm>
              <a:off x="9271633" y="4999181"/>
              <a:ext cx="937200" cy="608400"/>
              <a:chOff x="6792147" y="4966539"/>
              <a:chExt cx="937200" cy="608400"/>
            </a:xfrm>
          </p:grpSpPr>
          <p:sp>
            <p:nvSpPr>
              <p:cNvPr id="265" name="Google Shape;265;g3d7936b2ea4_3_0"/>
              <p:cNvSpPr/>
              <p:nvPr/>
            </p:nvSpPr>
            <p:spPr>
              <a:xfrm>
                <a:off x="6952520" y="4966539"/>
                <a:ext cx="616200" cy="608400"/>
              </a:xfrm>
              <a:prstGeom prst="roundRect">
                <a:avLst>
                  <a:gd name="adj" fmla="val 16667"/>
                </a:avLst>
              </a:prstGeom>
              <a:solidFill>
                <a:srgbClr val="E1EFD8"/>
              </a:solidFill>
              <a:ln w="12700" cap="flat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g3d7936b2ea4_3_0"/>
              <p:cNvSpPr txBox="1"/>
              <p:nvPr/>
            </p:nvSpPr>
            <p:spPr>
              <a:xfrm>
                <a:off x="6792147" y="4998543"/>
                <a:ext cx="937200" cy="1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ja-JP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Power BI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67" name="Google Shape;267;g3d7936b2ea4_3_0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9597267" y="5180703"/>
              <a:ext cx="285790" cy="362001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68" name="Google Shape;268;g3d7936b2ea4_3_0"/>
          <p:cNvCxnSpPr>
            <a:stCxn id="258" idx="1"/>
          </p:cNvCxnSpPr>
          <p:nvPr/>
        </p:nvCxnSpPr>
        <p:spPr>
          <a:xfrm rot="10800000">
            <a:off x="9865122" y="3049639"/>
            <a:ext cx="602700" cy="30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69" name="Google Shape;269;g3d7936b2ea4_3_0"/>
          <p:cNvCxnSpPr>
            <a:stCxn id="261" idx="1"/>
            <a:endCxn id="265" idx="3"/>
          </p:cNvCxnSpPr>
          <p:nvPr/>
        </p:nvCxnSpPr>
        <p:spPr>
          <a:xfrm rot="10800000">
            <a:off x="9866449" y="5770535"/>
            <a:ext cx="636300" cy="78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70" name="Google Shape;270;g3d7936b2ea4_3_0"/>
          <p:cNvCxnSpPr>
            <a:stCxn id="245" idx="1"/>
            <a:endCxn id="179" idx="3"/>
          </p:cNvCxnSpPr>
          <p:nvPr/>
        </p:nvCxnSpPr>
        <p:spPr>
          <a:xfrm rot="10800000">
            <a:off x="8476055" y="2656530"/>
            <a:ext cx="849600" cy="2451300"/>
          </a:xfrm>
          <a:prstGeom prst="bentConnector3">
            <a:avLst>
              <a:gd name="adj1" fmla="val 49994"/>
            </a:avLst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71" name="Google Shape;271;g3d7936b2ea4_3_0"/>
          <p:cNvCxnSpPr>
            <a:stCxn id="265" idx="1"/>
            <a:endCxn id="179" idx="3"/>
          </p:cNvCxnSpPr>
          <p:nvPr/>
        </p:nvCxnSpPr>
        <p:spPr>
          <a:xfrm rot="10800000">
            <a:off x="8476291" y="2656650"/>
            <a:ext cx="863100" cy="3114000"/>
          </a:xfrm>
          <a:prstGeom prst="bentConnector3">
            <a:avLst>
              <a:gd name="adj1" fmla="val 50008"/>
            </a:avLst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272" name="Google Shape;272;g3d7936b2ea4_3_0"/>
          <p:cNvGrpSpPr/>
          <p:nvPr/>
        </p:nvGrpSpPr>
        <p:grpSpPr>
          <a:xfrm>
            <a:off x="9146313" y="1455130"/>
            <a:ext cx="952399" cy="547523"/>
            <a:chOff x="9051173" y="4254055"/>
            <a:chExt cx="1545600" cy="826200"/>
          </a:xfrm>
        </p:grpSpPr>
        <p:grpSp>
          <p:nvGrpSpPr>
            <p:cNvPr id="273" name="Google Shape;273;g3d7936b2ea4_3_0"/>
            <p:cNvGrpSpPr/>
            <p:nvPr/>
          </p:nvGrpSpPr>
          <p:grpSpPr>
            <a:xfrm>
              <a:off x="9051173" y="4254055"/>
              <a:ext cx="1545600" cy="826200"/>
              <a:chOff x="6459966" y="4881562"/>
              <a:chExt cx="1545600" cy="826200"/>
            </a:xfrm>
          </p:grpSpPr>
          <p:sp>
            <p:nvSpPr>
              <p:cNvPr id="274" name="Google Shape;274;g3d7936b2ea4_3_0"/>
              <p:cNvSpPr/>
              <p:nvPr/>
            </p:nvSpPr>
            <p:spPr>
              <a:xfrm>
                <a:off x="6807945" y="4881562"/>
                <a:ext cx="855300" cy="826200"/>
              </a:xfrm>
              <a:prstGeom prst="roundRect">
                <a:avLst>
                  <a:gd name="adj" fmla="val 16667"/>
                </a:avLst>
              </a:prstGeom>
              <a:solidFill>
                <a:srgbClr val="E1EFD8"/>
              </a:solidFill>
              <a:ln w="12700" cap="flat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g3d7936b2ea4_3_0"/>
              <p:cNvSpPr txBox="1"/>
              <p:nvPr/>
            </p:nvSpPr>
            <p:spPr>
              <a:xfrm>
                <a:off x="6459966" y="4888018"/>
                <a:ext cx="1545600" cy="18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ja-JP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App Service</a:t>
                </a:r>
                <a:endParaRPr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6" name="Google Shape;276;g3d7936b2ea4_3_0"/>
            <p:cNvSpPr/>
            <p:nvPr/>
          </p:nvSpPr>
          <p:spPr>
            <a:xfrm>
              <a:off x="9566910" y="4484420"/>
              <a:ext cx="499800" cy="49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" name="Google Shape;277;g3d7936b2ea4_3_0"/>
          <p:cNvSpPr/>
          <p:nvPr/>
        </p:nvSpPr>
        <p:spPr>
          <a:xfrm>
            <a:off x="10523612" y="1532145"/>
            <a:ext cx="355800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d7936b2ea4_3_0"/>
          <p:cNvSpPr txBox="1"/>
          <p:nvPr/>
        </p:nvSpPr>
        <p:spPr>
          <a:xfrm>
            <a:off x="10835218" y="4214240"/>
            <a:ext cx="10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コールセンター</a:t>
            </a:r>
            <a:endParaRPr sz="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g3d7936b2ea4_3_0"/>
          <p:cNvCxnSpPr>
            <a:stCxn id="277" idx="1"/>
            <a:endCxn id="274" idx="3"/>
          </p:cNvCxnSpPr>
          <p:nvPr/>
        </p:nvCxnSpPr>
        <p:spPr>
          <a:xfrm rot="10800000">
            <a:off x="9887912" y="1728795"/>
            <a:ext cx="635700" cy="69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280" name="Google Shape;280;g3d7936b2ea4_3_0"/>
          <p:cNvGrpSpPr/>
          <p:nvPr/>
        </p:nvGrpSpPr>
        <p:grpSpPr>
          <a:xfrm>
            <a:off x="9123675" y="2775924"/>
            <a:ext cx="952399" cy="547523"/>
            <a:chOff x="9051173" y="4254055"/>
            <a:chExt cx="1545600" cy="826200"/>
          </a:xfrm>
        </p:grpSpPr>
        <p:grpSp>
          <p:nvGrpSpPr>
            <p:cNvPr id="281" name="Google Shape;281;g3d7936b2ea4_3_0"/>
            <p:cNvGrpSpPr/>
            <p:nvPr/>
          </p:nvGrpSpPr>
          <p:grpSpPr>
            <a:xfrm>
              <a:off x="9051173" y="4254055"/>
              <a:ext cx="1545600" cy="826200"/>
              <a:chOff x="6459966" y="4881562"/>
              <a:chExt cx="1545600" cy="826200"/>
            </a:xfrm>
          </p:grpSpPr>
          <p:sp>
            <p:nvSpPr>
              <p:cNvPr id="282" name="Google Shape;282;g3d7936b2ea4_3_0"/>
              <p:cNvSpPr/>
              <p:nvPr/>
            </p:nvSpPr>
            <p:spPr>
              <a:xfrm>
                <a:off x="6807945" y="4881562"/>
                <a:ext cx="855300" cy="826200"/>
              </a:xfrm>
              <a:prstGeom prst="roundRect">
                <a:avLst>
                  <a:gd name="adj" fmla="val 16667"/>
                </a:avLst>
              </a:prstGeom>
              <a:solidFill>
                <a:srgbClr val="E1EFD8"/>
              </a:solidFill>
              <a:ln w="12700" cap="flat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g3d7936b2ea4_3_0"/>
              <p:cNvSpPr txBox="1"/>
              <p:nvPr/>
            </p:nvSpPr>
            <p:spPr>
              <a:xfrm>
                <a:off x="6459966" y="4888018"/>
                <a:ext cx="1545600" cy="18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ja-JP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App Service</a:t>
                </a:r>
                <a:endParaRPr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4" name="Google Shape;284;g3d7936b2ea4_3_0"/>
            <p:cNvSpPr/>
            <p:nvPr/>
          </p:nvSpPr>
          <p:spPr>
            <a:xfrm>
              <a:off x="9566910" y="4484420"/>
              <a:ext cx="499800" cy="49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5" name="Google Shape;285;g3d7936b2ea4_3_0"/>
          <p:cNvGrpSpPr/>
          <p:nvPr/>
        </p:nvGrpSpPr>
        <p:grpSpPr>
          <a:xfrm>
            <a:off x="9123675" y="3412832"/>
            <a:ext cx="952399" cy="547523"/>
            <a:chOff x="9051173" y="4254055"/>
            <a:chExt cx="1545600" cy="826200"/>
          </a:xfrm>
        </p:grpSpPr>
        <p:grpSp>
          <p:nvGrpSpPr>
            <p:cNvPr id="286" name="Google Shape;286;g3d7936b2ea4_3_0"/>
            <p:cNvGrpSpPr/>
            <p:nvPr/>
          </p:nvGrpSpPr>
          <p:grpSpPr>
            <a:xfrm>
              <a:off x="9051173" y="4254055"/>
              <a:ext cx="1545600" cy="826200"/>
              <a:chOff x="6459966" y="4881562"/>
              <a:chExt cx="1545600" cy="826200"/>
            </a:xfrm>
          </p:grpSpPr>
          <p:sp>
            <p:nvSpPr>
              <p:cNvPr id="287" name="Google Shape;287;g3d7936b2ea4_3_0"/>
              <p:cNvSpPr/>
              <p:nvPr/>
            </p:nvSpPr>
            <p:spPr>
              <a:xfrm>
                <a:off x="6807945" y="4881562"/>
                <a:ext cx="855300" cy="826200"/>
              </a:xfrm>
              <a:prstGeom prst="roundRect">
                <a:avLst>
                  <a:gd name="adj" fmla="val 16667"/>
                </a:avLst>
              </a:prstGeom>
              <a:solidFill>
                <a:srgbClr val="E1EFD8"/>
              </a:solidFill>
              <a:ln w="12700" cap="flat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g3d7936b2ea4_3_0"/>
              <p:cNvSpPr txBox="1"/>
              <p:nvPr/>
            </p:nvSpPr>
            <p:spPr>
              <a:xfrm>
                <a:off x="6459966" y="4888018"/>
                <a:ext cx="1545600" cy="18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ja-JP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App Service</a:t>
                </a:r>
                <a:endParaRPr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9" name="Google Shape;289;g3d7936b2ea4_3_0"/>
            <p:cNvSpPr/>
            <p:nvPr/>
          </p:nvSpPr>
          <p:spPr>
            <a:xfrm>
              <a:off x="9566910" y="4484420"/>
              <a:ext cx="499800" cy="49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" name="Google Shape;290;g3d7936b2ea4_3_0"/>
          <p:cNvGrpSpPr/>
          <p:nvPr/>
        </p:nvGrpSpPr>
        <p:grpSpPr>
          <a:xfrm>
            <a:off x="9123675" y="4032450"/>
            <a:ext cx="952399" cy="547523"/>
            <a:chOff x="9051173" y="4254055"/>
            <a:chExt cx="1545600" cy="826200"/>
          </a:xfrm>
        </p:grpSpPr>
        <p:grpSp>
          <p:nvGrpSpPr>
            <p:cNvPr id="291" name="Google Shape;291;g3d7936b2ea4_3_0"/>
            <p:cNvGrpSpPr/>
            <p:nvPr/>
          </p:nvGrpSpPr>
          <p:grpSpPr>
            <a:xfrm>
              <a:off x="9051173" y="4254055"/>
              <a:ext cx="1545600" cy="826200"/>
              <a:chOff x="6459966" y="4881562"/>
              <a:chExt cx="1545600" cy="826200"/>
            </a:xfrm>
          </p:grpSpPr>
          <p:sp>
            <p:nvSpPr>
              <p:cNvPr id="292" name="Google Shape;292;g3d7936b2ea4_3_0"/>
              <p:cNvSpPr/>
              <p:nvPr/>
            </p:nvSpPr>
            <p:spPr>
              <a:xfrm>
                <a:off x="6807945" y="4881562"/>
                <a:ext cx="855300" cy="826200"/>
              </a:xfrm>
              <a:prstGeom prst="roundRect">
                <a:avLst>
                  <a:gd name="adj" fmla="val 16667"/>
                </a:avLst>
              </a:prstGeom>
              <a:solidFill>
                <a:srgbClr val="E1EFD8"/>
              </a:solidFill>
              <a:ln w="12700" cap="flat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g3d7936b2ea4_3_0"/>
              <p:cNvSpPr txBox="1"/>
              <p:nvPr/>
            </p:nvSpPr>
            <p:spPr>
              <a:xfrm>
                <a:off x="6459966" y="4888018"/>
                <a:ext cx="1545600" cy="18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ja-JP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App Service</a:t>
                </a:r>
                <a:endParaRPr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4" name="Google Shape;294;g3d7936b2ea4_3_0"/>
            <p:cNvSpPr/>
            <p:nvPr/>
          </p:nvSpPr>
          <p:spPr>
            <a:xfrm>
              <a:off x="9566910" y="4484420"/>
              <a:ext cx="499800" cy="49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5" name="Google Shape;295;g3d7936b2ea4_3_0"/>
          <p:cNvSpPr/>
          <p:nvPr/>
        </p:nvSpPr>
        <p:spPr>
          <a:xfrm>
            <a:off x="10467822" y="3483831"/>
            <a:ext cx="355800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d7936b2ea4_3_0"/>
          <p:cNvSpPr txBox="1"/>
          <p:nvPr/>
        </p:nvSpPr>
        <p:spPr>
          <a:xfrm>
            <a:off x="10870586" y="2262862"/>
            <a:ext cx="1263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トヨタポイント</a:t>
            </a:r>
            <a:endParaRPr sz="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g3d7936b2ea4_3_0"/>
          <p:cNvCxnSpPr>
            <a:stCxn id="295" idx="1"/>
            <a:endCxn id="287" idx="3"/>
          </p:cNvCxnSpPr>
          <p:nvPr/>
        </p:nvCxnSpPr>
        <p:spPr>
          <a:xfrm rot="10800000">
            <a:off x="9865122" y="3686481"/>
            <a:ext cx="602700" cy="9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298" name="Google Shape;298;g3d7936b2ea4_3_0"/>
          <p:cNvSpPr/>
          <p:nvPr/>
        </p:nvSpPr>
        <p:spPr>
          <a:xfrm>
            <a:off x="10467822" y="4106681"/>
            <a:ext cx="355800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d7936b2ea4_3_0"/>
          <p:cNvSpPr txBox="1"/>
          <p:nvPr/>
        </p:nvSpPr>
        <p:spPr>
          <a:xfrm>
            <a:off x="10831037" y="2914070"/>
            <a:ext cx="1028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市場処置</a:t>
            </a:r>
            <a:endParaRPr sz="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(リコール)SLIM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g3d7936b2ea4_3_0"/>
          <p:cNvCxnSpPr>
            <a:stCxn id="298" idx="1"/>
            <a:endCxn id="292" idx="3"/>
          </p:cNvCxnSpPr>
          <p:nvPr/>
        </p:nvCxnSpPr>
        <p:spPr>
          <a:xfrm rot="10800000">
            <a:off x="9865122" y="4306331"/>
            <a:ext cx="602700" cy="39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01" name="Google Shape;301;g3d7936b2ea4_3_0"/>
          <p:cNvCxnSpPr>
            <a:stCxn id="254" idx="1"/>
            <a:endCxn id="179" idx="3"/>
          </p:cNvCxnSpPr>
          <p:nvPr/>
        </p:nvCxnSpPr>
        <p:spPr>
          <a:xfrm rot="10800000">
            <a:off x="8476091" y="2656485"/>
            <a:ext cx="870000" cy="3769200"/>
          </a:xfrm>
          <a:prstGeom prst="bentConnector3">
            <a:avLst>
              <a:gd name="adj1" fmla="val 49997"/>
            </a:avLst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02" name="Google Shape;302;g3d7936b2ea4_3_0"/>
          <p:cNvCxnSpPr>
            <a:stCxn id="282" idx="1"/>
            <a:endCxn id="179" idx="3"/>
          </p:cNvCxnSpPr>
          <p:nvPr/>
        </p:nvCxnSpPr>
        <p:spPr>
          <a:xfrm rot="10800000">
            <a:off x="8476200" y="2656686"/>
            <a:ext cx="861900" cy="393000"/>
          </a:xfrm>
          <a:prstGeom prst="bentConnector3">
            <a:avLst>
              <a:gd name="adj1" fmla="val 50003"/>
            </a:avLst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03" name="Google Shape;303;g3d7936b2ea4_3_0"/>
          <p:cNvCxnSpPr>
            <a:stCxn id="287" idx="1"/>
            <a:endCxn id="179" idx="3"/>
          </p:cNvCxnSpPr>
          <p:nvPr/>
        </p:nvCxnSpPr>
        <p:spPr>
          <a:xfrm rot="10800000">
            <a:off x="8476200" y="2656693"/>
            <a:ext cx="861900" cy="1029900"/>
          </a:xfrm>
          <a:prstGeom prst="bentConnector3">
            <a:avLst>
              <a:gd name="adj1" fmla="val 50003"/>
            </a:avLst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04" name="Google Shape;304;g3d7936b2ea4_3_0"/>
          <p:cNvCxnSpPr>
            <a:stCxn id="292" idx="1"/>
            <a:endCxn id="179" idx="3"/>
          </p:cNvCxnSpPr>
          <p:nvPr/>
        </p:nvCxnSpPr>
        <p:spPr>
          <a:xfrm rot="10800000">
            <a:off x="8476200" y="2656512"/>
            <a:ext cx="861900" cy="1649700"/>
          </a:xfrm>
          <a:prstGeom prst="bentConnector3">
            <a:avLst>
              <a:gd name="adj1" fmla="val 50003"/>
            </a:avLst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305" name="Google Shape;305;g3d7936b2ea4_3_0"/>
          <p:cNvGrpSpPr/>
          <p:nvPr/>
        </p:nvGrpSpPr>
        <p:grpSpPr>
          <a:xfrm>
            <a:off x="2295782" y="5037569"/>
            <a:ext cx="979175" cy="600155"/>
            <a:chOff x="10141540" y="5275282"/>
            <a:chExt cx="1145100" cy="673651"/>
          </a:xfrm>
        </p:grpSpPr>
        <p:sp>
          <p:nvSpPr>
            <p:cNvPr id="306" name="Google Shape;306;g3d7936b2ea4_3_0"/>
            <p:cNvSpPr/>
            <p:nvPr/>
          </p:nvSpPr>
          <p:spPr>
            <a:xfrm>
              <a:off x="10529763" y="5275282"/>
              <a:ext cx="416100" cy="45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3d7936b2ea4_3_0"/>
            <p:cNvSpPr txBox="1"/>
            <p:nvPr/>
          </p:nvSpPr>
          <p:spPr>
            <a:xfrm>
              <a:off x="10141540" y="5707133"/>
              <a:ext cx="11451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ja-JP"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配送計画</a:t>
              </a:r>
              <a:endParaRPr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8" name="Google Shape;308;g3d7936b2ea4_3_0"/>
          <p:cNvSpPr/>
          <p:nvPr/>
        </p:nvSpPr>
        <p:spPr>
          <a:xfrm>
            <a:off x="3468012" y="5028104"/>
            <a:ext cx="1206300" cy="430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75707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8775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975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ja-JP" sz="97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endParaRPr sz="975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d7936b2ea4_3_0"/>
          <p:cNvSpPr/>
          <p:nvPr/>
        </p:nvSpPr>
        <p:spPr>
          <a:xfrm>
            <a:off x="3493107" y="5060684"/>
            <a:ext cx="1250100" cy="338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オプティマインド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g3d7936b2ea4_3_0"/>
          <p:cNvCxnSpPr>
            <a:stCxn id="306" idx="3"/>
            <a:endCxn id="308" idx="1"/>
          </p:cNvCxnSpPr>
          <p:nvPr/>
        </p:nvCxnSpPr>
        <p:spPr>
          <a:xfrm>
            <a:off x="2983559" y="5241095"/>
            <a:ext cx="484500" cy="21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311" name="Google Shape;311;g3d7936b2ea4_3_0"/>
          <p:cNvSpPr/>
          <p:nvPr/>
        </p:nvSpPr>
        <p:spPr>
          <a:xfrm>
            <a:off x="3468012" y="5831543"/>
            <a:ext cx="1206300" cy="430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75707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8775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経営SLIM</a:t>
            </a:r>
            <a:endParaRPr sz="12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" name="Google Shape;312;g3d7936b2ea4_3_0"/>
          <p:cNvGrpSpPr/>
          <p:nvPr/>
        </p:nvGrpSpPr>
        <p:grpSpPr>
          <a:xfrm>
            <a:off x="2284358" y="5837716"/>
            <a:ext cx="979175" cy="600155"/>
            <a:chOff x="10141540" y="5275282"/>
            <a:chExt cx="1145100" cy="673651"/>
          </a:xfrm>
        </p:grpSpPr>
        <p:sp>
          <p:nvSpPr>
            <p:cNvPr id="313" name="Google Shape;313;g3d7936b2ea4_3_0"/>
            <p:cNvSpPr/>
            <p:nvPr/>
          </p:nvSpPr>
          <p:spPr>
            <a:xfrm>
              <a:off x="10529763" y="5275282"/>
              <a:ext cx="416100" cy="45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3d7936b2ea4_3_0"/>
            <p:cNvSpPr txBox="1"/>
            <p:nvPr/>
          </p:nvSpPr>
          <p:spPr>
            <a:xfrm>
              <a:off x="10141540" y="5707133"/>
              <a:ext cx="11451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ja-JP"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経営SLIM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5" name="Google Shape;315;g3d7936b2ea4_3_0"/>
          <p:cNvCxnSpPr>
            <a:stCxn id="313" idx="3"/>
            <a:endCxn id="311" idx="1"/>
          </p:cNvCxnSpPr>
          <p:nvPr/>
        </p:nvCxnSpPr>
        <p:spPr>
          <a:xfrm>
            <a:off x="2972135" y="6041242"/>
            <a:ext cx="495900" cy="54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16" name="Google Shape;316;g3d7936b2ea4_3_0"/>
          <p:cNvCxnSpPr>
            <a:stCxn id="317" idx="0"/>
          </p:cNvCxnSpPr>
          <p:nvPr/>
        </p:nvCxnSpPr>
        <p:spPr>
          <a:xfrm rot="10800000">
            <a:off x="6347767" y="5070439"/>
            <a:ext cx="0" cy="7041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318" name="Google Shape;318;g3d7936b2ea4_3_0"/>
          <p:cNvSpPr/>
          <p:nvPr/>
        </p:nvSpPr>
        <p:spPr>
          <a:xfrm>
            <a:off x="7721431" y="3764557"/>
            <a:ext cx="1001700" cy="342000"/>
          </a:xfrm>
          <a:prstGeom prst="roundRect">
            <a:avLst>
              <a:gd name="adj" fmla="val 0"/>
            </a:avLst>
          </a:prstGeom>
          <a:solidFill>
            <a:srgbClr val="CAEEF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d7936b2ea4_3_0"/>
          <p:cNvSpPr/>
          <p:nvPr/>
        </p:nvSpPr>
        <p:spPr>
          <a:xfrm>
            <a:off x="5802530" y="4600887"/>
            <a:ext cx="1724700" cy="2118900"/>
          </a:xfrm>
          <a:prstGeom prst="roundRect">
            <a:avLst>
              <a:gd name="adj" fmla="val 0"/>
            </a:avLst>
          </a:prstGeom>
          <a:solidFill>
            <a:srgbClr val="CAEEFB"/>
          </a:solidFill>
          <a:ln w="1270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d7936b2ea4_3_0"/>
          <p:cNvSpPr/>
          <p:nvPr/>
        </p:nvSpPr>
        <p:spPr>
          <a:xfrm>
            <a:off x="5813614" y="4497298"/>
            <a:ext cx="1722900" cy="148500"/>
          </a:xfrm>
          <a:prstGeom prst="roundRect">
            <a:avLst>
              <a:gd name="adj" fmla="val 0"/>
            </a:avLst>
          </a:prstGeom>
          <a:solidFill>
            <a:srgbClr val="CAEEF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" name="Google Shape;321;g3d7936b2ea4_3_0"/>
          <p:cNvGrpSpPr/>
          <p:nvPr/>
        </p:nvGrpSpPr>
        <p:grpSpPr>
          <a:xfrm>
            <a:off x="5819950" y="4974948"/>
            <a:ext cx="983920" cy="540181"/>
            <a:chOff x="4409348" y="5547727"/>
            <a:chExt cx="1113914" cy="614610"/>
          </a:xfrm>
        </p:grpSpPr>
        <p:grpSp>
          <p:nvGrpSpPr>
            <p:cNvPr id="322" name="Google Shape;322;g3d7936b2ea4_3_0"/>
            <p:cNvGrpSpPr/>
            <p:nvPr/>
          </p:nvGrpSpPr>
          <p:grpSpPr>
            <a:xfrm>
              <a:off x="4409348" y="5547727"/>
              <a:ext cx="1113914" cy="614610"/>
              <a:chOff x="6407394" y="4881562"/>
              <a:chExt cx="1545600" cy="826200"/>
            </a:xfrm>
          </p:grpSpPr>
          <p:sp>
            <p:nvSpPr>
              <p:cNvPr id="323" name="Google Shape;323;g3d7936b2ea4_3_0"/>
              <p:cNvSpPr/>
              <p:nvPr/>
            </p:nvSpPr>
            <p:spPr>
              <a:xfrm>
                <a:off x="6807945" y="4881562"/>
                <a:ext cx="855300" cy="826200"/>
              </a:xfrm>
              <a:prstGeom prst="roundRect">
                <a:avLst>
                  <a:gd name="adj" fmla="val 16667"/>
                </a:avLst>
              </a:prstGeom>
              <a:solidFill>
                <a:srgbClr val="E1EFD8"/>
              </a:solidFill>
              <a:ln w="12700" cap="flat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g3d7936b2ea4_3_0"/>
              <p:cNvSpPr txBox="1"/>
              <p:nvPr/>
            </p:nvSpPr>
            <p:spPr>
              <a:xfrm>
                <a:off x="6407394" y="4894802"/>
                <a:ext cx="1545600" cy="25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ja-JP" sz="11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Api</a:t>
                </a:r>
                <a:endParaRPr sz="11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5" name="Google Shape;325;g3d7936b2ea4_3_0"/>
            <p:cNvGrpSpPr/>
            <p:nvPr/>
          </p:nvGrpSpPr>
          <p:grpSpPr>
            <a:xfrm>
              <a:off x="4787372" y="5640838"/>
              <a:ext cx="448270" cy="446785"/>
              <a:chOff x="0" y="0"/>
              <a:chExt cx="448270" cy="446785"/>
            </a:xfrm>
          </p:grpSpPr>
          <p:pic>
            <p:nvPicPr>
              <p:cNvPr id="326" name="Google Shape;326;g3d7936b2ea4_3_0"/>
              <p:cNvPicPr preferRelativeResize="0"/>
              <p:nvPr/>
            </p:nvPicPr>
            <p:blipFill rotWithShape="1">
              <a:blip r:embed="rId13">
                <a:alphaModFix/>
              </a:blip>
              <a:srcRect/>
              <a:stretch/>
            </p:blipFill>
            <p:spPr>
              <a:xfrm>
                <a:off x="0" y="104775"/>
                <a:ext cx="328650" cy="3420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7" name="Google Shape;327;g3d7936b2ea4_3_0"/>
              <p:cNvPicPr preferRelativeResize="0"/>
              <p:nvPr/>
            </p:nvPicPr>
            <p:blipFill rotWithShape="1">
              <a:blip r:embed="rId14">
                <a:alphaModFix/>
              </a:blip>
              <a:srcRect/>
              <a:stretch/>
            </p:blipFill>
            <p:spPr>
              <a:xfrm>
                <a:off x="228600" y="0"/>
                <a:ext cx="219670" cy="228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28" name="Google Shape;328;g3d7936b2ea4_3_0"/>
          <p:cNvGrpSpPr/>
          <p:nvPr/>
        </p:nvGrpSpPr>
        <p:grpSpPr>
          <a:xfrm>
            <a:off x="5820539" y="5774539"/>
            <a:ext cx="983920" cy="540181"/>
            <a:chOff x="4409348" y="5547727"/>
            <a:chExt cx="1113914" cy="614610"/>
          </a:xfrm>
        </p:grpSpPr>
        <p:grpSp>
          <p:nvGrpSpPr>
            <p:cNvPr id="329" name="Google Shape;329;g3d7936b2ea4_3_0"/>
            <p:cNvGrpSpPr/>
            <p:nvPr/>
          </p:nvGrpSpPr>
          <p:grpSpPr>
            <a:xfrm>
              <a:off x="4409348" y="5547727"/>
              <a:ext cx="1113914" cy="614610"/>
              <a:chOff x="6407394" y="4881562"/>
              <a:chExt cx="1545600" cy="826200"/>
            </a:xfrm>
          </p:grpSpPr>
          <p:sp>
            <p:nvSpPr>
              <p:cNvPr id="317" name="Google Shape;317;g3d7936b2ea4_3_0"/>
              <p:cNvSpPr/>
              <p:nvPr/>
            </p:nvSpPr>
            <p:spPr>
              <a:xfrm>
                <a:off x="6807945" y="4881562"/>
                <a:ext cx="855300" cy="826200"/>
              </a:xfrm>
              <a:prstGeom prst="roundRect">
                <a:avLst>
                  <a:gd name="adj" fmla="val 16667"/>
                </a:avLst>
              </a:prstGeom>
              <a:solidFill>
                <a:srgbClr val="E1EFD8"/>
              </a:solidFill>
              <a:ln w="12700" cap="flat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g3d7936b2ea4_3_0"/>
              <p:cNvSpPr txBox="1"/>
              <p:nvPr/>
            </p:nvSpPr>
            <p:spPr>
              <a:xfrm>
                <a:off x="6407394" y="4894802"/>
                <a:ext cx="1545600" cy="25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ja-JP" sz="11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Api</a:t>
                </a:r>
                <a:endParaRPr sz="11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1" name="Google Shape;331;g3d7936b2ea4_3_0"/>
            <p:cNvGrpSpPr/>
            <p:nvPr/>
          </p:nvGrpSpPr>
          <p:grpSpPr>
            <a:xfrm>
              <a:off x="4787372" y="5640838"/>
              <a:ext cx="448270" cy="446785"/>
              <a:chOff x="0" y="0"/>
              <a:chExt cx="448270" cy="446785"/>
            </a:xfrm>
          </p:grpSpPr>
          <p:pic>
            <p:nvPicPr>
              <p:cNvPr id="332" name="Google Shape;332;g3d7936b2ea4_3_0"/>
              <p:cNvPicPr preferRelativeResize="0"/>
              <p:nvPr/>
            </p:nvPicPr>
            <p:blipFill rotWithShape="1">
              <a:blip r:embed="rId13">
                <a:alphaModFix/>
              </a:blip>
              <a:srcRect/>
              <a:stretch/>
            </p:blipFill>
            <p:spPr>
              <a:xfrm>
                <a:off x="0" y="104775"/>
                <a:ext cx="328650" cy="3420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3" name="Google Shape;333;g3d7936b2ea4_3_0"/>
              <p:cNvPicPr preferRelativeResize="0"/>
              <p:nvPr/>
            </p:nvPicPr>
            <p:blipFill rotWithShape="1">
              <a:blip r:embed="rId14">
                <a:alphaModFix/>
              </a:blip>
              <a:srcRect/>
              <a:stretch/>
            </p:blipFill>
            <p:spPr>
              <a:xfrm>
                <a:off x="228600" y="0"/>
                <a:ext cx="219670" cy="228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334" name="Google Shape;334;g3d7936b2ea4_3_0"/>
          <p:cNvCxnSpPr>
            <a:stCxn id="311" idx="3"/>
            <a:endCxn id="317" idx="1"/>
          </p:cNvCxnSpPr>
          <p:nvPr/>
        </p:nvCxnSpPr>
        <p:spPr>
          <a:xfrm rot="10800000" flipH="1">
            <a:off x="4674312" y="6044543"/>
            <a:ext cx="1401300" cy="21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35" name="Google Shape;335;g3d7936b2ea4_3_0"/>
          <p:cNvCxnSpPr>
            <a:stCxn id="308" idx="3"/>
            <a:endCxn id="323" idx="1"/>
          </p:cNvCxnSpPr>
          <p:nvPr/>
        </p:nvCxnSpPr>
        <p:spPr>
          <a:xfrm>
            <a:off x="4674312" y="5243204"/>
            <a:ext cx="1400700" cy="180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36" name="Google Shape;336;g3d7936b2ea4_3_0"/>
          <p:cNvCxnSpPr>
            <a:stCxn id="323" idx="3"/>
            <a:endCxn id="165" idx="3"/>
          </p:cNvCxnSpPr>
          <p:nvPr/>
        </p:nvCxnSpPr>
        <p:spPr>
          <a:xfrm rot="10800000" flipH="1">
            <a:off x="6619417" y="3395839"/>
            <a:ext cx="799800" cy="1849200"/>
          </a:xfrm>
          <a:prstGeom prst="bentConnector2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37" name="Google Shape;337;g3d7936b2ea4_3_0"/>
          <p:cNvCxnSpPr>
            <a:stCxn id="317" idx="3"/>
            <a:endCxn id="165" idx="3"/>
          </p:cNvCxnSpPr>
          <p:nvPr/>
        </p:nvCxnSpPr>
        <p:spPr>
          <a:xfrm rot="10800000" flipH="1">
            <a:off x="6620006" y="3395630"/>
            <a:ext cx="799200" cy="2649000"/>
          </a:xfrm>
          <a:prstGeom prst="bentConnector2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38" name="Google Shape;338;g3d7936b2ea4_3_0"/>
          <p:cNvCxnSpPr>
            <a:stCxn id="274" idx="1"/>
            <a:endCxn id="179" idx="3"/>
          </p:cNvCxnSpPr>
          <p:nvPr/>
        </p:nvCxnSpPr>
        <p:spPr>
          <a:xfrm flipH="1">
            <a:off x="8476038" y="1728892"/>
            <a:ext cx="884700" cy="927600"/>
          </a:xfrm>
          <a:prstGeom prst="bentConnector3">
            <a:avLst>
              <a:gd name="adj1" fmla="val 49994"/>
            </a:avLst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339" name="Google Shape;339;g3d7936b2ea4_3_0"/>
          <p:cNvGrpSpPr/>
          <p:nvPr/>
        </p:nvGrpSpPr>
        <p:grpSpPr>
          <a:xfrm>
            <a:off x="5826160" y="4213614"/>
            <a:ext cx="983920" cy="540181"/>
            <a:chOff x="4409348" y="5547727"/>
            <a:chExt cx="1113914" cy="614610"/>
          </a:xfrm>
        </p:grpSpPr>
        <p:grpSp>
          <p:nvGrpSpPr>
            <p:cNvPr id="340" name="Google Shape;340;g3d7936b2ea4_3_0"/>
            <p:cNvGrpSpPr/>
            <p:nvPr/>
          </p:nvGrpSpPr>
          <p:grpSpPr>
            <a:xfrm>
              <a:off x="4409348" y="5547727"/>
              <a:ext cx="1113914" cy="614610"/>
              <a:chOff x="6407394" y="4881562"/>
              <a:chExt cx="1545600" cy="826200"/>
            </a:xfrm>
          </p:grpSpPr>
          <p:sp>
            <p:nvSpPr>
              <p:cNvPr id="341" name="Google Shape;341;g3d7936b2ea4_3_0"/>
              <p:cNvSpPr/>
              <p:nvPr/>
            </p:nvSpPr>
            <p:spPr>
              <a:xfrm>
                <a:off x="6807945" y="4881562"/>
                <a:ext cx="855300" cy="826200"/>
              </a:xfrm>
              <a:prstGeom prst="roundRect">
                <a:avLst>
                  <a:gd name="adj" fmla="val 16667"/>
                </a:avLst>
              </a:prstGeom>
              <a:solidFill>
                <a:srgbClr val="E1EFD8"/>
              </a:solidFill>
              <a:ln w="12700" cap="flat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g3d7936b2ea4_3_0"/>
              <p:cNvSpPr txBox="1"/>
              <p:nvPr/>
            </p:nvSpPr>
            <p:spPr>
              <a:xfrm>
                <a:off x="6407394" y="4894802"/>
                <a:ext cx="1545600" cy="25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ja-JP" sz="11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Api</a:t>
                </a:r>
                <a:endParaRPr sz="11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3" name="Google Shape;343;g3d7936b2ea4_3_0"/>
            <p:cNvGrpSpPr/>
            <p:nvPr/>
          </p:nvGrpSpPr>
          <p:grpSpPr>
            <a:xfrm>
              <a:off x="4787372" y="5640838"/>
              <a:ext cx="448270" cy="446785"/>
              <a:chOff x="0" y="0"/>
              <a:chExt cx="448270" cy="446785"/>
            </a:xfrm>
          </p:grpSpPr>
          <p:pic>
            <p:nvPicPr>
              <p:cNvPr id="344" name="Google Shape;344;g3d7936b2ea4_3_0"/>
              <p:cNvPicPr preferRelativeResize="0"/>
              <p:nvPr/>
            </p:nvPicPr>
            <p:blipFill rotWithShape="1">
              <a:blip r:embed="rId13">
                <a:alphaModFix/>
              </a:blip>
              <a:srcRect/>
              <a:stretch/>
            </p:blipFill>
            <p:spPr>
              <a:xfrm>
                <a:off x="0" y="104775"/>
                <a:ext cx="328650" cy="3420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5" name="Google Shape;345;g3d7936b2ea4_3_0"/>
              <p:cNvPicPr preferRelativeResize="0"/>
              <p:nvPr/>
            </p:nvPicPr>
            <p:blipFill rotWithShape="1">
              <a:blip r:embed="rId14">
                <a:alphaModFix/>
              </a:blip>
              <a:srcRect/>
              <a:stretch/>
            </p:blipFill>
            <p:spPr>
              <a:xfrm>
                <a:off x="228600" y="0"/>
                <a:ext cx="219670" cy="228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346" name="Google Shape;346;g3d7936b2ea4_3_0"/>
          <p:cNvCxnSpPr>
            <a:stCxn id="341" idx="1"/>
            <a:endCxn id="153" idx="1"/>
          </p:cNvCxnSpPr>
          <p:nvPr/>
        </p:nvCxnSpPr>
        <p:spPr>
          <a:xfrm rot="10800000">
            <a:off x="184348" y="2222005"/>
            <a:ext cx="5896800" cy="2261700"/>
          </a:xfrm>
          <a:prstGeom prst="bentConnector3">
            <a:avLst>
              <a:gd name="adj1" fmla="val 102660"/>
            </a:avLst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47" name="Google Shape;347;g3d7936b2ea4_3_0"/>
          <p:cNvCxnSpPr>
            <a:stCxn id="165" idx="3"/>
            <a:endCxn id="341" idx="3"/>
          </p:cNvCxnSpPr>
          <p:nvPr/>
        </p:nvCxnSpPr>
        <p:spPr>
          <a:xfrm rot="5400000">
            <a:off x="6478465" y="3542999"/>
            <a:ext cx="1088100" cy="793500"/>
          </a:xfrm>
          <a:prstGeom prst="bentConnector2">
            <a:avLst/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348" name="Google Shape;348;g3d7936b2ea4_3_0"/>
          <p:cNvSpPr txBox="1"/>
          <p:nvPr/>
        </p:nvSpPr>
        <p:spPr>
          <a:xfrm>
            <a:off x="5904480" y="3988425"/>
            <a:ext cx="918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車検事前見積</a:t>
            </a:r>
            <a:endParaRPr sz="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d7936b2ea4_3_0"/>
          <p:cNvSpPr/>
          <p:nvPr/>
        </p:nvSpPr>
        <p:spPr>
          <a:xfrm>
            <a:off x="8305258" y="53914"/>
            <a:ext cx="1263600" cy="10899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75707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8775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ja-JP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endParaRPr sz="9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d7936b2ea4_3_0"/>
          <p:cNvSpPr/>
          <p:nvPr/>
        </p:nvSpPr>
        <p:spPr>
          <a:xfrm>
            <a:off x="8410055" y="177287"/>
            <a:ext cx="1054200" cy="461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トーマス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g3d7936b2ea4_3_0"/>
          <p:cNvCxnSpPr>
            <a:stCxn id="352" idx="3"/>
            <a:endCxn id="170" idx="0"/>
          </p:cNvCxnSpPr>
          <p:nvPr/>
        </p:nvCxnSpPr>
        <p:spPr>
          <a:xfrm rot="5400000">
            <a:off x="7513729" y="940771"/>
            <a:ext cx="1351800" cy="1539600"/>
          </a:xfrm>
          <a:prstGeom prst="bentConnector3">
            <a:avLst>
              <a:gd name="adj1" fmla="val 49997"/>
            </a:avLst>
          </a:prstGeom>
          <a:noFill/>
          <a:ln w="25400" cap="flat" cmpd="sng">
            <a:solidFill>
              <a:srgbClr val="7F7F7F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352" name="Google Shape;352;g3d7936b2ea4_3_0"/>
          <p:cNvSpPr/>
          <p:nvPr/>
        </p:nvSpPr>
        <p:spPr>
          <a:xfrm>
            <a:off x="8580529" y="555571"/>
            <a:ext cx="757800" cy="479100"/>
          </a:xfrm>
          <a:prstGeom prst="can">
            <a:avLst>
              <a:gd name="adj" fmla="val 25000"/>
            </a:avLst>
          </a:prstGeom>
          <a:solidFill>
            <a:srgbClr val="D8D8D8"/>
          </a:solidFill>
          <a:ln w="12700" cap="flat" cmpd="sng">
            <a:solidFill>
              <a:srgbClr val="75707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ja-JP" sz="9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トーマス</a:t>
            </a:r>
            <a:endParaRPr sz="900" b="1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d7936b2ea4_3_0"/>
          <p:cNvSpPr txBox="1"/>
          <p:nvPr/>
        </p:nvSpPr>
        <p:spPr>
          <a:xfrm>
            <a:off x="-69425" y="38787"/>
            <a:ext cx="241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2026年度以降見込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d7936b2ea4_3_0"/>
          <p:cNvSpPr txBox="1"/>
          <p:nvPr/>
        </p:nvSpPr>
        <p:spPr>
          <a:xfrm>
            <a:off x="240680" y="343508"/>
            <a:ext cx="357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トヨタポイントに加え、データ活用基盤を利用したコンテンツを推進予定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d7936b2ea4_3_0"/>
          <p:cNvSpPr/>
          <p:nvPr/>
        </p:nvSpPr>
        <p:spPr>
          <a:xfrm>
            <a:off x="7371915" y="1517590"/>
            <a:ext cx="1511100" cy="325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データ活用基盤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7"/>
          <p:cNvSpPr txBox="1"/>
          <p:nvPr/>
        </p:nvSpPr>
        <p:spPr>
          <a:xfrm>
            <a:off x="305497" y="172073"/>
            <a:ext cx="6477881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データ活用基盤への接続基準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ja-JP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・api接続を基本としており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ja-JP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場合によってはデータ活用基盤に接続する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ja-JP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プロダクト特性、性能から直接接続も検討する方針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585391" y="3057151"/>
            <a:ext cx="882600" cy="784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CCCCC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2162225" y="2037800"/>
            <a:ext cx="3090600" cy="2445300"/>
          </a:xfrm>
          <a:prstGeom prst="roundRect">
            <a:avLst>
              <a:gd name="adj" fmla="val 2655"/>
            </a:avLst>
          </a:prstGeom>
          <a:solidFill>
            <a:srgbClr val="CAEEF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17" descr="黒い背景に白い文字がある&#10;&#10;低い精度で自動的に生成された説明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9675" y="2231574"/>
            <a:ext cx="318437" cy="312994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7"/>
          <p:cNvSpPr txBox="1"/>
          <p:nvPr/>
        </p:nvSpPr>
        <p:spPr>
          <a:xfrm>
            <a:off x="2762525" y="2323945"/>
            <a:ext cx="628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6" name="Google Shape;366;p17"/>
          <p:cNvGrpSpPr/>
          <p:nvPr/>
        </p:nvGrpSpPr>
        <p:grpSpPr>
          <a:xfrm>
            <a:off x="2504075" y="2807256"/>
            <a:ext cx="2406900" cy="1359600"/>
            <a:chOff x="5803917" y="2038548"/>
            <a:chExt cx="2406900" cy="1359600"/>
          </a:xfrm>
        </p:grpSpPr>
        <p:sp>
          <p:nvSpPr>
            <p:cNvPr id="367" name="Google Shape;367;p17"/>
            <p:cNvSpPr/>
            <p:nvPr/>
          </p:nvSpPr>
          <p:spPr>
            <a:xfrm>
              <a:off x="5803917" y="2038548"/>
              <a:ext cx="2406900" cy="1359600"/>
            </a:xfrm>
            <a:prstGeom prst="roundRect">
              <a:avLst>
                <a:gd name="adj" fmla="val 5884"/>
              </a:avLst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8" name="Google Shape;368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938970" y="2048318"/>
              <a:ext cx="1114544" cy="2078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17"/>
            <p:cNvSpPr/>
            <p:nvPr/>
          </p:nvSpPr>
          <p:spPr>
            <a:xfrm>
              <a:off x="5938970" y="2902316"/>
              <a:ext cx="2222700" cy="394500"/>
            </a:xfrm>
            <a:prstGeom prst="can">
              <a:avLst>
                <a:gd name="adj" fmla="val 25000"/>
              </a:avLst>
            </a:prstGeom>
            <a:solidFill>
              <a:srgbClr val="548135"/>
            </a:solidFill>
            <a:ln w="12700" cap="flat" cmpd="sng">
              <a:solidFill>
                <a:srgbClr val="A5A5A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11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CLOUDERA</a:t>
              </a:r>
              <a:endPara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0" name="Google Shape;370;p17"/>
            <p:cNvGrpSpPr/>
            <p:nvPr/>
          </p:nvGrpSpPr>
          <p:grpSpPr>
            <a:xfrm>
              <a:off x="6738554" y="2287507"/>
              <a:ext cx="624730" cy="536532"/>
              <a:chOff x="8213995" y="1704698"/>
              <a:chExt cx="841500" cy="722700"/>
            </a:xfrm>
          </p:grpSpPr>
          <p:sp>
            <p:nvSpPr>
              <p:cNvPr id="371" name="Google Shape;371;p17"/>
              <p:cNvSpPr/>
              <p:nvPr/>
            </p:nvSpPr>
            <p:spPr>
              <a:xfrm>
                <a:off x="8368902" y="2071407"/>
                <a:ext cx="504000" cy="2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72" name="Google Shape;372;p17"/>
              <p:cNvGrpSpPr/>
              <p:nvPr/>
            </p:nvGrpSpPr>
            <p:grpSpPr>
              <a:xfrm>
                <a:off x="8213995" y="1704698"/>
                <a:ext cx="841500" cy="722700"/>
                <a:chOff x="7669392" y="1677488"/>
                <a:chExt cx="841500" cy="722700"/>
              </a:xfrm>
            </p:grpSpPr>
            <p:sp>
              <p:nvSpPr>
                <p:cNvPr id="373" name="Google Shape;373;p17"/>
                <p:cNvSpPr/>
                <p:nvPr/>
              </p:nvSpPr>
              <p:spPr>
                <a:xfrm>
                  <a:off x="7717564" y="1702157"/>
                  <a:ext cx="234000" cy="23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" name="Google Shape;374;p17"/>
                <p:cNvSpPr/>
                <p:nvPr/>
              </p:nvSpPr>
              <p:spPr>
                <a:xfrm>
                  <a:off x="7669392" y="1677488"/>
                  <a:ext cx="841500" cy="7227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6800" rIns="90000" bIns="468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5" name="Google Shape;375;p17"/>
            <p:cNvGrpSpPr/>
            <p:nvPr/>
          </p:nvGrpSpPr>
          <p:grpSpPr>
            <a:xfrm>
              <a:off x="5980666" y="2294131"/>
              <a:ext cx="624730" cy="536532"/>
              <a:chOff x="2544022" y="5169026"/>
              <a:chExt cx="841500" cy="722700"/>
            </a:xfrm>
          </p:grpSpPr>
          <p:grpSp>
            <p:nvGrpSpPr>
              <p:cNvPr id="376" name="Google Shape;376;p17"/>
              <p:cNvGrpSpPr/>
              <p:nvPr/>
            </p:nvGrpSpPr>
            <p:grpSpPr>
              <a:xfrm>
                <a:off x="2544022" y="5169026"/>
                <a:ext cx="841500" cy="722700"/>
                <a:chOff x="7669392" y="1677488"/>
                <a:chExt cx="841500" cy="722700"/>
              </a:xfrm>
            </p:grpSpPr>
            <p:sp>
              <p:nvSpPr>
                <p:cNvPr id="377" name="Google Shape;377;p17"/>
                <p:cNvSpPr/>
                <p:nvPr/>
              </p:nvSpPr>
              <p:spPr>
                <a:xfrm>
                  <a:off x="7717564" y="1702157"/>
                  <a:ext cx="234000" cy="23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" name="Google Shape;378;p17"/>
                <p:cNvSpPr/>
                <p:nvPr/>
              </p:nvSpPr>
              <p:spPr>
                <a:xfrm>
                  <a:off x="7669392" y="1677488"/>
                  <a:ext cx="841500" cy="7227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6800" rIns="90000" bIns="468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379" name="Google Shape;379;p1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662323" y="5473824"/>
                <a:ext cx="670692" cy="3366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0" name="Google Shape;380;p17"/>
            <p:cNvGrpSpPr/>
            <p:nvPr/>
          </p:nvGrpSpPr>
          <p:grpSpPr>
            <a:xfrm>
              <a:off x="7482473" y="2289436"/>
              <a:ext cx="624730" cy="536532"/>
              <a:chOff x="5442319" y="5394556"/>
              <a:chExt cx="841500" cy="722700"/>
            </a:xfrm>
          </p:grpSpPr>
          <p:grpSp>
            <p:nvGrpSpPr>
              <p:cNvPr id="381" name="Google Shape;381;p17"/>
              <p:cNvGrpSpPr/>
              <p:nvPr/>
            </p:nvGrpSpPr>
            <p:grpSpPr>
              <a:xfrm>
                <a:off x="5442319" y="5394556"/>
                <a:ext cx="841500" cy="722700"/>
                <a:chOff x="7669392" y="1677488"/>
                <a:chExt cx="841500" cy="722700"/>
              </a:xfrm>
            </p:grpSpPr>
            <p:sp>
              <p:nvSpPr>
                <p:cNvPr id="382" name="Google Shape;382;p17"/>
                <p:cNvSpPr/>
                <p:nvPr/>
              </p:nvSpPr>
              <p:spPr>
                <a:xfrm>
                  <a:off x="7717564" y="1702157"/>
                  <a:ext cx="234000" cy="23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" name="Google Shape;383;p17"/>
                <p:cNvSpPr/>
                <p:nvPr/>
              </p:nvSpPr>
              <p:spPr>
                <a:xfrm>
                  <a:off x="7669392" y="1677488"/>
                  <a:ext cx="841500" cy="7227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6800" rIns="90000" bIns="468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4" name="Google Shape;384;p17"/>
              <p:cNvGrpSpPr/>
              <p:nvPr/>
            </p:nvGrpSpPr>
            <p:grpSpPr>
              <a:xfrm>
                <a:off x="5442320" y="5491280"/>
                <a:ext cx="717300" cy="588001"/>
                <a:chOff x="4261580" y="5501025"/>
                <a:chExt cx="717300" cy="588001"/>
              </a:xfrm>
            </p:grpSpPr>
            <p:sp>
              <p:nvSpPr>
                <p:cNvPr id="385" name="Google Shape;385;p17"/>
                <p:cNvSpPr/>
                <p:nvPr/>
              </p:nvSpPr>
              <p:spPr>
                <a:xfrm>
                  <a:off x="4552963" y="5501025"/>
                  <a:ext cx="214200" cy="36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" name="Google Shape;386;p17"/>
                <p:cNvSpPr txBox="1"/>
                <p:nvPr/>
              </p:nvSpPr>
              <p:spPr>
                <a:xfrm>
                  <a:off x="4261580" y="5861026"/>
                  <a:ext cx="717300" cy="22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ja-JP" sz="1100" b="1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Impala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cxnSp>
        <p:nvCxnSpPr>
          <p:cNvPr id="387" name="Google Shape;387;p17"/>
          <p:cNvCxnSpPr/>
          <p:nvPr/>
        </p:nvCxnSpPr>
        <p:spPr>
          <a:xfrm>
            <a:off x="1448901" y="3451052"/>
            <a:ext cx="1120500" cy="0"/>
          </a:xfrm>
          <a:prstGeom prst="straightConnector1">
            <a:avLst/>
          </a:prstGeom>
          <a:noFill/>
          <a:ln w="19050" cap="flat" cmpd="sng">
            <a:solidFill>
              <a:srgbClr val="888888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388" name="Google Shape;388;p17"/>
          <p:cNvSpPr/>
          <p:nvPr/>
        </p:nvSpPr>
        <p:spPr>
          <a:xfrm>
            <a:off x="6178261" y="4968292"/>
            <a:ext cx="882600" cy="784500"/>
          </a:xfrm>
          <a:prstGeom prst="roundRect">
            <a:avLst>
              <a:gd name="adj" fmla="val 16667"/>
            </a:avLst>
          </a:prstGeom>
          <a:solidFill>
            <a:srgbClr val="CFE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6155182" y="1664936"/>
            <a:ext cx="882600" cy="784500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p17" title="10035-icon-service-App-Services 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17261" y="5094453"/>
            <a:ext cx="404600" cy="404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7"/>
          <p:cNvSpPr txBox="1"/>
          <p:nvPr/>
        </p:nvSpPr>
        <p:spPr>
          <a:xfrm>
            <a:off x="6120220" y="5533681"/>
            <a:ext cx="952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 Service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7"/>
          <p:cNvSpPr txBox="1"/>
          <p:nvPr/>
        </p:nvSpPr>
        <p:spPr>
          <a:xfrm>
            <a:off x="6120220" y="2191411"/>
            <a:ext cx="952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17" title="Vector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4182" y="1762329"/>
            <a:ext cx="404600" cy="41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17" title="image34 1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6529" y="3131053"/>
            <a:ext cx="460325" cy="43064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7"/>
          <p:cNvSpPr txBox="1"/>
          <p:nvPr/>
        </p:nvSpPr>
        <p:spPr>
          <a:xfrm>
            <a:off x="550441" y="3611158"/>
            <a:ext cx="952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ai21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17"/>
          <p:cNvCxnSpPr>
            <a:stCxn id="389" idx="1"/>
            <a:endCxn id="383" idx="3"/>
          </p:cNvCxnSpPr>
          <p:nvPr/>
        </p:nvCxnSpPr>
        <p:spPr>
          <a:xfrm flipH="1">
            <a:off x="4807282" y="2057186"/>
            <a:ext cx="1347900" cy="1269300"/>
          </a:xfrm>
          <a:prstGeom prst="bentConnector3">
            <a:avLst>
              <a:gd name="adj1" fmla="val 49997"/>
            </a:avLst>
          </a:prstGeom>
          <a:noFill/>
          <a:ln w="19050" cap="flat" cmpd="sng">
            <a:solidFill>
              <a:srgbClr val="88888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7" name="Google Shape;397;p17"/>
          <p:cNvSpPr/>
          <p:nvPr/>
        </p:nvSpPr>
        <p:spPr>
          <a:xfrm>
            <a:off x="7484523" y="4137641"/>
            <a:ext cx="4374600" cy="2203800"/>
          </a:xfrm>
          <a:prstGeom prst="roundRect">
            <a:avLst>
              <a:gd name="adj" fmla="val 5633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7484522" y="735229"/>
            <a:ext cx="4374600" cy="3040763"/>
          </a:xfrm>
          <a:prstGeom prst="roundRect">
            <a:avLst>
              <a:gd name="adj" fmla="val 5633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7"/>
          <p:cNvSpPr txBox="1"/>
          <p:nvPr/>
        </p:nvSpPr>
        <p:spPr>
          <a:xfrm>
            <a:off x="7653518" y="4299334"/>
            <a:ext cx="289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データ活用基盤に直接繋ぐ場合</a:t>
            </a:r>
            <a:endParaRPr sz="1400" b="1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7"/>
          <p:cNvSpPr txBox="1"/>
          <p:nvPr/>
        </p:nvSpPr>
        <p:spPr>
          <a:xfrm>
            <a:off x="7736458" y="4725887"/>
            <a:ext cx="4409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・アクセススピード：速い場合が多い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・開発コスト：中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・セキュリティ：中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7"/>
          <p:cNvSpPr txBox="1"/>
          <p:nvPr/>
        </p:nvSpPr>
        <p:spPr>
          <a:xfrm>
            <a:off x="7748158" y="5419001"/>
            <a:ext cx="40677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・特性：帳票タイプと相性が良い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※マーケッター等、ダッシュボードを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　カスタマイズしたい人向け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7"/>
          <p:cNvSpPr txBox="1"/>
          <p:nvPr/>
        </p:nvSpPr>
        <p:spPr>
          <a:xfrm>
            <a:off x="7761567" y="1289795"/>
            <a:ext cx="4409100" cy="247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・アクセススピード：中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・開発コスト：大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・セキュリティ：強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・特性：Webシステムタイプと相性が良い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ja-JP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※画面にユニークさを求める人に向く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・その他（開発視点）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ja-JP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・事前に繋ぎ込みの仕様を絞り込んで準備できる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ja-JP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・セキュリティを守りやすい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・利用回数の把握がしやすい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・負荷、仕様を制御できる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7"/>
          <p:cNvSpPr txBox="1"/>
          <p:nvPr/>
        </p:nvSpPr>
        <p:spPr>
          <a:xfrm>
            <a:off x="7773245" y="914149"/>
            <a:ext cx="3632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1" i="0" u="none" strike="noStrike" cap="none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データ活用基盤にAPI経由で繋ぐ場合</a:t>
            </a:r>
            <a:endParaRPr sz="1400" b="1" i="0" u="none" strike="noStrike" cap="non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17" descr="Fram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27612" y="457921"/>
            <a:ext cx="40005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7"/>
          <p:cNvSpPr txBox="1"/>
          <p:nvPr/>
        </p:nvSpPr>
        <p:spPr>
          <a:xfrm>
            <a:off x="7798498" y="402982"/>
            <a:ext cx="94760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優先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6" name="Google Shape;406;p17"/>
          <p:cNvCxnSpPr>
            <a:stCxn id="390" idx="0"/>
          </p:cNvCxnSpPr>
          <p:nvPr/>
        </p:nvCxnSpPr>
        <p:spPr>
          <a:xfrm rot="5400000" flipH="1">
            <a:off x="4981861" y="3456753"/>
            <a:ext cx="1615500" cy="1659900"/>
          </a:xfrm>
          <a:prstGeom prst="bentConnector2">
            <a:avLst/>
          </a:prstGeom>
          <a:noFill/>
          <a:ln w="19050" cap="flat" cmpd="sng">
            <a:solidFill>
              <a:srgbClr val="888888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d387a03c21_0_0"/>
          <p:cNvSpPr txBox="1"/>
          <p:nvPr/>
        </p:nvSpPr>
        <p:spPr>
          <a:xfrm>
            <a:off x="236225" y="229800"/>
            <a:ext cx="4743000" cy="3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簡易接続（Nifiからの接続）※暫定対応案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d387a03c21_0_0"/>
          <p:cNvSpPr/>
          <p:nvPr/>
        </p:nvSpPr>
        <p:spPr>
          <a:xfrm>
            <a:off x="6554947" y="1640148"/>
            <a:ext cx="1723500" cy="646500"/>
          </a:xfrm>
          <a:prstGeom prst="can">
            <a:avLst>
              <a:gd name="adj" fmla="val 25000"/>
            </a:avLst>
          </a:prstGeom>
          <a:solidFill>
            <a:srgbClr val="9BBB59"/>
          </a:solidFill>
          <a:ln w="19050" cap="flat" cmpd="sng">
            <a:solidFill>
              <a:srgbClr val="9BBB5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ja-JP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Kudu</a:t>
            </a:r>
            <a:endParaRPr sz="1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" name="Google Shape;414;g3d387a03c21_0_0"/>
          <p:cNvGrpSpPr/>
          <p:nvPr/>
        </p:nvGrpSpPr>
        <p:grpSpPr>
          <a:xfrm>
            <a:off x="3021294" y="1782212"/>
            <a:ext cx="470212" cy="323100"/>
            <a:chOff x="10540647" y="4983708"/>
            <a:chExt cx="470212" cy="323100"/>
          </a:xfrm>
        </p:grpSpPr>
        <p:sp>
          <p:nvSpPr>
            <p:cNvPr id="415" name="Google Shape;415;g3d387a03c21_0_0"/>
            <p:cNvSpPr txBox="1"/>
            <p:nvPr/>
          </p:nvSpPr>
          <p:spPr>
            <a:xfrm rot="5400000">
              <a:off x="10563747" y="4960608"/>
              <a:ext cx="323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ja-JP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～</a:t>
              </a: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g3d387a03c21_0_0"/>
            <p:cNvSpPr txBox="1"/>
            <p:nvPr/>
          </p:nvSpPr>
          <p:spPr>
            <a:xfrm rot="5400000">
              <a:off x="10664659" y="4960608"/>
              <a:ext cx="323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ja-JP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～</a:t>
              </a: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17" name="Google Shape;417;g3d387a03c21_0_0"/>
          <p:cNvCxnSpPr>
            <a:endCxn id="413" idx="2"/>
          </p:cNvCxnSpPr>
          <p:nvPr/>
        </p:nvCxnSpPr>
        <p:spPr>
          <a:xfrm rot="10800000" flipH="1">
            <a:off x="2342947" y="1963398"/>
            <a:ext cx="4212000" cy="33900"/>
          </a:xfrm>
          <a:prstGeom prst="straightConnector1">
            <a:avLst/>
          </a:prstGeom>
          <a:noFill/>
          <a:ln w="19050" cap="flat" cmpd="sng">
            <a:solidFill>
              <a:srgbClr val="0078D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8" name="Google Shape;418;g3d387a03c21_0_0"/>
          <p:cNvSpPr/>
          <p:nvPr/>
        </p:nvSpPr>
        <p:spPr>
          <a:xfrm rot="5400000">
            <a:off x="4650853" y="1867548"/>
            <a:ext cx="270900" cy="259500"/>
          </a:xfrm>
          <a:prstGeom prst="can">
            <a:avLst>
              <a:gd name="adj" fmla="val 25000"/>
            </a:avLst>
          </a:prstGeom>
          <a:solidFill>
            <a:srgbClr val="FFA7A7"/>
          </a:solidFill>
          <a:ln w="19050" cap="flat" cmpd="sng">
            <a:solidFill>
              <a:srgbClr val="DF322D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d387a03c21_0_0"/>
          <p:cNvSpPr txBox="1"/>
          <p:nvPr/>
        </p:nvSpPr>
        <p:spPr>
          <a:xfrm>
            <a:off x="3957397" y="1380791"/>
            <a:ext cx="16578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Nifi Datahub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d387a03c21_0_0"/>
          <p:cNvSpPr/>
          <p:nvPr/>
        </p:nvSpPr>
        <p:spPr>
          <a:xfrm>
            <a:off x="740593" y="1475312"/>
            <a:ext cx="1122300" cy="1000200"/>
          </a:xfrm>
          <a:prstGeom prst="roundRect">
            <a:avLst>
              <a:gd name="adj" fmla="val 2335"/>
            </a:avLst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g3d387a03c21_0_0" title="image34 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943" y="1604470"/>
            <a:ext cx="555600" cy="519767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d387a03c21_0_0"/>
          <p:cNvSpPr txBox="1"/>
          <p:nvPr/>
        </p:nvSpPr>
        <p:spPr>
          <a:xfrm>
            <a:off x="774293" y="1093437"/>
            <a:ext cx="917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ja-JP" sz="1100" b="1" i="0" u="none" strike="noStrike" cap="none">
                <a:solidFill>
                  <a:srgbClr val="1881C7"/>
                </a:solidFill>
                <a:latin typeface="Arial"/>
                <a:ea typeface="Arial"/>
                <a:cs typeface="Arial"/>
                <a:sym typeface="Arial"/>
              </a:rPr>
              <a:t>外部</a:t>
            </a:r>
            <a:br>
              <a:rPr lang="ja-JP" sz="1100" b="1" i="0" u="none" strike="noStrike" cap="none">
                <a:solidFill>
                  <a:srgbClr val="1881C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100" b="1" i="0" u="none" strike="noStrike" cap="none">
                <a:solidFill>
                  <a:srgbClr val="1881C7"/>
                </a:solidFill>
                <a:latin typeface="Arial"/>
                <a:ea typeface="Arial"/>
                <a:cs typeface="Arial"/>
                <a:sym typeface="Arial"/>
              </a:rPr>
              <a:t>データソース</a:t>
            </a:r>
            <a:endParaRPr sz="1100" b="1" i="0" u="none" strike="noStrike" cap="none">
              <a:solidFill>
                <a:srgbClr val="1881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3d387a03c21_0_0"/>
          <p:cNvSpPr txBox="1"/>
          <p:nvPr/>
        </p:nvSpPr>
        <p:spPr>
          <a:xfrm>
            <a:off x="1023943" y="2183879"/>
            <a:ext cx="555600" cy="1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ja-JP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ai21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g3d387a03c21_0_0"/>
          <p:cNvCxnSpPr>
            <a:stCxn id="418" idx="4"/>
          </p:cNvCxnSpPr>
          <p:nvPr/>
        </p:nvCxnSpPr>
        <p:spPr>
          <a:xfrm rot="-5400000" flipH="1">
            <a:off x="6899953" y="19098"/>
            <a:ext cx="875400" cy="5102700"/>
          </a:xfrm>
          <a:prstGeom prst="bentConnector2">
            <a:avLst/>
          </a:prstGeom>
          <a:noFill/>
          <a:ln w="19050" cap="flat" cmpd="sng">
            <a:solidFill>
              <a:srgbClr val="0078D4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25" name="Google Shape;425;g3d387a03c21_0_0"/>
          <p:cNvSpPr txBox="1"/>
          <p:nvPr/>
        </p:nvSpPr>
        <p:spPr>
          <a:xfrm>
            <a:off x="664832" y="4499815"/>
            <a:ext cx="1089000" cy="4155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ja-JP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 sz="1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d387a03c21_0_0"/>
          <p:cNvSpPr txBox="1"/>
          <p:nvPr/>
        </p:nvSpPr>
        <p:spPr>
          <a:xfrm>
            <a:off x="842521" y="5037995"/>
            <a:ext cx="474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・ローコード開発になるので、実装工数がかからない、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連携テストが中心になる見込み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d387a03c21_0_0"/>
          <p:cNvSpPr txBox="1"/>
          <p:nvPr/>
        </p:nvSpPr>
        <p:spPr>
          <a:xfrm>
            <a:off x="6057758" y="5075371"/>
            <a:ext cx="5466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①外部ソースから追加分のデータ連携調整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②セキュリティ設計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③連携設計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r>
              <a:rPr lang="ja-JP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連携テスト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d387a03c21_0_0"/>
          <p:cNvSpPr txBox="1"/>
          <p:nvPr/>
        </p:nvSpPr>
        <p:spPr>
          <a:xfrm>
            <a:off x="6025859" y="4505104"/>
            <a:ext cx="1089000" cy="4155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ja-JP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進行</a:t>
            </a:r>
            <a:endParaRPr sz="1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g3d387a03c21_0_0" title="fil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51659" y="2629599"/>
            <a:ext cx="684501" cy="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d387a03c21_0_0"/>
          <p:cNvSpPr txBox="1"/>
          <p:nvPr/>
        </p:nvSpPr>
        <p:spPr>
          <a:xfrm>
            <a:off x="9935841" y="3531885"/>
            <a:ext cx="16578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御社APIへ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d387a03c21_0_0"/>
          <p:cNvSpPr txBox="1"/>
          <p:nvPr/>
        </p:nvSpPr>
        <p:spPr>
          <a:xfrm>
            <a:off x="5443783" y="3188125"/>
            <a:ext cx="3878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rPr>
              <a:t>データ量によっては、CSVダウンロード（拾いにきてもらう）を併用する場合がございます</a:t>
            </a:r>
            <a:endParaRPr sz="1400" b="0" i="0" u="none" strike="noStrike" cap="none">
              <a:solidFill>
                <a:srgbClr val="0078D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d387a03c21_0_151"/>
          <p:cNvSpPr txBox="1"/>
          <p:nvPr/>
        </p:nvSpPr>
        <p:spPr>
          <a:xfrm>
            <a:off x="236225" y="229800"/>
            <a:ext cx="338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簡易接続（DB直接）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d387a03c21_0_151"/>
          <p:cNvSpPr/>
          <p:nvPr/>
        </p:nvSpPr>
        <p:spPr>
          <a:xfrm>
            <a:off x="6554947" y="1640148"/>
            <a:ext cx="1723500" cy="646500"/>
          </a:xfrm>
          <a:prstGeom prst="can">
            <a:avLst>
              <a:gd name="adj" fmla="val 25000"/>
            </a:avLst>
          </a:prstGeom>
          <a:solidFill>
            <a:srgbClr val="9BBB59"/>
          </a:solidFill>
          <a:ln w="19050" cap="flat" cmpd="sng">
            <a:solidFill>
              <a:srgbClr val="9BBB5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ja-JP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Kudu</a:t>
            </a:r>
            <a:endParaRPr sz="1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9" name="Google Shape;439;g3d387a03c21_0_151"/>
          <p:cNvGrpSpPr/>
          <p:nvPr/>
        </p:nvGrpSpPr>
        <p:grpSpPr>
          <a:xfrm>
            <a:off x="3021294" y="1782212"/>
            <a:ext cx="470212" cy="323100"/>
            <a:chOff x="10540647" y="4983708"/>
            <a:chExt cx="470212" cy="323100"/>
          </a:xfrm>
        </p:grpSpPr>
        <p:sp>
          <p:nvSpPr>
            <p:cNvPr id="440" name="Google Shape;440;g3d387a03c21_0_151"/>
            <p:cNvSpPr txBox="1"/>
            <p:nvPr/>
          </p:nvSpPr>
          <p:spPr>
            <a:xfrm rot="5400000">
              <a:off x="10563747" y="4960608"/>
              <a:ext cx="323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ja-JP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～</a:t>
              </a: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g3d387a03c21_0_151"/>
            <p:cNvSpPr txBox="1"/>
            <p:nvPr/>
          </p:nvSpPr>
          <p:spPr>
            <a:xfrm rot="5400000">
              <a:off x="10664659" y="4960608"/>
              <a:ext cx="323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ja-JP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～</a:t>
              </a: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42" name="Google Shape;442;g3d387a03c21_0_151"/>
          <p:cNvCxnSpPr>
            <a:endCxn id="438" idx="2"/>
          </p:cNvCxnSpPr>
          <p:nvPr/>
        </p:nvCxnSpPr>
        <p:spPr>
          <a:xfrm rot="10800000" flipH="1">
            <a:off x="2342947" y="1963398"/>
            <a:ext cx="4212000" cy="33900"/>
          </a:xfrm>
          <a:prstGeom prst="straightConnector1">
            <a:avLst/>
          </a:prstGeom>
          <a:noFill/>
          <a:ln w="19050" cap="flat" cmpd="sng">
            <a:solidFill>
              <a:srgbClr val="0078D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3" name="Google Shape;443;g3d387a03c21_0_151"/>
          <p:cNvSpPr/>
          <p:nvPr/>
        </p:nvSpPr>
        <p:spPr>
          <a:xfrm rot="5400000">
            <a:off x="4650853" y="1867548"/>
            <a:ext cx="270900" cy="259500"/>
          </a:xfrm>
          <a:prstGeom prst="can">
            <a:avLst>
              <a:gd name="adj" fmla="val 25000"/>
            </a:avLst>
          </a:prstGeom>
          <a:solidFill>
            <a:srgbClr val="FFA7A7"/>
          </a:solidFill>
          <a:ln w="19050" cap="flat" cmpd="sng">
            <a:solidFill>
              <a:srgbClr val="DF322D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d387a03c21_0_151"/>
          <p:cNvSpPr txBox="1"/>
          <p:nvPr/>
        </p:nvSpPr>
        <p:spPr>
          <a:xfrm>
            <a:off x="3957397" y="1380791"/>
            <a:ext cx="16578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Nifi Datahub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3d387a03c21_0_151"/>
          <p:cNvSpPr/>
          <p:nvPr/>
        </p:nvSpPr>
        <p:spPr>
          <a:xfrm>
            <a:off x="740593" y="1475312"/>
            <a:ext cx="1122300" cy="1000200"/>
          </a:xfrm>
          <a:prstGeom prst="roundRect">
            <a:avLst>
              <a:gd name="adj" fmla="val 2335"/>
            </a:avLst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g3d387a03c21_0_151" title="image34 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943" y="1604470"/>
            <a:ext cx="555600" cy="519767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3d387a03c21_0_151"/>
          <p:cNvSpPr txBox="1"/>
          <p:nvPr/>
        </p:nvSpPr>
        <p:spPr>
          <a:xfrm>
            <a:off x="774293" y="1093437"/>
            <a:ext cx="917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ja-JP" sz="1100" b="1" i="0" u="none" strike="noStrike" cap="none">
                <a:solidFill>
                  <a:srgbClr val="1881C7"/>
                </a:solidFill>
                <a:latin typeface="Arial"/>
                <a:ea typeface="Arial"/>
                <a:cs typeface="Arial"/>
                <a:sym typeface="Arial"/>
              </a:rPr>
              <a:t>外部</a:t>
            </a:r>
            <a:br>
              <a:rPr lang="ja-JP" sz="1100" b="1" i="0" u="none" strike="noStrike" cap="none">
                <a:solidFill>
                  <a:srgbClr val="1881C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100" b="1" i="0" u="none" strike="noStrike" cap="none">
                <a:solidFill>
                  <a:srgbClr val="1881C7"/>
                </a:solidFill>
                <a:latin typeface="Arial"/>
                <a:ea typeface="Arial"/>
                <a:cs typeface="Arial"/>
                <a:sym typeface="Arial"/>
              </a:rPr>
              <a:t>データソース</a:t>
            </a:r>
            <a:endParaRPr sz="1100" b="1" i="0" u="none" strike="noStrike" cap="none">
              <a:solidFill>
                <a:srgbClr val="1881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d387a03c21_0_151"/>
          <p:cNvSpPr txBox="1"/>
          <p:nvPr/>
        </p:nvSpPr>
        <p:spPr>
          <a:xfrm>
            <a:off x="1023943" y="2183879"/>
            <a:ext cx="555600" cy="1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ja-JP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ai21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3d387a03c21_0_151"/>
          <p:cNvSpPr txBox="1"/>
          <p:nvPr/>
        </p:nvSpPr>
        <p:spPr>
          <a:xfrm>
            <a:off x="664832" y="4499815"/>
            <a:ext cx="1089000" cy="4155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ja-JP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 sz="1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3d387a03c21_0_151"/>
          <p:cNvSpPr txBox="1"/>
          <p:nvPr/>
        </p:nvSpPr>
        <p:spPr>
          <a:xfrm>
            <a:off x="842521" y="5037995"/>
            <a:ext cx="474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・Azure DBで、App用DBを構築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d387a03c21_0_151"/>
          <p:cNvSpPr txBox="1"/>
          <p:nvPr/>
        </p:nvSpPr>
        <p:spPr>
          <a:xfrm>
            <a:off x="6057758" y="5075371"/>
            <a:ext cx="5466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①外部ソースから追加分のデータ連携調整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②セキュリティ設計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③DB設計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④DB実装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⑤連携設計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⑥</a:t>
            </a:r>
            <a:r>
              <a:rPr lang="ja-JP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連携テスト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d387a03c21_0_151"/>
          <p:cNvSpPr txBox="1"/>
          <p:nvPr/>
        </p:nvSpPr>
        <p:spPr>
          <a:xfrm>
            <a:off x="6025859" y="4505104"/>
            <a:ext cx="1089000" cy="4155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ja-JP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進行</a:t>
            </a:r>
            <a:endParaRPr sz="1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d387a03c21_0_151"/>
          <p:cNvSpPr/>
          <p:nvPr/>
        </p:nvSpPr>
        <p:spPr>
          <a:xfrm>
            <a:off x="6554947" y="2994549"/>
            <a:ext cx="1723500" cy="646500"/>
          </a:xfrm>
          <a:prstGeom prst="can">
            <a:avLst>
              <a:gd name="adj" fmla="val 25000"/>
            </a:avLst>
          </a:prstGeom>
          <a:solidFill>
            <a:srgbClr val="9BBB59"/>
          </a:solidFill>
          <a:ln w="19050" cap="flat" cmpd="sng">
            <a:solidFill>
              <a:srgbClr val="9BBB5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ja-JP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App用DB</a:t>
            </a:r>
            <a:endParaRPr sz="1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" name="Google Shape;454;g3d387a03c21_0_151"/>
          <p:cNvCxnSpPr>
            <a:stCxn id="438" idx="3"/>
            <a:endCxn id="453" idx="1"/>
          </p:cNvCxnSpPr>
          <p:nvPr/>
        </p:nvCxnSpPr>
        <p:spPr>
          <a:xfrm>
            <a:off x="7416697" y="2286648"/>
            <a:ext cx="0" cy="708000"/>
          </a:xfrm>
          <a:prstGeom prst="straightConnector1">
            <a:avLst/>
          </a:prstGeom>
          <a:noFill/>
          <a:ln w="19050" cap="flat" cmpd="sng">
            <a:solidFill>
              <a:srgbClr val="0078D4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5" name="Google Shape;455;g3d387a03c21_0_151"/>
          <p:cNvCxnSpPr/>
          <p:nvPr/>
        </p:nvCxnSpPr>
        <p:spPr>
          <a:xfrm flipH="1">
            <a:off x="8284125" y="3294725"/>
            <a:ext cx="1490700" cy="7500"/>
          </a:xfrm>
          <a:prstGeom prst="straightConnector1">
            <a:avLst/>
          </a:prstGeom>
          <a:noFill/>
          <a:ln w="19050" cap="flat" cmpd="sng">
            <a:solidFill>
              <a:srgbClr val="0078D4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56" name="Google Shape;456;g3d387a03c21_0_151"/>
          <p:cNvSpPr txBox="1"/>
          <p:nvPr/>
        </p:nvSpPr>
        <p:spPr>
          <a:xfrm>
            <a:off x="10024673" y="3071819"/>
            <a:ext cx="1657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御社サービスから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直接読みにきてもらう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d387a03c21_0_151"/>
          <p:cNvSpPr txBox="1"/>
          <p:nvPr/>
        </p:nvSpPr>
        <p:spPr>
          <a:xfrm>
            <a:off x="5528408" y="2734401"/>
            <a:ext cx="108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sz="14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d387a03c21_0_151"/>
          <p:cNvSpPr txBox="1"/>
          <p:nvPr/>
        </p:nvSpPr>
        <p:spPr>
          <a:xfrm>
            <a:off x="6795712" y="3761296"/>
            <a:ext cx="1273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（参照用）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387a03c21_0_181"/>
          <p:cNvSpPr txBox="1"/>
          <p:nvPr/>
        </p:nvSpPr>
        <p:spPr>
          <a:xfrm>
            <a:off x="236225" y="229800"/>
            <a:ext cx="33837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API接続　※恒久対応案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d387a03c21_0_181"/>
          <p:cNvSpPr/>
          <p:nvPr/>
        </p:nvSpPr>
        <p:spPr>
          <a:xfrm>
            <a:off x="6554947" y="1343467"/>
            <a:ext cx="1723500" cy="646500"/>
          </a:xfrm>
          <a:prstGeom prst="can">
            <a:avLst>
              <a:gd name="adj" fmla="val 25000"/>
            </a:avLst>
          </a:prstGeom>
          <a:solidFill>
            <a:srgbClr val="9BBB59"/>
          </a:solidFill>
          <a:ln w="19050" cap="flat" cmpd="sng">
            <a:solidFill>
              <a:srgbClr val="9BBB5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ja-JP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Kudu</a:t>
            </a:r>
            <a:endParaRPr sz="1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6" name="Google Shape;466;g3d387a03c21_0_181"/>
          <p:cNvGrpSpPr/>
          <p:nvPr/>
        </p:nvGrpSpPr>
        <p:grpSpPr>
          <a:xfrm>
            <a:off x="3021294" y="1485532"/>
            <a:ext cx="470212" cy="323100"/>
            <a:chOff x="10540647" y="4983708"/>
            <a:chExt cx="470212" cy="323100"/>
          </a:xfrm>
        </p:grpSpPr>
        <p:sp>
          <p:nvSpPr>
            <p:cNvPr id="467" name="Google Shape;467;g3d387a03c21_0_181"/>
            <p:cNvSpPr txBox="1"/>
            <p:nvPr/>
          </p:nvSpPr>
          <p:spPr>
            <a:xfrm rot="5400000">
              <a:off x="10563747" y="4960608"/>
              <a:ext cx="323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ja-JP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～</a:t>
              </a: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g3d387a03c21_0_181"/>
            <p:cNvSpPr txBox="1"/>
            <p:nvPr/>
          </p:nvSpPr>
          <p:spPr>
            <a:xfrm rot="5400000">
              <a:off x="10664659" y="4960608"/>
              <a:ext cx="323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ja-JP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～</a:t>
              </a: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9" name="Google Shape;469;g3d387a03c21_0_181"/>
          <p:cNvCxnSpPr>
            <a:endCxn id="465" idx="2"/>
          </p:cNvCxnSpPr>
          <p:nvPr/>
        </p:nvCxnSpPr>
        <p:spPr>
          <a:xfrm rot="10800000" flipH="1">
            <a:off x="2342947" y="1666717"/>
            <a:ext cx="4212000" cy="33900"/>
          </a:xfrm>
          <a:prstGeom prst="straightConnector1">
            <a:avLst/>
          </a:prstGeom>
          <a:noFill/>
          <a:ln w="19050" cap="flat" cmpd="sng">
            <a:solidFill>
              <a:srgbClr val="0078D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0" name="Google Shape;470;g3d387a03c21_0_181"/>
          <p:cNvSpPr/>
          <p:nvPr/>
        </p:nvSpPr>
        <p:spPr>
          <a:xfrm rot="5400000">
            <a:off x="4650853" y="1570868"/>
            <a:ext cx="270900" cy="259500"/>
          </a:xfrm>
          <a:prstGeom prst="can">
            <a:avLst>
              <a:gd name="adj" fmla="val 25000"/>
            </a:avLst>
          </a:prstGeom>
          <a:solidFill>
            <a:srgbClr val="FFA7A7"/>
          </a:solidFill>
          <a:ln w="19050" cap="flat" cmpd="sng">
            <a:solidFill>
              <a:srgbClr val="DF322D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d387a03c21_0_181"/>
          <p:cNvSpPr txBox="1"/>
          <p:nvPr/>
        </p:nvSpPr>
        <p:spPr>
          <a:xfrm>
            <a:off x="3957397" y="1084110"/>
            <a:ext cx="16578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Nifi Datahub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d387a03c21_0_181"/>
          <p:cNvSpPr/>
          <p:nvPr/>
        </p:nvSpPr>
        <p:spPr>
          <a:xfrm>
            <a:off x="740593" y="1178631"/>
            <a:ext cx="1122300" cy="1000200"/>
          </a:xfrm>
          <a:prstGeom prst="roundRect">
            <a:avLst>
              <a:gd name="adj" fmla="val 2335"/>
            </a:avLst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3" name="Google Shape;473;g3d387a03c21_0_181" title="image34 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943" y="1307790"/>
            <a:ext cx="555600" cy="519767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g3d387a03c21_0_181"/>
          <p:cNvSpPr txBox="1"/>
          <p:nvPr/>
        </p:nvSpPr>
        <p:spPr>
          <a:xfrm>
            <a:off x="774293" y="796756"/>
            <a:ext cx="917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ja-JP" sz="1100" b="1" i="0" u="none" strike="noStrike" cap="none">
                <a:solidFill>
                  <a:srgbClr val="1881C7"/>
                </a:solidFill>
                <a:latin typeface="Arial"/>
                <a:ea typeface="Arial"/>
                <a:cs typeface="Arial"/>
                <a:sym typeface="Arial"/>
              </a:rPr>
              <a:t>外部</a:t>
            </a:r>
            <a:br>
              <a:rPr lang="ja-JP" sz="1100" b="1" i="0" u="none" strike="noStrike" cap="none">
                <a:solidFill>
                  <a:srgbClr val="1881C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100" b="1" i="0" u="none" strike="noStrike" cap="none">
                <a:solidFill>
                  <a:srgbClr val="1881C7"/>
                </a:solidFill>
                <a:latin typeface="Arial"/>
                <a:ea typeface="Arial"/>
                <a:cs typeface="Arial"/>
                <a:sym typeface="Arial"/>
              </a:rPr>
              <a:t>データソース</a:t>
            </a:r>
            <a:endParaRPr sz="1100" b="1" i="0" u="none" strike="noStrike" cap="none">
              <a:solidFill>
                <a:srgbClr val="1881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d387a03c21_0_181"/>
          <p:cNvSpPr txBox="1"/>
          <p:nvPr/>
        </p:nvSpPr>
        <p:spPr>
          <a:xfrm>
            <a:off x="1023943" y="1887198"/>
            <a:ext cx="555600" cy="1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ja-JP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ai21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d387a03c21_0_181"/>
          <p:cNvSpPr txBox="1"/>
          <p:nvPr/>
        </p:nvSpPr>
        <p:spPr>
          <a:xfrm>
            <a:off x="664832" y="4015758"/>
            <a:ext cx="1089000" cy="4155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ja-JP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 sz="1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3d387a03c21_0_181"/>
          <p:cNvSpPr txBox="1"/>
          <p:nvPr/>
        </p:nvSpPr>
        <p:spPr>
          <a:xfrm>
            <a:off x="842521" y="4553938"/>
            <a:ext cx="474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・Azure DBで、App用DBを構築し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APIも構築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d387a03c21_0_181"/>
          <p:cNvSpPr txBox="1"/>
          <p:nvPr/>
        </p:nvSpPr>
        <p:spPr>
          <a:xfrm>
            <a:off x="6057758" y="4591313"/>
            <a:ext cx="54660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①外部ソースから追加分のデータ連携調整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②セキュリティ設計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③DB設計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④DB実装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⑤API設計（複数）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⑥API設計（複数）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⑦連携設計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⑧</a:t>
            </a:r>
            <a:r>
              <a:rPr lang="ja-JP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連携テスト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d387a03c21_0_181"/>
          <p:cNvSpPr txBox="1"/>
          <p:nvPr/>
        </p:nvSpPr>
        <p:spPr>
          <a:xfrm>
            <a:off x="6025859" y="4021047"/>
            <a:ext cx="1089000" cy="4155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ja-JP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進行</a:t>
            </a:r>
            <a:endParaRPr sz="1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d387a03c21_0_181"/>
          <p:cNvSpPr/>
          <p:nvPr/>
        </p:nvSpPr>
        <p:spPr>
          <a:xfrm>
            <a:off x="6554947" y="2697869"/>
            <a:ext cx="1723500" cy="646500"/>
          </a:xfrm>
          <a:prstGeom prst="can">
            <a:avLst>
              <a:gd name="adj" fmla="val 25000"/>
            </a:avLst>
          </a:prstGeom>
          <a:solidFill>
            <a:srgbClr val="9BBB59"/>
          </a:solidFill>
          <a:ln w="19050" cap="flat" cmpd="sng">
            <a:solidFill>
              <a:srgbClr val="9BBB5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ja-JP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App用DB</a:t>
            </a:r>
            <a:endParaRPr sz="1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1" name="Google Shape;481;g3d387a03c21_0_181"/>
          <p:cNvCxnSpPr>
            <a:stCxn id="465" idx="3"/>
            <a:endCxn id="480" idx="1"/>
          </p:cNvCxnSpPr>
          <p:nvPr/>
        </p:nvCxnSpPr>
        <p:spPr>
          <a:xfrm>
            <a:off x="7416697" y="1989967"/>
            <a:ext cx="0" cy="708000"/>
          </a:xfrm>
          <a:prstGeom prst="straightConnector1">
            <a:avLst/>
          </a:prstGeom>
          <a:noFill/>
          <a:ln w="19050" cap="flat" cmpd="sng">
            <a:solidFill>
              <a:srgbClr val="0078D4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2" name="Google Shape;482;g3d387a03c21_0_181"/>
          <p:cNvCxnSpPr/>
          <p:nvPr/>
        </p:nvCxnSpPr>
        <p:spPr>
          <a:xfrm>
            <a:off x="9759215" y="3052349"/>
            <a:ext cx="1827000" cy="0"/>
          </a:xfrm>
          <a:prstGeom prst="straightConnector1">
            <a:avLst/>
          </a:prstGeom>
          <a:noFill/>
          <a:ln w="19050" cap="flat" cmpd="sng">
            <a:solidFill>
              <a:srgbClr val="0078D4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83" name="Google Shape;483;g3d387a03c21_0_181"/>
          <p:cNvSpPr txBox="1"/>
          <p:nvPr/>
        </p:nvSpPr>
        <p:spPr>
          <a:xfrm>
            <a:off x="8914890" y="3406828"/>
            <a:ext cx="9171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d387a03c21_0_181"/>
          <p:cNvSpPr txBox="1"/>
          <p:nvPr/>
        </p:nvSpPr>
        <p:spPr>
          <a:xfrm>
            <a:off x="5528408" y="2437721"/>
            <a:ext cx="108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sz="14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d387a03c21_0_181"/>
          <p:cNvSpPr txBox="1"/>
          <p:nvPr/>
        </p:nvSpPr>
        <p:spPr>
          <a:xfrm>
            <a:off x="6795712" y="3464616"/>
            <a:ext cx="1273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（参照用）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6" name="Google Shape;486;g3d387a03c21_0_181" title="スクリーンショット 2026-03-31 6.53.1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77362" y="2627496"/>
            <a:ext cx="766250" cy="7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3d387a03c21_0_181"/>
          <p:cNvSpPr txBox="1"/>
          <p:nvPr/>
        </p:nvSpPr>
        <p:spPr>
          <a:xfrm>
            <a:off x="9837258" y="3163489"/>
            <a:ext cx="16578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-JP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御社APIへ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g3d387a03c21_0_181"/>
          <p:cNvCxnSpPr>
            <a:stCxn id="480" idx="4"/>
            <a:endCxn id="486" idx="1"/>
          </p:cNvCxnSpPr>
          <p:nvPr/>
        </p:nvCxnSpPr>
        <p:spPr>
          <a:xfrm>
            <a:off x="8278447" y="3021119"/>
            <a:ext cx="699000" cy="1800"/>
          </a:xfrm>
          <a:prstGeom prst="straightConnector1">
            <a:avLst/>
          </a:prstGeom>
          <a:noFill/>
          <a:ln w="19050" cap="flat" cmpd="sng">
            <a:solidFill>
              <a:srgbClr val="0078D4"/>
            </a:solidFill>
            <a:prstDash val="dash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e1aff548f7_0_63"/>
          <p:cNvSpPr txBox="1"/>
          <p:nvPr/>
        </p:nvSpPr>
        <p:spPr>
          <a:xfrm>
            <a:off x="236225" y="229800"/>
            <a:ext cx="385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モビリコのプラポリの要約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e1aff548f7_0_63"/>
          <p:cNvSpPr txBox="1"/>
          <p:nvPr/>
        </p:nvSpPr>
        <p:spPr>
          <a:xfrm>
            <a:off x="443925" y="824200"/>
            <a:ext cx="10868100" cy="55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前提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◎</a:t>
            </a:r>
            <a:r>
              <a:rPr lang="ja-JP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プライバシーポリシーにおける「保護と取り扱い」</a:t>
            </a:r>
            <a:br>
              <a:rPr lang="ja-JP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・</a:t>
            </a:r>
            <a:r>
              <a:rPr lang="ja-JP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モビリコは、トヨタグループ（運営：ウエインズトヨタ神奈川等）のC2C（個人間売買）サービスとして、</a:t>
            </a:r>
            <a:br>
              <a:rPr lang="ja-JP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以下の情報を「個人情報」として適正に保護・管理すると明記。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◎保護の対象となる個人情報の項目</a:t>
            </a:r>
            <a:br>
              <a:rPr lang="ja-JP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・本人識別情報</a:t>
            </a: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 氏名、住所、生年月日、電話番号。</a:t>
            </a:r>
            <a:br>
              <a:rPr lang="ja-JP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・車両関連情報</a:t>
            </a: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：車名、塗色・型式、自動車登録番号。</a:t>
            </a:r>
            <a:br>
              <a:rPr lang="ja-JP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・書類・履歴情報</a:t>
            </a: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 自動車検査証情報（車検証）、修理・整備に関する情報。</a:t>
            </a:r>
            <a:br>
              <a:rPr lang="ja-JP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・取引情報</a:t>
            </a: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：注文書に記載された内容、お客様からの要望事項。</a:t>
            </a:r>
            <a:br>
              <a:rPr lang="ja-JP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ja-JP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◎安全管理措置</a:t>
            </a:r>
            <a:br>
              <a:rPr lang="ja-JP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・</a:t>
            </a: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組織的、物理的、技術的な安全管理措置を講じる。</a:t>
            </a:r>
            <a:br>
              <a:rPr lang="ja-JP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・</a:t>
            </a: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要配慮個人情報</a:t>
            </a: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（不当な差別や偏見を生じかねない情報）については、あらかじめ本人の同意を得ない限り取得や第三者提供を行わない。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◎共同利用</a:t>
            </a:r>
            <a:br>
              <a:rPr lang="ja-JP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・トヨタ自動車およびグループ会社、加盟店との間で、上記の項目を適切な範囲で共同利用することがあります。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◎管理責任</a:t>
            </a:r>
            <a:br>
              <a:rPr lang="ja-JP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・ 会員IDやパスワード、および登録された車両情報の正確性については、利用者自身が責任を負うものとされています。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" name="Google Shape;501;g3e1aff548f7_0_1"/>
          <p:cNvGraphicFramePr/>
          <p:nvPr/>
        </p:nvGraphicFramePr>
        <p:xfrm>
          <a:off x="393392" y="851646"/>
          <a:ext cx="11568075" cy="4016175"/>
        </p:xfrm>
        <a:graphic>
          <a:graphicData uri="http://schemas.openxmlformats.org/drawingml/2006/table">
            <a:tbl>
              <a:tblPr firstRow="1" bandRow="1">
                <a:noFill/>
                <a:tableStyleId>{0A2E3945-3831-4C0D-9F7B-975D0945990D}</a:tableStyleId>
              </a:tblPr>
              <a:tblGrid>
                <a:gridCol w="56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5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  <a:sym typeface="MS PGothic"/>
                        </a:rPr>
                        <a:t>項番</a:t>
                      </a:r>
                      <a:endParaRPr sz="1400" b="1" i="0" u="none" strike="noStrike" cap="none">
                        <a:solidFill>
                          <a:srgbClr val="FFFFFF"/>
                        </a:solidFill>
                        <a:latin typeface="MS PGothic"/>
                        <a:ea typeface="MS PGothic"/>
                        <a:cs typeface="MS PGothic"/>
                        <a:sym typeface="MS P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  <a:sym typeface="MS PGothic"/>
                        </a:rPr>
                        <a:t>観点</a:t>
                      </a:r>
                      <a:endParaRPr sz="1400" u="none" strike="noStrike" cap="none">
                        <a:solidFill>
                          <a:srgbClr val="FFFFFF"/>
                        </a:solidFill>
                        <a:latin typeface="MS PGothic"/>
                        <a:ea typeface="MS PGothic"/>
                        <a:cs typeface="MS PGothic"/>
                        <a:sym typeface="MS P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  <a:sym typeface="MS PGothic"/>
                        </a:rPr>
                        <a:t>セキュリティ施策</a:t>
                      </a:r>
                      <a:endParaRPr sz="1400" b="1" i="0" u="none" strike="noStrike" cap="none">
                        <a:solidFill>
                          <a:srgbClr val="FFFFFF"/>
                        </a:solidFill>
                        <a:latin typeface="MS PGothic"/>
                        <a:ea typeface="MS PGothic"/>
                        <a:cs typeface="MS PGothic"/>
                        <a:sym typeface="MS PGothic"/>
                      </a:endParaRPr>
                    </a:p>
                  </a:txBody>
                  <a:tcPr marL="91450" marR="91450" marT="45725" marB="45725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対応種別</a:t>
                      </a:r>
                      <a:endParaRPr/>
                    </a:p>
                  </a:txBody>
                  <a:tcPr marL="91450" marR="91450" marT="45725" marB="45725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効果と意義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通信の安全性確保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閉域網接続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セキュリティ外部対応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インターネットから物理的に隔離された専用線を利用し、盗聴や外部からの侵入リスクを排除する。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8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マルウェア・脅威への対策</a:t>
                      </a:r>
                      <a:br>
                        <a:rPr lang="ja-JP" sz="1400" u="none" strike="noStrike" cap="none"/>
                      </a:br>
                      <a:r>
                        <a:rPr lang="ja-JP" sz="1400" u="none" strike="noStrike" cap="none"/>
                        <a:t>（ランサムウェア等の防止）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Prisma Cloud</a:t>
                      </a:r>
                      <a:br>
                        <a:rPr lang="ja-JP" sz="1400" u="none" strike="noStrike" cap="none"/>
                      </a:br>
                      <a:r>
                        <a:rPr lang="ja-JP" sz="1400" u="none" strike="noStrike" cap="none"/>
                        <a:t>（挙動検知）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セキュリティ外部対応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プロセスの異常な振る舞いを自動検知し、データが暗号化・破壊される前にブロックする。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認証・識別情報の適切な管理</a:t>
                      </a:r>
                      <a:br>
                        <a:rPr lang="ja-JP" sz="1400" u="none" strike="noStrike" cap="none"/>
                      </a:b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APIキー認証</a:t>
                      </a:r>
                      <a:endParaRPr/>
                    </a:p>
                  </a:txBody>
                  <a:tcPr marL="91450" marR="91450" marT="45725" marB="45725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セキュリティ内部対応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APIキーの検証によりなりすましを防ぐ。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8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利用目的の範囲内での活用</a:t>
                      </a:r>
                      <a:endParaRPr/>
                    </a:p>
                  </a:txBody>
                  <a:tcPr marL="91450" marR="91450" marT="45725" marB="45725"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Rangerによるスコープ制御</a:t>
                      </a:r>
                      <a:br>
                        <a:rPr lang="ja-JP" sz="1400" u="none" strike="noStrike" cap="none"/>
                      </a:br>
                      <a:r>
                        <a:rPr lang="ja-JP" sz="1400" u="none" strike="noStrike" cap="none"/>
                        <a:t>（データガバナンス）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セキュリティ内部対応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0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 sz="1400" u="none" strike="noStrike" cap="none"/>
                        <a:t>読み取り可能なデータをご指定の販社に限定し、行レベルでアクセスを制御する。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2" name="Google Shape;502;g3e1aff548f7_0_1"/>
          <p:cNvSpPr txBox="1"/>
          <p:nvPr/>
        </p:nvSpPr>
        <p:spPr>
          <a:xfrm>
            <a:off x="236225" y="229800"/>
            <a:ext cx="500779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セキュリティの観点のまとめ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387a03c21_0_337"/>
          <p:cNvSpPr txBox="1"/>
          <p:nvPr/>
        </p:nvSpPr>
        <p:spPr>
          <a:xfrm>
            <a:off x="236225" y="229800"/>
            <a:ext cx="385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セキュリティの方針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d387a03c21_0_337"/>
          <p:cNvSpPr txBox="1"/>
          <p:nvPr/>
        </p:nvSpPr>
        <p:spPr>
          <a:xfrm>
            <a:off x="11249346" y="6328418"/>
            <a:ext cx="6657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ja-JP" sz="1200" b="1" i="1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rPr>
              <a:t>9</a:t>
            </a:fld>
            <a:endParaRPr sz="1200" b="1" i="1" u="none" strike="noStrike" cap="none">
              <a:solidFill>
                <a:srgbClr val="7F7F7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10" name="Google Shape;510;g3d387a03c21_0_337"/>
          <p:cNvSpPr/>
          <p:nvPr/>
        </p:nvSpPr>
        <p:spPr>
          <a:xfrm>
            <a:off x="958223" y="1896360"/>
            <a:ext cx="4614300" cy="3095400"/>
          </a:xfrm>
          <a:prstGeom prst="roundRect">
            <a:avLst>
              <a:gd name="adj" fmla="val 3297"/>
            </a:avLst>
          </a:prstGeom>
          <a:solidFill>
            <a:srgbClr val="C9DAF8"/>
          </a:solidFill>
          <a:ln w="28575" cap="flat" cmpd="sng">
            <a:solidFill>
              <a:srgbClr val="DF32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d387a03c21_0_337"/>
          <p:cNvSpPr/>
          <p:nvPr/>
        </p:nvSpPr>
        <p:spPr>
          <a:xfrm>
            <a:off x="1016198" y="1947785"/>
            <a:ext cx="4503000" cy="29757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3d387a03c21_0_337"/>
          <p:cNvSpPr/>
          <p:nvPr/>
        </p:nvSpPr>
        <p:spPr>
          <a:xfrm>
            <a:off x="1888373" y="2590260"/>
            <a:ext cx="1754700" cy="1472700"/>
          </a:xfrm>
          <a:prstGeom prst="roundRect">
            <a:avLst>
              <a:gd name="adj" fmla="val 7110"/>
            </a:avLst>
          </a:prstGeom>
          <a:solidFill>
            <a:srgbClr val="FFF3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g3d387a03c21_0_337" title="Frame 42731904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1451" y="2169046"/>
            <a:ext cx="771300" cy="27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g3d387a03c21_0_337" title="db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0423" y="3085746"/>
            <a:ext cx="390600" cy="48174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g3d387a03c21_0_337"/>
          <p:cNvSpPr txBox="1"/>
          <p:nvPr/>
        </p:nvSpPr>
        <p:spPr>
          <a:xfrm>
            <a:off x="1888373" y="2670010"/>
            <a:ext cx="17547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eiryo"/>
              <a:buNone/>
            </a:pPr>
            <a:r>
              <a:rPr lang="ja-JP" sz="11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VNET（本番サブスク）</a:t>
            </a:r>
            <a:endParaRPr sz="1100" b="1" i="0" u="none" strike="noStrike" cap="non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16" name="Google Shape;516;g3d387a03c21_0_337"/>
          <p:cNvSpPr txBox="1"/>
          <p:nvPr/>
        </p:nvSpPr>
        <p:spPr>
          <a:xfrm>
            <a:off x="2195123" y="3634110"/>
            <a:ext cx="11412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eiryo"/>
              <a:buNone/>
            </a:pPr>
            <a:r>
              <a:rPr lang="ja-JP" sz="1100" b="0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Impala/Kudu</a:t>
            </a:r>
            <a:endParaRPr sz="1100" b="0" i="0" u="none" strike="noStrike" cap="non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17" name="Google Shape;517;g3d387a03c21_0_337"/>
          <p:cNvSpPr/>
          <p:nvPr/>
        </p:nvSpPr>
        <p:spPr>
          <a:xfrm>
            <a:off x="2570423" y="4598210"/>
            <a:ext cx="771300" cy="725400"/>
          </a:xfrm>
          <a:prstGeom prst="roundRect">
            <a:avLst>
              <a:gd name="adj" fmla="val 10241"/>
            </a:avLst>
          </a:prstGeom>
          <a:solidFill>
            <a:srgbClr val="FFFFFF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g3d387a03c21_0_337" title="シールド1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43085" y="4750859"/>
            <a:ext cx="413700" cy="4201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9" name="Google Shape;519;g3d387a03c21_0_337"/>
          <p:cNvGrpSpPr/>
          <p:nvPr/>
        </p:nvGrpSpPr>
        <p:grpSpPr>
          <a:xfrm>
            <a:off x="4125523" y="2694635"/>
            <a:ext cx="875400" cy="1058700"/>
            <a:chOff x="4927450" y="2537725"/>
            <a:chExt cx="875400" cy="1058700"/>
          </a:xfrm>
        </p:grpSpPr>
        <p:sp>
          <p:nvSpPr>
            <p:cNvPr id="520" name="Google Shape;520;g3d387a03c21_0_337"/>
            <p:cNvSpPr/>
            <p:nvPr/>
          </p:nvSpPr>
          <p:spPr>
            <a:xfrm>
              <a:off x="4927450" y="2537725"/>
              <a:ext cx="875400" cy="1058700"/>
            </a:xfrm>
            <a:prstGeom prst="roundRect">
              <a:avLst>
                <a:gd name="adj" fmla="val 11123"/>
              </a:avLst>
            </a:prstGeom>
            <a:solidFill>
              <a:srgbClr val="FFFFFF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1" name="Google Shape;521;g3d387a03c21_0_337" title="シールド1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58300" y="2652120"/>
              <a:ext cx="413700" cy="4201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" name="Google Shape;522;g3d387a03c21_0_337"/>
            <p:cNvSpPr txBox="1"/>
            <p:nvPr/>
          </p:nvSpPr>
          <p:spPr>
            <a:xfrm>
              <a:off x="4979500" y="3137038"/>
              <a:ext cx="771300" cy="34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Meiryo"/>
                <a:buNone/>
              </a:pPr>
              <a:r>
                <a:rPr lang="ja-JP" sz="900" b="1" i="0" u="none" strike="noStrike" cap="non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  <a:t>アプリ</a:t>
              </a:r>
              <a:br>
                <a:rPr lang="ja-JP" sz="900" b="1" i="0" u="none" strike="noStrike" cap="non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</a:br>
              <a:r>
                <a:rPr lang="ja-JP" sz="900" b="1" i="0" u="none" strike="noStrike" cap="non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rPr>
                <a:t>ゲートウェイ</a:t>
              </a:r>
              <a:endParaRPr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23" name="Google Shape;523;g3d387a03c21_0_337"/>
          <p:cNvCxnSpPr>
            <a:stCxn id="524" idx="0"/>
            <a:endCxn id="524" idx="1"/>
          </p:cNvCxnSpPr>
          <p:nvPr/>
        </p:nvCxnSpPr>
        <p:spPr>
          <a:xfrm>
            <a:off x="9121500" y="3263604"/>
            <a:ext cx="155100" cy="0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5" name="Google Shape;525;g3d387a03c21_0_337"/>
          <p:cNvSpPr txBox="1"/>
          <p:nvPr/>
        </p:nvSpPr>
        <p:spPr>
          <a:xfrm>
            <a:off x="6971848" y="3478454"/>
            <a:ext cx="120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eiryo"/>
              <a:buNone/>
            </a:pPr>
            <a:r>
              <a:rPr lang="ja-JP" sz="10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ATI等の</a:t>
            </a:r>
            <a:br>
              <a:rPr lang="ja-JP" sz="10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</a:br>
            <a:r>
              <a:rPr lang="ja-JP" sz="10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プライベート</a:t>
            </a:r>
            <a:r>
              <a:rPr lang="ja-JP" sz="12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回</a:t>
            </a:r>
            <a:r>
              <a:rPr lang="ja-JP" sz="10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線</a:t>
            </a:r>
            <a:endParaRPr sz="1000" b="1" i="0" u="none" strike="noStrike" cap="non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526" name="Google Shape;526;g3d387a03c21_0_337"/>
          <p:cNvGrpSpPr/>
          <p:nvPr/>
        </p:nvGrpSpPr>
        <p:grpSpPr>
          <a:xfrm>
            <a:off x="7242315" y="2362641"/>
            <a:ext cx="665700" cy="665700"/>
            <a:chOff x="1538600" y="3609975"/>
            <a:chExt cx="665700" cy="665700"/>
          </a:xfrm>
        </p:grpSpPr>
        <p:sp>
          <p:nvSpPr>
            <p:cNvPr id="527" name="Google Shape;527;g3d387a03c21_0_337"/>
            <p:cNvSpPr/>
            <p:nvPr/>
          </p:nvSpPr>
          <p:spPr>
            <a:xfrm>
              <a:off x="1538600" y="3609975"/>
              <a:ext cx="665700" cy="6657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8" name="Google Shape;528;g3d387a03c21_0_337" title="シールド1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664600" y="3732774"/>
              <a:ext cx="413700" cy="4201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9" name="Google Shape;529;g3d387a03c21_0_337"/>
          <p:cNvSpPr/>
          <p:nvPr/>
        </p:nvSpPr>
        <p:spPr>
          <a:xfrm>
            <a:off x="9628598" y="1947785"/>
            <a:ext cx="1997400" cy="29757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9050" cap="flat" cmpd="sng">
            <a:solidFill>
              <a:srgbClr val="BABA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d387a03c21_0_337"/>
          <p:cNvSpPr txBox="1"/>
          <p:nvPr/>
        </p:nvSpPr>
        <p:spPr>
          <a:xfrm>
            <a:off x="9764073" y="2076310"/>
            <a:ext cx="16590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eiryo"/>
              <a:buNone/>
            </a:pPr>
            <a:r>
              <a:rPr lang="ja-JP" sz="11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対向システム</a:t>
            </a:r>
            <a:br>
              <a:rPr lang="ja-JP" sz="11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</a:br>
            <a:r>
              <a:rPr lang="ja-JP" sz="11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（Webサービス等）</a:t>
            </a:r>
            <a:endParaRPr sz="1100" b="1" i="0" u="none" strike="noStrike" cap="non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531" name="Google Shape;531;g3d387a03c21_0_337" title="対向システム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26936" y="3133786"/>
            <a:ext cx="482667" cy="475282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g3d387a03c21_0_337"/>
          <p:cNvSpPr txBox="1"/>
          <p:nvPr/>
        </p:nvSpPr>
        <p:spPr>
          <a:xfrm>
            <a:off x="491675" y="610710"/>
            <a:ext cx="362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8"/>
              <a:buFont typeface="Arial"/>
              <a:buNone/>
            </a:pPr>
            <a:r>
              <a:rPr lang="ja-JP" sz="1418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データ活用基盤利用（対向システム連携）</a:t>
            </a:r>
            <a:endParaRPr sz="1418" b="1" i="0" u="none" strike="noStrike" cap="non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533" name="Google Shape;533;g3d387a03c21_0_337" title="ランサム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77174" y="5443324"/>
            <a:ext cx="482675" cy="4902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4" name="Google Shape;534;g3d387a03c21_0_337"/>
          <p:cNvCxnSpPr/>
          <p:nvPr/>
        </p:nvCxnSpPr>
        <p:spPr>
          <a:xfrm rot="10800000">
            <a:off x="1142161" y="5017960"/>
            <a:ext cx="145500" cy="395400"/>
          </a:xfrm>
          <a:prstGeom prst="straightConnector1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35" name="Google Shape;535;g3d387a03c21_0_337"/>
          <p:cNvCxnSpPr/>
          <p:nvPr/>
        </p:nvCxnSpPr>
        <p:spPr>
          <a:xfrm rot="10800000" flipH="1">
            <a:off x="1513223" y="5012458"/>
            <a:ext cx="338400" cy="384000"/>
          </a:xfrm>
          <a:prstGeom prst="straightConnector1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36" name="Google Shape;536;g3d387a03c21_0_337"/>
          <p:cNvSpPr txBox="1"/>
          <p:nvPr/>
        </p:nvSpPr>
        <p:spPr>
          <a:xfrm>
            <a:off x="938535" y="6025698"/>
            <a:ext cx="120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eiryo"/>
              <a:buNone/>
            </a:pPr>
            <a:r>
              <a:rPr lang="ja-JP" sz="9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　悪意のある</a:t>
            </a:r>
            <a:br>
              <a:rPr lang="ja-JP" sz="9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</a:br>
            <a:r>
              <a:rPr lang="ja-JP" sz="9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ランサム攻撃</a:t>
            </a:r>
            <a:endParaRPr sz="900" b="1" i="0" u="none" strike="noStrike" cap="non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37" name="Google Shape;537;g3d387a03c21_0_337"/>
          <p:cNvSpPr/>
          <p:nvPr/>
        </p:nvSpPr>
        <p:spPr>
          <a:xfrm>
            <a:off x="5742898" y="669585"/>
            <a:ext cx="3181500" cy="1330200"/>
          </a:xfrm>
          <a:prstGeom prst="rect">
            <a:avLst/>
          </a:prstGeom>
          <a:solidFill>
            <a:srgbClr val="CFE2F3"/>
          </a:solidFill>
          <a:ln w="261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600" tIns="125600" rIns="125600" bIns="125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3"/>
              <a:buFont typeface="Arial"/>
              <a:buNone/>
            </a:pPr>
            <a:endParaRPr sz="192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8" name="Google Shape;538;g3d387a03c21_0_337"/>
          <p:cNvCxnSpPr/>
          <p:nvPr/>
        </p:nvCxnSpPr>
        <p:spPr>
          <a:xfrm rot="10800000" flipH="1">
            <a:off x="4710198" y="1584698"/>
            <a:ext cx="747600" cy="10374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9" name="Google Shape;539;g3d387a03c21_0_337"/>
          <p:cNvSpPr txBox="1"/>
          <p:nvPr/>
        </p:nvSpPr>
        <p:spPr>
          <a:xfrm>
            <a:off x="5865814" y="722217"/>
            <a:ext cx="2996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WAF v2</a:t>
            </a:r>
            <a:endParaRPr sz="10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・「OWASP Top 10等に基づく</a:t>
            </a:r>
            <a:br>
              <a:rPr lang="ja-JP" sz="10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0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　　脆弱性攻撃（SQL注入、XSS等）の遮断」</a:t>
            </a:r>
            <a:endParaRPr sz="10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WAF: IP ホワイトリスト</a:t>
            </a:r>
            <a:endParaRPr sz="10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「IP制限（ホワイトリスト形式）」</a:t>
            </a:r>
            <a:endParaRPr sz="10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d387a03c21_0_337"/>
          <p:cNvSpPr/>
          <p:nvPr/>
        </p:nvSpPr>
        <p:spPr>
          <a:xfrm>
            <a:off x="2238660" y="5815710"/>
            <a:ext cx="2805600" cy="764700"/>
          </a:xfrm>
          <a:prstGeom prst="rect">
            <a:avLst/>
          </a:prstGeom>
          <a:solidFill>
            <a:srgbClr val="CFE2F3"/>
          </a:solidFill>
          <a:ln w="261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600" tIns="125600" rIns="125600" bIns="125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3"/>
              <a:buFont typeface="Arial"/>
              <a:buNone/>
            </a:pPr>
            <a:endParaRPr sz="192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d387a03c21_0_337"/>
          <p:cNvSpPr txBox="1"/>
          <p:nvPr/>
        </p:nvSpPr>
        <p:spPr>
          <a:xfrm>
            <a:off x="2291310" y="5861385"/>
            <a:ext cx="2752800" cy="6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600" tIns="125600" rIns="125600" bIns="1256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4"/>
              <a:buFont typeface="Arial"/>
              <a:buNone/>
            </a:pPr>
            <a:endParaRPr sz="936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d387a03c21_0_337"/>
          <p:cNvSpPr txBox="1"/>
          <p:nvPr/>
        </p:nvSpPr>
        <p:spPr>
          <a:xfrm>
            <a:off x="2349710" y="5895535"/>
            <a:ext cx="2752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Prismaクラウド</a:t>
            </a:r>
            <a:endParaRPr sz="10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・ランサムウェアの振る舞い検知および、</a:t>
            </a:r>
            <a:br>
              <a:rPr lang="ja-JP" sz="10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0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　不審なプロセスの自動ブロック</a:t>
            </a:r>
            <a:endParaRPr sz="9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3" name="Google Shape;543;g3d387a03c21_0_337" title="prisma_clou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31134" y="4666560"/>
            <a:ext cx="249875" cy="337681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g3d387a03c21_0_337"/>
          <p:cNvSpPr/>
          <p:nvPr/>
        </p:nvSpPr>
        <p:spPr>
          <a:xfrm rot="5400000">
            <a:off x="7438498" y="1559004"/>
            <a:ext cx="267300" cy="3409200"/>
          </a:xfrm>
          <a:prstGeom prst="can">
            <a:avLst>
              <a:gd name="adj" fmla="val 58080"/>
            </a:avLst>
          </a:prstGeom>
          <a:solidFill>
            <a:srgbClr val="DAFFFF"/>
          </a:solidFill>
          <a:ln w="9525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4" name="Google Shape;544;g3d387a03c21_0_337"/>
          <p:cNvCxnSpPr/>
          <p:nvPr/>
        </p:nvCxnSpPr>
        <p:spPr>
          <a:xfrm rot="10800000">
            <a:off x="9144598" y="3263604"/>
            <a:ext cx="622200" cy="0"/>
          </a:xfrm>
          <a:prstGeom prst="straightConnector1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triangle" w="sm" len="sm"/>
            <a:tailEnd type="none" w="sm" len="sm"/>
          </a:ln>
        </p:spPr>
      </p:cxnSp>
      <p:cxnSp>
        <p:nvCxnSpPr>
          <p:cNvPr id="545" name="Google Shape;545;g3d387a03c21_0_337"/>
          <p:cNvCxnSpPr/>
          <p:nvPr/>
        </p:nvCxnSpPr>
        <p:spPr>
          <a:xfrm>
            <a:off x="5219148" y="3263604"/>
            <a:ext cx="638100" cy="0"/>
          </a:xfrm>
          <a:prstGeom prst="straightConnector1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triangle" w="sm" len="sm"/>
            <a:tailEnd type="none" w="sm" len="sm"/>
          </a:ln>
        </p:spPr>
      </p:cxnSp>
      <p:pic>
        <p:nvPicPr>
          <p:cNvPr id="546" name="Google Shape;546;g3d387a03c21_0_337" title="Vector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79148" y="4062948"/>
            <a:ext cx="338400" cy="34552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g3d387a03c21_0_337"/>
          <p:cNvSpPr txBox="1"/>
          <p:nvPr/>
        </p:nvSpPr>
        <p:spPr>
          <a:xfrm>
            <a:off x="4177573" y="4406610"/>
            <a:ext cx="7713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eiryo"/>
              <a:buNone/>
            </a:pPr>
            <a:r>
              <a:rPr lang="ja-JP" sz="9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API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g3d387a03c21_0_337"/>
          <p:cNvSpPr txBox="1"/>
          <p:nvPr/>
        </p:nvSpPr>
        <p:spPr>
          <a:xfrm>
            <a:off x="10022486" y="4432786"/>
            <a:ext cx="7713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eiryo"/>
              <a:buNone/>
            </a:pPr>
            <a:r>
              <a:rPr lang="ja-JP" sz="9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API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3d387a03c21_0_337"/>
          <p:cNvSpPr/>
          <p:nvPr/>
        </p:nvSpPr>
        <p:spPr>
          <a:xfrm>
            <a:off x="8514548" y="5198085"/>
            <a:ext cx="3117000" cy="764700"/>
          </a:xfrm>
          <a:prstGeom prst="rect">
            <a:avLst/>
          </a:prstGeom>
          <a:solidFill>
            <a:srgbClr val="CFE2F3"/>
          </a:solidFill>
          <a:ln w="261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600" tIns="125600" rIns="125600" bIns="125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3"/>
              <a:buFont typeface="Arial"/>
              <a:buNone/>
            </a:pPr>
            <a:endParaRPr sz="192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d387a03c21_0_337"/>
          <p:cNvSpPr txBox="1"/>
          <p:nvPr/>
        </p:nvSpPr>
        <p:spPr>
          <a:xfrm>
            <a:off x="8567198" y="5243760"/>
            <a:ext cx="2996400" cy="6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600" tIns="125600" rIns="125600" bIns="1256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4"/>
              <a:buFont typeface="Arial"/>
              <a:buNone/>
            </a:pPr>
            <a:endParaRPr sz="936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1" name="Google Shape;551;g3d387a03c21_0_337"/>
          <p:cNvCxnSpPr>
            <a:stCxn id="552" idx="0"/>
          </p:cNvCxnSpPr>
          <p:nvPr/>
        </p:nvCxnSpPr>
        <p:spPr>
          <a:xfrm rot="10800000">
            <a:off x="6512560" y="4713335"/>
            <a:ext cx="255900" cy="6201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3" name="Google Shape;553;g3d387a03c21_0_337"/>
          <p:cNvSpPr txBox="1"/>
          <p:nvPr/>
        </p:nvSpPr>
        <p:spPr>
          <a:xfrm>
            <a:off x="8625598" y="5254685"/>
            <a:ext cx="291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ATI（プライベート回線）</a:t>
            </a:r>
            <a:endParaRPr sz="10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・専用線/閉域網によるインターネットからの</a:t>
            </a:r>
            <a:br>
              <a:rPr lang="ja-JP" sz="10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0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　分離、およびトランスポート層での暗号化</a:t>
            </a:r>
            <a:endParaRPr sz="9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4" name="Google Shape;554;g3d387a03c21_0_337"/>
          <p:cNvCxnSpPr/>
          <p:nvPr/>
        </p:nvCxnSpPr>
        <p:spPr>
          <a:xfrm rot="10800000">
            <a:off x="3659822" y="5277578"/>
            <a:ext cx="512700" cy="5715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55" name="Google Shape;555;g3d387a03c21_0_337" title="スクリーンショット 2026-04-07 7.08.11.png"/>
          <p:cNvPicPr preferRelativeResize="0"/>
          <p:nvPr/>
        </p:nvPicPr>
        <p:blipFill rotWithShape="1">
          <a:blip r:embed="rId10">
            <a:alphaModFix/>
          </a:blip>
          <a:srcRect b="16493"/>
          <a:stretch/>
        </p:blipFill>
        <p:spPr>
          <a:xfrm>
            <a:off x="5269149" y="4462428"/>
            <a:ext cx="554700" cy="337674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d387a03c21_0_337"/>
          <p:cNvSpPr txBox="1"/>
          <p:nvPr/>
        </p:nvSpPr>
        <p:spPr>
          <a:xfrm>
            <a:off x="5477716" y="4515507"/>
            <a:ext cx="120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eiryo"/>
              <a:buNone/>
            </a:pPr>
            <a:r>
              <a:rPr lang="ja-JP" sz="10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Entra ID</a:t>
            </a:r>
            <a:endParaRPr sz="1000" b="1" i="0" u="none" strike="noStrike" cap="non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52" name="Google Shape;552;g3d387a03c21_0_337"/>
          <p:cNvSpPr/>
          <p:nvPr/>
        </p:nvSpPr>
        <p:spPr>
          <a:xfrm>
            <a:off x="5365660" y="5333435"/>
            <a:ext cx="2805600" cy="764700"/>
          </a:xfrm>
          <a:prstGeom prst="rect">
            <a:avLst/>
          </a:prstGeom>
          <a:solidFill>
            <a:srgbClr val="CFE2F3"/>
          </a:solidFill>
          <a:ln w="261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600" tIns="125600" rIns="125600" bIns="125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3"/>
              <a:buFont typeface="Arial"/>
              <a:buNone/>
            </a:pPr>
            <a:endParaRPr sz="192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d387a03c21_0_337"/>
          <p:cNvSpPr txBox="1"/>
          <p:nvPr/>
        </p:nvSpPr>
        <p:spPr>
          <a:xfrm>
            <a:off x="5476699" y="5413260"/>
            <a:ext cx="2563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Microsoft Entra ID（認証基盤）</a:t>
            </a:r>
            <a:endParaRPr sz="10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・マネージドIDによるリソース間認証 ・</a:t>
            </a:r>
            <a:endParaRPr sz="10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　API利用時のID検証</a:t>
            </a:r>
            <a:endParaRPr sz="9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8" name="Google Shape;558;g3d387a03c21_0_337"/>
          <p:cNvCxnSpPr/>
          <p:nvPr/>
        </p:nvCxnSpPr>
        <p:spPr>
          <a:xfrm rot="10800000">
            <a:off x="8494048" y="3533585"/>
            <a:ext cx="1741800" cy="18735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59" name="Google Shape;559;g3d387a03c21_0_337" title="シールド1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1348" y="3898508"/>
            <a:ext cx="413700" cy="420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g3d387a03c21_0_337" title="Table 2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675041" y="3674506"/>
            <a:ext cx="518984" cy="514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g3d387a03c21_0_337" title="Vector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04375" y="4154563"/>
            <a:ext cx="338400" cy="34552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g3d387a03c21_0_337"/>
          <p:cNvSpPr txBox="1"/>
          <p:nvPr/>
        </p:nvSpPr>
        <p:spPr>
          <a:xfrm>
            <a:off x="6770679" y="3935653"/>
            <a:ext cx="2236920" cy="66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プライベート回線</a:t>
            </a:r>
            <a:endParaRPr sz="1000" b="1" i="0" u="none" strike="noStrike" cap="non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・Azure ExpressRoute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1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・D.e-CloudDirect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d387a03c21_0_337" title="prisma_cloud_logo.png"/>
          <p:cNvSpPr/>
          <p:nvPr/>
        </p:nvSpPr>
        <p:spPr>
          <a:xfrm>
            <a:off x="2678721" y="5066936"/>
            <a:ext cx="554700" cy="1733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2"/>
          <p:cNvSpPr txBox="1">
            <a:spLocks noGrp="1"/>
          </p:cNvSpPr>
          <p:nvPr>
            <p:ph type="body" idx="1"/>
          </p:nvPr>
        </p:nvSpPr>
        <p:spPr>
          <a:xfrm>
            <a:off x="233149" y="1004460"/>
            <a:ext cx="4469542" cy="467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1600" b="1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ja-JP" sz="16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認証：APIキー</a:t>
            </a:r>
            <a:endParaRPr sz="1600" b="1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リクエストヘッダに含まれたAPIキーを照合する方式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サンプル：</a:t>
            </a:r>
            <a:r>
              <a:rPr lang="ja-JP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api_mobilico_{ランダム文字列32桁}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ja-JP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※APIキーは販社ユーザーのみがアクセス可能なフォルダに配置しての共有を想定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ja-JP" sz="14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認可：サービスアカウント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APIにサービスアカウントを紐付け、Rangerポリシーを適用する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サンプル：</a:t>
            </a:r>
            <a:r>
              <a:rPr lang="ja-JP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nifi_mobilico_reader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ja-JP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☆取得可能なデータは事前に取り決めた販社に限定し、行レベルで制御を行います</a:t>
            </a:r>
            <a:endParaRPr sz="185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2"/>
          <p:cNvSpPr/>
          <p:nvPr/>
        </p:nvSpPr>
        <p:spPr>
          <a:xfrm>
            <a:off x="4997390" y="1391850"/>
            <a:ext cx="1191200" cy="472800"/>
          </a:xfrm>
          <a:prstGeom prst="rect">
            <a:avLst/>
          </a:prstGeom>
          <a:solidFill>
            <a:srgbClr val="DDEA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モビリコ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2"/>
          <p:cNvSpPr/>
          <p:nvPr/>
        </p:nvSpPr>
        <p:spPr>
          <a:xfrm>
            <a:off x="8110681" y="1391850"/>
            <a:ext cx="1237600" cy="472800"/>
          </a:xfrm>
          <a:prstGeom prst="rect">
            <a:avLst/>
          </a:prstGeom>
          <a:solidFill>
            <a:srgbClr val="FBE4D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Vault </a:t>
            </a:r>
            <a:endParaRPr/>
          </a:p>
        </p:txBody>
      </p:sp>
      <p:cxnSp>
        <p:nvCxnSpPr>
          <p:cNvPr id="571" name="Google Shape;571;p22"/>
          <p:cNvCxnSpPr/>
          <p:nvPr/>
        </p:nvCxnSpPr>
        <p:spPr>
          <a:xfrm>
            <a:off x="5592990" y="1864650"/>
            <a:ext cx="0" cy="365778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2" name="Google Shape;572;p22"/>
          <p:cNvSpPr/>
          <p:nvPr/>
        </p:nvSpPr>
        <p:spPr>
          <a:xfrm>
            <a:off x="4997390" y="5529191"/>
            <a:ext cx="1191200" cy="472800"/>
          </a:xfrm>
          <a:prstGeom prst="rect">
            <a:avLst/>
          </a:prstGeom>
          <a:solidFill>
            <a:srgbClr val="DDEA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モビリコ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2"/>
          <p:cNvSpPr/>
          <p:nvPr/>
        </p:nvSpPr>
        <p:spPr>
          <a:xfrm>
            <a:off x="8110681" y="5529191"/>
            <a:ext cx="1237600" cy="472800"/>
          </a:xfrm>
          <a:prstGeom prst="rect">
            <a:avLst/>
          </a:prstGeom>
          <a:solidFill>
            <a:srgbClr val="FBE4D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Vault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4" name="Google Shape;574;p22"/>
          <p:cNvCxnSpPr/>
          <p:nvPr/>
        </p:nvCxnSpPr>
        <p:spPr>
          <a:xfrm>
            <a:off x="8729481" y="1864650"/>
            <a:ext cx="0" cy="365450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5" name="Google Shape;575;p22"/>
          <p:cNvCxnSpPr/>
          <p:nvPr/>
        </p:nvCxnSpPr>
        <p:spPr>
          <a:xfrm>
            <a:off x="8733798" y="3430770"/>
            <a:ext cx="1577506" cy="1242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6" name="Google Shape;576;p22"/>
          <p:cNvCxnSpPr/>
          <p:nvPr/>
        </p:nvCxnSpPr>
        <p:spPr>
          <a:xfrm>
            <a:off x="5606301" y="2447053"/>
            <a:ext cx="1620446" cy="652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7" name="Google Shape;577;p22"/>
          <p:cNvSpPr txBox="1"/>
          <p:nvPr/>
        </p:nvSpPr>
        <p:spPr>
          <a:xfrm>
            <a:off x="8928274" y="3111985"/>
            <a:ext cx="1304651" cy="407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登録済API Key</a:t>
            </a:r>
            <a:endParaRPr/>
          </a:p>
        </p:txBody>
      </p:sp>
      <p:sp>
        <p:nvSpPr>
          <p:cNvPr id="578" name="Google Shape;578;p22"/>
          <p:cNvSpPr txBox="1"/>
          <p:nvPr/>
        </p:nvSpPr>
        <p:spPr>
          <a:xfrm>
            <a:off x="5655085" y="1968562"/>
            <a:ext cx="1758423" cy="56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-JP" sz="10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GET /api/***/***</a:t>
            </a:r>
            <a:endParaRPr sz="105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X-API-Key: {API key}</a:t>
            </a:r>
            <a:endParaRPr sz="105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2"/>
          <p:cNvSpPr txBox="1"/>
          <p:nvPr/>
        </p:nvSpPr>
        <p:spPr>
          <a:xfrm>
            <a:off x="236225" y="229800"/>
            <a:ext cx="385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認証・認可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0" name="Google Shape;580;p22"/>
          <p:cNvCxnSpPr/>
          <p:nvPr/>
        </p:nvCxnSpPr>
        <p:spPr>
          <a:xfrm>
            <a:off x="10331504" y="4546066"/>
            <a:ext cx="156233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81" name="Google Shape;581;p22"/>
          <p:cNvSpPr/>
          <p:nvPr/>
        </p:nvSpPr>
        <p:spPr>
          <a:xfrm>
            <a:off x="11315391" y="1382462"/>
            <a:ext cx="1237600" cy="472800"/>
          </a:xfrm>
          <a:prstGeom prst="rect">
            <a:avLst/>
          </a:prstGeom>
          <a:solidFill>
            <a:srgbClr val="FBE4D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ja-JP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Ranger</a:t>
            </a:r>
            <a:endParaRPr sz="13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2"/>
          <p:cNvSpPr/>
          <p:nvPr/>
        </p:nvSpPr>
        <p:spPr>
          <a:xfrm>
            <a:off x="11315391" y="5529191"/>
            <a:ext cx="1237600" cy="472800"/>
          </a:xfrm>
          <a:prstGeom prst="rect">
            <a:avLst/>
          </a:prstGeom>
          <a:solidFill>
            <a:srgbClr val="FBE4D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ja-JP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Ranger</a:t>
            </a:r>
            <a:endParaRPr sz="13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3" name="Google Shape;583;p22"/>
          <p:cNvCxnSpPr/>
          <p:nvPr/>
        </p:nvCxnSpPr>
        <p:spPr>
          <a:xfrm>
            <a:off x="11934191" y="1855262"/>
            <a:ext cx="0" cy="36563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4" name="Google Shape;584;p22"/>
          <p:cNvSpPr txBox="1"/>
          <p:nvPr/>
        </p:nvSpPr>
        <p:spPr>
          <a:xfrm>
            <a:off x="11248274" y="4698019"/>
            <a:ext cx="1372000" cy="5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ja-JP" sz="10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ポリシーチェック</a:t>
            </a:r>
            <a:endParaRPr sz="1067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ja-JP" sz="10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テーブル、行・列</a:t>
            </a:r>
            <a:endParaRPr sz="1067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2"/>
          <p:cNvSpPr/>
          <p:nvPr/>
        </p:nvSpPr>
        <p:spPr>
          <a:xfrm>
            <a:off x="9715190" y="1393348"/>
            <a:ext cx="1237600" cy="472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API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NiFi or Java</a:t>
            </a:r>
            <a:endParaRPr/>
          </a:p>
        </p:txBody>
      </p:sp>
      <p:sp>
        <p:nvSpPr>
          <p:cNvPr id="586" name="Google Shape;586;p22"/>
          <p:cNvSpPr/>
          <p:nvPr/>
        </p:nvSpPr>
        <p:spPr>
          <a:xfrm>
            <a:off x="9715190" y="5529191"/>
            <a:ext cx="1237600" cy="472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API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NiFi or Java</a:t>
            </a:r>
            <a:endParaRPr/>
          </a:p>
        </p:txBody>
      </p:sp>
      <p:cxnSp>
        <p:nvCxnSpPr>
          <p:cNvPr id="587" name="Google Shape;587;p22"/>
          <p:cNvCxnSpPr/>
          <p:nvPr/>
        </p:nvCxnSpPr>
        <p:spPr>
          <a:xfrm>
            <a:off x="10333990" y="1866148"/>
            <a:ext cx="0" cy="365833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8" name="Google Shape;588;p22"/>
          <p:cNvSpPr txBox="1"/>
          <p:nvPr/>
        </p:nvSpPr>
        <p:spPr>
          <a:xfrm>
            <a:off x="10385282" y="4222795"/>
            <a:ext cx="1509637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サービスアカウント</a:t>
            </a:r>
            <a:endParaRPr/>
          </a:p>
        </p:txBody>
      </p:sp>
      <p:sp>
        <p:nvSpPr>
          <p:cNvPr id="589" name="Google Shape;589;p22"/>
          <p:cNvSpPr txBox="1"/>
          <p:nvPr/>
        </p:nvSpPr>
        <p:spPr>
          <a:xfrm>
            <a:off x="9705120" y="3682825"/>
            <a:ext cx="1255747" cy="4077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API Key照合</a:t>
            </a:r>
            <a:endParaRPr/>
          </a:p>
        </p:txBody>
      </p:sp>
      <p:sp>
        <p:nvSpPr>
          <p:cNvPr id="590" name="Google Shape;590;p22"/>
          <p:cNvSpPr/>
          <p:nvPr/>
        </p:nvSpPr>
        <p:spPr>
          <a:xfrm>
            <a:off x="6630280" y="1389536"/>
            <a:ext cx="1237600" cy="472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APIM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6630280" y="5519591"/>
            <a:ext cx="1237600" cy="472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APIM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2" name="Google Shape;592;p22"/>
          <p:cNvCxnSpPr/>
          <p:nvPr/>
        </p:nvCxnSpPr>
        <p:spPr>
          <a:xfrm>
            <a:off x="7249080" y="1862336"/>
            <a:ext cx="0" cy="366147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3" name="Google Shape;593;p22"/>
          <p:cNvCxnSpPr/>
          <p:nvPr/>
        </p:nvCxnSpPr>
        <p:spPr>
          <a:xfrm>
            <a:off x="7250718" y="2986239"/>
            <a:ext cx="301502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4" name="Google Shape;594;p22"/>
          <p:cNvSpPr txBox="1"/>
          <p:nvPr/>
        </p:nvSpPr>
        <p:spPr>
          <a:xfrm>
            <a:off x="7301635" y="2513536"/>
            <a:ext cx="1369611" cy="56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・ルーティング</a:t>
            </a:r>
            <a:endParaRPr sz="105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・</a:t>
            </a:r>
            <a:r>
              <a:rPr lang="ja-JP" sz="105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APIキー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3"/>
          <p:cNvSpPr txBox="1">
            <a:spLocks noGrp="1"/>
          </p:cNvSpPr>
          <p:nvPr>
            <p:ph type="body" idx="1"/>
          </p:nvPr>
        </p:nvSpPr>
        <p:spPr>
          <a:xfrm>
            <a:off x="233149" y="1004460"/>
            <a:ext cx="4469542" cy="436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ja-JP" sz="16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OAuth2/Client Credentials</a:t>
            </a:r>
            <a:endParaRPr sz="1600" b="1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Microsoft Entra IDに登録したクライアントからの</a:t>
            </a:r>
            <a:b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アクセスのみを許可する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クライアントからリクエストがあると、</a:t>
            </a:r>
            <a:b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Entra IDはJWTアクセストークンを発行する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JWTカスタムクレーム</a:t>
            </a:r>
            <a:b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ja-JP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"cd_hansya": "10000", // 販社コード</a:t>
            </a:r>
            <a:br>
              <a:rPr lang="ja-JP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"cd_kaisya": "01", // 会社コード</a:t>
            </a:r>
            <a:br>
              <a:rPr lang="ja-JP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5240649" y="1365300"/>
            <a:ext cx="1191200" cy="472800"/>
          </a:xfrm>
          <a:prstGeom prst="rect">
            <a:avLst/>
          </a:prstGeom>
          <a:solidFill>
            <a:srgbClr val="DDEA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モビリコ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3"/>
          <p:cNvSpPr/>
          <p:nvPr/>
        </p:nvSpPr>
        <p:spPr>
          <a:xfrm>
            <a:off x="7526659" y="1365300"/>
            <a:ext cx="1237600" cy="472800"/>
          </a:xfrm>
          <a:prstGeom prst="rect">
            <a:avLst/>
          </a:prstGeom>
          <a:solidFill>
            <a:srgbClr val="FBE4D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Entra 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OAuth2 IdP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3"/>
          <p:cNvSpPr/>
          <p:nvPr/>
        </p:nvSpPr>
        <p:spPr>
          <a:xfrm>
            <a:off x="10388377" y="1365300"/>
            <a:ext cx="1237600" cy="472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APIM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3" name="Google Shape;603;p23"/>
          <p:cNvCxnSpPr>
            <a:stCxn id="600" idx="2"/>
            <a:endCxn id="604" idx="0"/>
          </p:cNvCxnSpPr>
          <p:nvPr/>
        </p:nvCxnSpPr>
        <p:spPr>
          <a:xfrm>
            <a:off x="5836249" y="1838100"/>
            <a:ext cx="0" cy="253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4" name="Google Shape;604;p23"/>
          <p:cNvSpPr/>
          <p:nvPr/>
        </p:nvSpPr>
        <p:spPr>
          <a:xfrm>
            <a:off x="5240649" y="4370665"/>
            <a:ext cx="1191200" cy="472800"/>
          </a:xfrm>
          <a:prstGeom prst="rect">
            <a:avLst/>
          </a:prstGeom>
          <a:solidFill>
            <a:srgbClr val="DDEA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モビリコ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3"/>
          <p:cNvSpPr/>
          <p:nvPr/>
        </p:nvSpPr>
        <p:spPr>
          <a:xfrm>
            <a:off x="7526659" y="4370659"/>
            <a:ext cx="1237600" cy="472800"/>
          </a:xfrm>
          <a:prstGeom prst="rect">
            <a:avLst/>
          </a:prstGeom>
          <a:solidFill>
            <a:srgbClr val="FBE4D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Entra 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OAuth2 IdP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3"/>
          <p:cNvSpPr/>
          <p:nvPr/>
        </p:nvSpPr>
        <p:spPr>
          <a:xfrm>
            <a:off x="10388377" y="4370659"/>
            <a:ext cx="1237600" cy="472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APIM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7" name="Google Shape;607;p23"/>
          <p:cNvCxnSpPr>
            <a:stCxn id="601" idx="2"/>
            <a:endCxn id="605" idx="0"/>
          </p:cNvCxnSpPr>
          <p:nvPr/>
        </p:nvCxnSpPr>
        <p:spPr>
          <a:xfrm>
            <a:off x="8145459" y="1838100"/>
            <a:ext cx="0" cy="253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8" name="Google Shape;608;p23"/>
          <p:cNvCxnSpPr>
            <a:stCxn id="602" idx="2"/>
            <a:endCxn id="606" idx="0"/>
          </p:cNvCxnSpPr>
          <p:nvPr/>
        </p:nvCxnSpPr>
        <p:spPr>
          <a:xfrm>
            <a:off x="11007177" y="1838100"/>
            <a:ext cx="0" cy="253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9" name="Google Shape;609;p23"/>
          <p:cNvCxnSpPr/>
          <p:nvPr/>
        </p:nvCxnSpPr>
        <p:spPr>
          <a:xfrm>
            <a:off x="5839267" y="2415533"/>
            <a:ext cx="228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0" name="Google Shape;610;p23"/>
          <p:cNvCxnSpPr/>
          <p:nvPr/>
        </p:nvCxnSpPr>
        <p:spPr>
          <a:xfrm rot="10800000">
            <a:off x="5860100" y="2923305"/>
            <a:ext cx="2268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11" name="Google Shape;611;p23"/>
          <p:cNvCxnSpPr/>
          <p:nvPr/>
        </p:nvCxnSpPr>
        <p:spPr>
          <a:xfrm>
            <a:off x="5843467" y="3794991"/>
            <a:ext cx="514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12" name="Google Shape;612;p23"/>
          <p:cNvSpPr txBox="1"/>
          <p:nvPr/>
        </p:nvSpPr>
        <p:spPr>
          <a:xfrm>
            <a:off x="5996797" y="2058455"/>
            <a:ext cx="2195200" cy="4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ja-JP"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client_credentials grant</a:t>
            </a:r>
            <a:endParaRPr sz="1333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3"/>
          <p:cNvSpPr txBox="1"/>
          <p:nvPr/>
        </p:nvSpPr>
        <p:spPr>
          <a:xfrm>
            <a:off x="6133328" y="2538223"/>
            <a:ext cx="2195200" cy="4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ja-JP"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JWT access token</a:t>
            </a:r>
            <a:endParaRPr sz="1333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3"/>
          <p:cNvSpPr txBox="1"/>
          <p:nvPr/>
        </p:nvSpPr>
        <p:spPr>
          <a:xfrm>
            <a:off x="8373508" y="3185724"/>
            <a:ext cx="2405600" cy="6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ja-JP"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GET /api/***/***</a:t>
            </a:r>
            <a:endParaRPr sz="1333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ja-JP"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Authorization: Bearer {JWT}</a:t>
            </a:r>
            <a:endParaRPr sz="1333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3"/>
          <p:cNvSpPr txBox="1"/>
          <p:nvPr/>
        </p:nvSpPr>
        <p:spPr>
          <a:xfrm>
            <a:off x="236225" y="229800"/>
            <a:ext cx="385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認証（今回は不採用）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0" name="Google Shape;620;p24"/>
          <p:cNvCxnSpPr/>
          <p:nvPr/>
        </p:nvCxnSpPr>
        <p:spPr>
          <a:xfrm>
            <a:off x="9455209" y="4695383"/>
            <a:ext cx="156233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21" name="Google Shape;621;p24"/>
          <p:cNvSpPr txBox="1">
            <a:spLocks noGrp="1"/>
          </p:cNvSpPr>
          <p:nvPr>
            <p:ph type="body" idx="1"/>
          </p:nvPr>
        </p:nvSpPr>
        <p:spPr>
          <a:xfrm>
            <a:off x="241429" y="850835"/>
            <a:ext cx="3613934" cy="4897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ja-JP" sz="16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APIMでの検証</a:t>
            </a:r>
            <a:endParaRPr sz="1600" b="1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・IPアドレスが許可されているか</a:t>
            </a:r>
            <a:b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・トークン検証</a:t>
            </a:r>
            <a:b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　・</a:t>
            </a:r>
            <a:r>
              <a:rPr lang="ja-JP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tenant_id</a:t>
            </a: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の取得</a:t>
            </a:r>
            <a:b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・APIへのアクセスが許可されている</a:t>
            </a:r>
            <a:b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　クライアントかの確認</a:t>
            </a:r>
            <a:b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・ルーティングの制御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6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Rangerでのアクセス管理</a:t>
            </a:r>
            <a:endParaRPr sz="1600" b="1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・APIMから伝播された</a:t>
            </a:r>
            <a:r>
              <a:rPr lang="ja-JP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tenant_id</a:t>
            </a: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を</a:t>
            </a:r>
            <a:b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　ユーザー / グループに割り当て</a:t>
            </a:r>
            <a:b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・テーブルアクセス可否</a:t>
            </a:r>
            <a:b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・行・列レベル制御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4"/>
          <p:cNvSpPr/>
          <p:nvPr/>
        </p:nvSpPr>
        <p:spPr>
          <a:xfrm>
            <a:off x="3368000" y="844365"/>
            <a:ext cx="1191200" cy="472800"/>
          </a:xfrm>
          <a:prstGeom prst="rect">
            <a:avLst/>
          </a:prstGeom>
          <a:solidFill>
            <a:srgbClr val="DDEA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ja-JP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3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ja-JP"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モビリコ</a:t>
            </a:r>
            <a:endParaRPr sz="10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4"/>
          <p:cNvSpPr/>
          <p:nvPr/>
        </p:nvSpPr>
        <p:spPr>
          <a:xfrm>
            <a:off x="4760153" y="844365"/>
            <a:ext cx="1237600" cy="472800"/>
          </a:xfrm>
          <a:prstGeom prst="rect">
            <a:avLst/>
          </a:prstGeom>
          <a:solidFill>
            <a:srgbClr val="FBE4D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ja-JP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Entra ID</a:t>
            </a:r>
            <a:endParaRPr sz="13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rPr lang="ja-JP"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OAuth2 IdP</a:t>
            </a: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4"/>
          <p:cNvSpPr/>
          <p:nvPr/>
        </p:nvSpPr>
        <p:spPr>
          <a:xfrm>
            <a:off x="7150672" y="844365"/>
            <a:ext cx="1237600" cy="472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APIM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5" name="Google Shape;625;p24"/>
          <p:cNvCxnSpPr/>
          <p:nvPr/>
        </p:nvCxnSpPr>
        <p:spPr>
          <a:xfrm flipH="1">
            <a:off x="3961429" y="1317165"/>
            <a:ext cx="2171" cy="480955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6" name="Google Shape;626;p24"/>
          <p:cNvSpPr/>
          <p:nvPr/>
        </p:nvSpPr>
        <p:spPr>
          <a:xfrm>
            <a:off x="3368000" y="6126721"/>
            <a:ext cx="1191200" cy="472800"/>
          </a:xfrm>
          <a:prstGeom prst="rect">
            <a:avLst/>
          </a:prstGeom>
          <a:solidFill>
            <a:srgbClr val="DDEA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ja-JP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3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ja-JP"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モビリコ</a:t>
            </a:r>
            <a:endParaRPr sz="10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4"/>
          <p:cNvSpPr/>
          <p:nvPr/>
        </p:nvSpPr>
        <p:spPr>
          <a:xfrm>
            <a:off x="4760153" y="6126713"/>
            <a:ext cx="1237600" cy="472800"/>
          </a:xfrm>
          <a:prstGeom prst="rect">
            <a:avLst/>
          </a:prstGeom>
          <a:solidFill>
            <a:srgbClr val="FBE4D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ja-JP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Entra ID</a:t>
            </a:r>
            <a:endParaRPr sz="13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rPr lang="ja-JP"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OAuth2 IdP</a:t>
            </a: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7150672" y="6126713"/>
            <a:ext cx="1237600" cy="472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APIM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9" name="Google Shape;629;p24"/>
          <p:cNvCxnSpPr/>
          <p:nvPr/>
        </p:nvCxnSpPr>
        <p:spPr>
          <a:xfrm>
            <a:off x="5378953" y="1317165"/>
            <a:ext cx="0" cy="48095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p24"/>
          <p:cNvCxnSpPr/>
          <p:nvPr/>
        </p:nvCxnSpPr>
        <p:spPr>
          <a:xfrm>
            <a:off x="3968331" y="1940265"/>
            <a:ext cx="375176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31" name="Google Shape;631;p24"/>
          <p:cNvSpPr txBox="1"/>
          <p:nvPr/>
        </p:nvSpPr>
        <p:spPr>
          <a:xfrm>
            <a:off x="5612423" y="1420481"/>
            <a:ext cx="20148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ja-JP" sz="10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GET /api/***/***</a:t>
            </a:r>
            <a:endParaRPr sz="1067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ja-JP" sz="10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Authorization: Bearer {JWT}</a:t>
            </a:r>
            <a:endParaRPr sz="1067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2" name="Google Shape;632;p24"/>
          <p:cNvCxnSpPr/>
          <p:nvPr/>
        </p:nvCxnSpPr>
        <p:spPr>
          <a:xfrm>
            <a:off x="7769472" y="1317165"/>
            <a:ext cx="0" cy="48095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3" name="Google Shape;633;p24"/>
          <p:cNvSpPr txBox="1"/>
          <p:nvPr/>
        </p:nvSpPr>
        <p:spPr>
          <a:xfrm>
            <a:off x="6805863" y="2036233"/>
            <a:ext cx="1927200" cy="41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ja-JP" sz="10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IPホワイトリストチェック</a:t>
            </a:r>
            <a:endParaRPr sz="1067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4"/>
          <p:cNvSpPr txBox="1"/>
          <p:nvPr/>
        </p:nvSpPr>
        <p:spPr>
          <a:xfrm>
            <a:off x="5997753" y="2412484"/>
            <a:ext cx="1059486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ja-JP" sz="10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トークン検証</a:t>
            </a:r>
            <a:endParaRPr sz="1067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4"/>
          <p:cNvSpPr txBox="1"/>
          <p:nvPr/>
        </p:nvSpPr>
        <p:spPr>
          <a:xfrm>
            <a:off x="5755889" y="2733512"/>
            <a:ext cx="17344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5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cd_hansya, cd_kaisya</a:t>
            </a:r>
            <a:endParaRPr sz="1867" b="0" i="1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4"/>
          <p:cNvSpPr txBox="1"/>
          <p:nvPr/>
        </p:nvSpPr>
        <p:spPr>
          <a:xfrm>
            <a:off x="7223730" y="3208229"/>
            <a:ext cx="1104000" cy="41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ja-JP" sz="10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契約チェック</a:t>
            </a:r>
            <a:endParaRPr sz="1067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7" name="Google Shape;637;p24"/>
          <p:cNvCxnSpPr/>
          <p:nvPr/>
        </p:nvCxnSpPr>
        <p:spPr>
          <a:xfrm>
            <a:off x="5400723" y="2716327"/>
            <a:ext cx="237084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638" name="Google Shape;638;p24"/>
          <p:cNvCxnSpPr/>
          <p:nvPr/>
        </p:nvCxnSpPr>
        <p:spPr>
          <a:xfrm rot="10800000">
            <a:off x="5376768" y="3042089"/>
            <a:ext cx="233933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triangle" w="med" len="med"/>
            <a:tailEnd type="none" w="sm" len="sm"/>
          </a:ln>
        </p:spPr>
      </p:cxnSp>
      <p:sp>
        <p:nvSpPr>
          <p:cNvPr id="639" name="Google Shape;639;p24"/>
          <p:cNvSpPr/>
          <p:nvPr/>
        </p:nvSpPr>
        <p:spPr>
          <a:xfrm>
            <a:off x="10439096" y="844432"/>
            <a:ext cx="1237600" cy="472800"/>
          </a:xfrm>
          <a:prstGeom prst="rect">
            <a:avLst/>
          </a:prstGeom>
          <a:solidFill>
            <a:srgbClr val="FBE4D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ja-JP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Ranger</a:t>
            </a:r>
            <a:endParaRPr sz="13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4"/>
          <p:cNvSpPr/>
          <p:nvPr/>
        </p:nvSpPr>
        <p:spPr>
          <a:xfrm>
            <a:off x="10439096" y="6126780"/>
            <a:ext cx="1237600" cy="472800"/>
          </a:xfrm>
          <a:prstGeom prst="rect">
            <a:avLst/>
          </a:prstGeom>
          <a:solidFill>
            <a:srgbClr val="FBE4D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ja-JP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Ranger</a:t>
            </a:r>
            <a:endParaRPr sz="13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1" name="Google Shape;641;p24"/>
          <p:cNvCxnSpPr/>
          <p:nvPr/>
        </p:nvCxnSpPr>
        <p:spPr>
          <a:xfrm>
            <a:off x="11057896" y="1317232"/>
            <a:ext cx="0" cy="48095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2" name="Google Shape;642;p24"/>
          <p:cNvCxnSpPr/>
          <p:nvPr/>
        </p:nvCxnSpPr>
        <p:spPr>
          <a:xfrm>
            <a:off x="7789695" y="4107555"/>
            <a:ext cx="1651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3" name="Google Shape;643;p24"/>
          <p:cNvSpPr txBox="1"/>
          <p:nvPr/>
        </p:nvSpPr>
        <p:spPr>
          <a:xfrm>
            <a:off x="7716709" y="3597681"/>
            <a:ext cx="192717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・ルーティング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・</a:t>
            </a:r>
            <a:r>
              <a:rPr lang="ja-JP" sz="11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cd_hansya, cd_kaisya</a:t>
            </a:r>
            <a:endParaRPr sz="1100" b="0" i="1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4"/>
          <p:cNvSpPr txBox="1"/>
          <p:nvPr/>
        </p:nvSpPr>
        <p:spPr>
          <a:xfrm>
            <a:off x="10376120" y="5448943"/>
            <a:ext cx="1372000" cy="57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ja-JP" sz="10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ポリシーチェック</a:t>
            </a:r>
            <a:endParaRPr sz="1067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ja-JP" sz="10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テーブル、行・列</a:t>
            </a:r>
            <a:endParaRPr sz="1067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4"/>
          <p:cNvSpPr txBox="1"/>
          <p:nvPr/>
        </p:nvSpPr>
        <p:spPr>
          <a:xfrm>
            <a:off x="9997403" y="4963219"/>
            <a:ext cx="2128629" cy="4077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ユーザー / グループを割り当て</a:t>
            </a:r>
            <a:endParaRPr sz="105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4"/>
          <p:cNvSpPr txBox="1"/>
          <p:nvPr/>
        </p:nvSpPr>
        <p:spPr>
          <a:xfrm>
            <a:off x="236225" y="229800"/>
            <a:ext cx="385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認可（今回は不採用）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4"/>
          <p:cNvSpPr/>
          <p:nvPr/>
        </p:nvSpPr>
        <p:spPr>
          <a:xfrm>
            <a:off x="8838895" y="855318"/>
            <a:ext cx="1237600" cy="472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API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NiFi or Java</a:t>
            </a:r>
            <a:endParaRPr/>
          </a:p>
        </p:txBody>
      </p:sp>
      <p:sp>
        <p:nvSpPr>
          <p:cNvPr id="648" name="Google Shape;648;p24"/>
          <p:cNvSpPr/>
          <p:nvPr/>
        </p:nvSpPr>
        <p:spPr>
          <a:xfrm>
            <a:off x="8838895" y="6137666"/>
            <a:ext cx="1237600" cy="472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API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NiFi or Java</a:t>
            </a:r>
            <a:endParaRPr/>
          </a:p>
        </p:txBody>
      </p:sp>
      <p:cxnSp>
        <p:nvCxnSpPr>
          <p:cNvPr id="649" name="Google Shape;649;p24"/>
          <p:cNvCxnSpPr/>
          <p:nvPr/>
        </p:nvCxnSpPr>
        <p:spPr>
          <a:xfrm>
            <a:off x="9457695" y="1328118"/>
            <a:ext cx="0" cy="48095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0" name="Google Shape;650;p24"/>
          <p:cNvSpPr txBox="1"/>
          <p:nvPr/>
        </p:nvSpPr>
        <p:spPr>
          <a:xfrm>
            <a:off x="9371337" y="4218167"/>
            <a:ext cx="192717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・SQL</a:t>
            </a:r>
            <a:endParaRPr sz="1867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・</a:t>
            </a:r>
            <a:r>
              <a:rPr lang="ja-JP" sz="11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cd_hansya, cd_kaisya</a:t>
            </a:r>
            <a:endParaRPr sz="1850" b="0" i="1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689329f10_3_161"/>
          <p:cNvSpPr/>
          <p:nvPr/>
        </p:nvSpPr>
        <p:spPr>
          <a:xfrm>
            <a:off x="3186950" y="1117525"/>
            <a:ext cx="5974200" cy="4803300"/>
          </a:xfrm>
          <a:prstGeom prst="rect">
            <a:avLst/>
          </a:prstGeom>
          <a:solidFill>
            <a:srgbClr val="DAEEF3"/>
          </a:solidFill>
          <a:ln w="9525" cap="flat" cmpd="sng">
            <a:solidFill>
              <a:srgbClr val="A4C2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875" tIns="44925" rIns="89875" bIns="44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9"/>
              <a:buFont typeface="Arial"/>
              <a:buNone/>
            </a:pPr>
            <a:endParaRPr sz="176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L 字 8">
            <a:extLst>
              <a:ext uri="{FF2B5EF4-FFF2-40B4-BE49-F238E27FC236}">
                <a16:creationId xmlns:a16="http://schemas.microsoft.com/office/drawing/2014/main" id="{5FC9D52E-F9AB-8F75-721E-FE8717C090AA}"/>
              </a:ext>
            </a:extLst>
          </p:cNvPr>
          <p:cNvSpPr/>
          <p:nvPr/>
        </p:nvSpPr>
        <p:spPr>
          <a:xfrm>
            <a:off x="3387001" y="1545850"/>
            <a:ext cx="4908408" cy="4111575"/>
          </a:xfrm>
          <a:prstGeom prst="corner">
            <a:avLst>
              <a:gd name="adj1" fmla="val 50000"/>
              <a:gd name="adj2" fmla="val 848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8" name="Google Shape;658;g3f689329f10_3_161"/>
          <p:cNvSpPr/>
          <p:nvPr/>
        </p:nvSpPr>
        <p:spPr>
          <a:xfrm>
            <a:off x="3668233" y="1660025"/>
            <a:ext cx="16779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000" b="1">
                <a:solidFill>
                  <a:schemeClr val="dk1"/>
                </a:solidFill>
              </a:rPr>
              <a:t>データ活用基盤</a:t>
            </a:r>
            <a:endParaRPr sz="550" b="1"/>
          </a:p>
        </p:txBody>
      </p:sp>
      <p:sp>
        <p:nvSpPr>
          <p:cNvPr id="659" name="Google Shape;659;g3f689329f10_3_161"/>
          <p:cNvSpPr txBox="1"/>
          <p:nvPr/>
        </p:nvSpPr>
        <p:spPr>
          <a:xfrm>
            <a:off x="617225" y="382200"/>
            <a:ext cx="338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800" b="1">
                <a:solidFill>
                  <a:schemeClr val="dk1"/>
                </a:solidFill>
              </a:rPr>
              <a:t>暫定対応（26年11月）</a:t>
            </a:r>
            <a:endParaRPr sz="1800" b="1">
              <a:solidFill>
                <a:schemeClr val="dk1"/>
              </a:solidFill>
            </a:endParaRPr>
          </a:p>
        </p:txBody>
      </p:sp>
      <p:grpSp>
        <p:nvGrpSpPr>
          <p:cNvPr id="660" name="Google Shape;660;g3f689329f10_3_161"/>
          <p:cNvGrpSpPr/>
          <p:nvPr/>
        </p:nvGrpSpPr>
        <p:grpSpPr>
          <a:xfrm>
            <a:off x="3409890" y="1220525"/>
            <a:ext cx="1677982" cy="263400"/>
            <a:chOff x="1704469" y="829379"/>
            <a:chExt cx="1677982" cy="263400"/>
          </a:xfrm>
        </p:grpSpPr>
        <p:sp>
          <p:nvSpPr>
            <p:cNvPr id="661" name="Google Shape;661;g3f689329f10_3_161"/>
            <p:cNvSpPr txBox="1"/>
            <p:nvPr/>
          </p:nvSpPr>
          <p:spPr>
            <a:xfrm>
              <a:off x="1887251" y="829379"/>
              <a:ext cx="1495200" cy="26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25" tIns="46000" rIns="92025" bIns="46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7"/>
                <a:buFont typeface="Arial"/>
                <a:buNone/>
              </a:pPr>
              <a:r>
                <a:rPr lang="ja-JP" sz="1107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Azureテナント</a:t>
              </a:r>
              <a:endParaRPr/>
            </a:p>
          </p:txBody>
        </p:sp>
        <p:pic>
          <p:nvPicPr>
            <p:cNvPr id="662" name="Google Shape;662;g3f689329f10_3_16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04469" y="837850"/>
              <a:ext cx="217370" cy="2173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3" name="Google Shape;663;g3f689329f10_3_161"/>
          <p:cNvSpPr/>
          <p:nvPr/>
        </p:nvSpPr>
        <p:spPr>
          <a:xfrm>
            <a:off x="10267750" y="1117525"/>
            <a:ext cx="1321800" cy="4803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89875" tIns="44925" rIns="89875" bIns="44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6"/>
              <a:buFont typeface="Arial"/>
              <a:buNone/>
            </a:pPr>
            <a:endParaRPr sz="786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f689329f10_3_161"/>
          <p:cNvSpPr txBox="1"/>
          <p:nvPr/>
        </p:nvSpPr>
        <p:spPr>
          <a:xfrm>
            <a:off x="10363274" y="1217901"/>
            <a:ext cx="14418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lang="ja-JP" sz="1134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データ活用</a:t>
            </a:r>
            <a:endParaRPr sz="1600"/>
          </a:p>
        </p:txBody>
      </p:sp>
      <p:sp>
        <p:nvSpPr>
          <p:cNvPr id="665" name="Google Shape;665;g3f689329f10_3_161"/>
          <p:cNvSpPr/>
          <p:nvPr/>
        </p:nvSpPr>
        <p:spPr>
          <a:xfrm>
            <a:off x="10355350" y="2736725"/>
            <a:ext cx="1145700" cy="1146600"/>
          </a:xfrm>
          <a:prstGeom prst="roundRect">
            <a:avLst>
              <a:gd name="adj" fmla="val 460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2025" tIns="46000" rIns="92025" bIns="4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None/>
            </a:pPr>
            <a:endParaRPr sz="181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3f689329f10_3_161"/>
          <p:cNvSpPr txBox="1"/>
          <p:nvPr/>
        </p:nvSpPr>
        <p:spPr>
          <a:xfrm>
            <a:off x="10419350" y="2795625"/>
            <a:ext cx="10470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25" tIns="46000" rIns="92025" bIns="4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7"/>
              <a:buFont typeface="Arial"/>
              <a:buNone/>
            </a:pPr>
            <a:r>
              <a:rPr lang="ja-JP" sz="90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外部サービス</a:t>
            </a:r>
            <a:endParaRPr sz="1600"/>
          </a:p>
        </p:txBody>
      </p:sp>
      <p:sp>
        <p:nvSpPr>
          <p:cNvPr id="667" name="Google Shape;667;g3f689329f10_3_161"/>
          <p:cNvSpPr/>
          <p:nvPr/>
        </p:nvSpPr>
        <p:spPr>
          <a:xfrm>
            <a:off x="10444000" y="3089400"/>
            <a:ext cx="969900" cy="5718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88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25" tIns="46000" rIns="92025" bIns="4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10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モビリコ</a:t>
            </a:r>
            <a:br>
              <a:rPr lang="ja-JP" sz="10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/>
          </a:p>
        </p:txBody>
      </p:sp>
      <p:sp>
        <p:nvSpPr>
          <p:cNvPr id="668" name="Google Shape;668;g3f689329f10_3_161"/>
          <p:cNvSpPr txBox="1"/>
          <p:nvPr/>
        </p:nvSpPr>
        <p:spPr>
          <a:xfrm>
            <a:off x="10585374" y="3472900"/>
            <a:ext cx="745200" cy="263400"/>
          </a:xfrm>
          <a:prstGeom prst="rect">
            <a:avLst/>
          </a:prstGeom>
          <a:solidFill>
            <a:srgbClr val="EDDD62">
              <a:alpha val="60000"/>
            </a:srgbClr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Arial"/>
              <a:buNone/>
            </a:pPr>
            <a:r>
              <a:rPr lang="ja-JP" sz="885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API Key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f689329f10_3_161"/>
          <p:cNvSpPr/>
          <p:nvPr/>
        </p:nvSpPr>
        <p:spPr>
          <a:xfrm rot="5400000">
            <a:off x="7473225" y="3338872"/>
            <a:ext cx="4803300" cy="393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89875" tIns="44925" rIns="89875" bIns="44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9"/>
              <a:buFont typeface="Arial"/>
              <a:buNone/>
            </a:pPr>
            <a:endParaRPr sz="176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g3f689329f10_3_161"/>
          <p:cNvSpPr txBox="1"/>
          <p:nvPr/>
        </p:nvSpPr>
        <p:spPr>
          <a:xfrm rot="5400000">
            <a:off x="9355258" y="1639196"/>
            <a:ext cx="1019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3"/>
              <a:buFont typeface="Arial"/>
              <a:buNone/>
            </a:pPr>
            <a:r>
              <a:rPr lang="ja-JP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TOYOTA 認証基盤</a:t>
            </a:r>
            <a:endParaRPr/>
          </a:p>
        </p:txBody>
      </p:sp>
      <p:grpSp>
        <p:nvGrpSpPr>
          <p:cNvPr id="671" name="Google Shape;671;g3f689329f10_3_161"/>
          <p:cNvGrpSpPr/>
          <p:nvPr/>
        </p:nvGrpSpPr>
        <p:grpSpPr>
          <a:xfrm>
            <a:off x="9743800" y="2227422"/>
            <a:ext cx="242100" cy="1390500"/>
            <a:chOff x="9197000" y="1862150"/>
            <a:chExt cx="242100" cy="1390500"/>
          </a:xfrm>
        </p:grpSpPr>
        <p:sp>
          <p:nvSpPr>
            <p:cNvPr id="672" name="Google Shape;672;g3f689329f10_3_161"/>
            <p:cNvSpPr/>
            <p:nvPr/>
          </p:nvSpPr>
          <p:spPr>
            <a:xfrm rot="5400000">
              <a:off x="8622800" y="2436350"/>
              <a:ext cx="1390500" cy="242100"/>
            </a:xfrm>
            <a:prstGeom prst="roundRect">
              <a:avLst>
                <a:gd name="adj" fmla="val 9249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89875" tIns="44925" rIns="89875" bIns="44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9"/>
                <a:buFont typeface="Arial"/>
                <a:buNone/>
              </a:pPr>
              <a:endParaRPr sz="176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3f689329f10_3_161"/>
            <p:cNvSpPr txBox="1"/>
            <p:nvPr/>
          </p:nvSpPr>
          <p:spPr>
            <a:xfrm rot="5400000">
              <a:off x="8890108" y="2549500"/>
              <a:ext cx="855900" cy="2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875" tIns="44925" rIns="89875" bIns="44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"/>
                <a:buFont typeface="Arial"/>
                <a:buNone/>
              </a:pPr>
              <a:r>
                <a:rPr lang="ja-JP" sz="885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ATSC / GAC</a:t>
              </a:r>
              <a:endParaRPr/>
            </a:p>
          </p:txBody>
        </p:sp>
        <p:pic>
          <p:nvPicPr>
            <p:cNvPr id="674" name="Google Shape;674;g3f689329f10_3_16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261202" y="1951209"/>
              <a:ext cx="133306" cy="1364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5" name="Google Shape;675;g3f689329f10_3_161"/>
          <p:cNvGrpSpPr/>
          <p:nvPr/>
        </p:nvGrpSpPr>
        <p:grpSpPr>
          <a:xfrm>
            <a:off x="9743808" y="3779707"/>
            <a:ext cx="242100" cy="951600"/>
            <a:chOff x="9197008" y="3450835"/>
            <a:chExt cx="242100" cy="951600"/>
          </a:xfrm>
        </p:grpSpPr>
        <p:grpSp>
          <p:nvGrpSpPr>
            <p:cNvPr id="676" name="Google Shape;676;g3f689329f10_3_161"/>
            <p:cNvGrpSpPr/>
            <p:nvPr/>
          </p:nvGrpSpPr>
          <p:grpSpPr>
            <a:xfrm>
              <a:off x="9197008" y="3450835"/>
              <a:ext cx="242100" cy="951600"/>
              <a:chOff x="9214425" y="3408173"/>
              <a:chExt cx="242100" cy="951600"/>
            </a:xfrm>
          </p:grpSpPr>
          <p:sp>
            <p:nvSpPr>
              <p:cNvPr id="677" name="Google Shape;677;g3f689329f10_3_161"/>
              <p:cNvSpPr/>
              <p:nvPr/>
            </p:nvSpPr>
            <p:spPr>
              <a:xfrm rot="5400000">
                <a:off x="8859675" y="3762923"/>
                <a:ext cx="951600" cy="242100"/>
              </a:xfrm>
              <a:prstGeom prst="roundRect">
                <a:avLst>
                  <a:gd name="adj" fmla="val 9249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89875" tIns="44925" rIns="89875" bIns="44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69"/>
                  <a:buFont typeface="Arial"/>
                  <a:buNone/>
                </a:pPr>
                <a:endParaRPr sz="1769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g3f689329f10_3_161"/>
              <p:cNvSpPr txBox="1"/>
              <p:nvPr/>
            </p:nvSpPr>
            <p:spPr>
              <a:xfrm rot="5400000">
                <a:off x="9017017" y="3917987"/>
                <a:ext cx="652500" cy="21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9875" tIns="44925" rIns="89875" bIns="449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ja-JP" sz="785" b="1" i="0" u="none" strike="noStrike" cap="none">
                    <a:solidFill>
                      <a:srgbClr val="0C0C0C"/>
                    </a:solidFill>
                    <a:latin typeface="Arial"/>
                    <a:ea typeface="Arial"/>
                    <a:cs typeface="Arial"/>
                    <a:sym typeface="Arial"/>
                  </a:rPr>
                  <a:t>Entra ID</a:t>
                </a:r>
                <a:endParaRPr sz="885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79" name="Google Shape;679;g3f689329f10_3_16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209088" y="3552771"/>
              <a:ext cx="217375" cy="217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0" name="Google Shape;680;g3f689329f10_3_161"/>
          <p:cNvGrpSpPr/>
          <p:nvPr/>
        </p:nvGrpSpPr>
        <p:grpSpPr>
          <a:xfrm>
            <a:off x="9743808" y="4850395"/>
            <a:ext cx="242100" cy="951600"/>
            <a:chOff x="9214425" y="3408173"/>
            <a:chExt cx="242100" cy="951600"/>
          </a:xfrm>
        </p:grpSpPr>
        <p:sp>
          <p:nvSpPr>
            <p:cNvPr id="681" name="Google Shape;681;g3f689329f10_3_161"/>
            <p:cNvSpPr/>
            <p:nvPr/>
          </p:nvSpPr>
          <p:spPr>
            <a:xfrm rot="5400000">
              <a:off x="8859675" y="3762923"/>
              <a:ext cx="951600" cy="242100"/>
            </a:xfrm>
            <a:prstGeom prst="roundRect">
              <a:avLst>
                <a:gd name="adj" fmla="val 9249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89875" tIns="44925" rIns="89875" bIns="44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9"/>
                <a:buFont typeface="Arial"/>
                <a:buNone/>
              </a:pPr>
              <a:endParaRPr sz="176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g3f689329f10_3_161"/>
            <p:cNvSpPr txBox="1"/>
            <p:nvPr/>
          </p:nvSpPr>
          <p:spPr>
            <a:xfrm rot="5400000">
              <a:off x="8964525" y="3865425"/>
              <a:ext cx="741900" cy="2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875" tIns="44925" rIns="89875" bIns="44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885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Key Vault</a:t>
              </a:r>
              <a:endParaRPr sz="985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83" name="Google Shape;683;g3f689329f10_3_16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31413" y="2625851"/>
            <a:ext cx="208625" cy="2122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4" name="Google Shape;684;g3f689329f10_3_161"/>
          <p:cNvGrpSpPr/>
          <p:nvPr/>
        </p:nvGrpSpPr>
        <p:grpSpPr>
          <a:xfrm>
            <a:off x="3668226" y="1892513"/>
            <a:ext cx="2830399" cy="3510327"/>
            <a:chOff x="2271975" y="2085550"/>
            <a:chExt cx="2830399" cy="3510327"/>
          </a:xfrm>
        </p:grpSpPr>
        <p:sp>
          <p:nvSpPr>
            <p:cNvPr id="685" name="Google Shape;685;g3f689329f10_3_161"/>
            <p:cNvSpPr/>
            <p:nvPr/>
          </p:nvSpPr>
          <p:spPr>
            <a:xfrm>
              <a:off x="2276050" y="2100277"/>
              <a:ext cx="819000" cy="3495600"/>
            </a:xfrm>
            <a:prstGeom prst="rect">
              <a:avLst/>
            </a:prstGeom>
            <a:solidFill>
              <a:srgbClr val="EAF1DD"/>
            </a:solidFill>
            <a:ln w="19050" cap="flat" cmpd="sng">
              <a:solidFill>
                <a:srgbClr val="B6D7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3f689329f10_3_161"/>
            <p:cNvSpPr txBox="1"/>
            <p:nvPr/>
          </p:nvSpPr>
          <p:spPr>
            <a:xfrm>
              <a:off x="2271975" y="2109632"/>
              <a:ext cx="819000" cy="4431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85700" tIns="42850" rIns="85700" bIns="428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ja-JP" sz="900" b="1">
                  <a:solidFill>
                    <a:schemeClr val="dk1"/>
                  </a:solidFill>
                </a:rPr>
                <a:t>データ</a:t>
              </a:r>
              <a:br>
                <a:rPr lang="ja-JP" sz="900" b="1">
                  <a:solidFill>
                    <a:schemeClr val="dk1"/>
                  </a:solidFill>
                </a:rPr>
              </a:br>
              <a:r>
                <a:rPr lang="ja-JP" sz="900" b="1">
                  <a:solidFill>
                    <a:schemeClr val="dk1"/>
                  </a:solidFill>
                </a:rPr>
                <a:t>連携</a:t>
              </a:r>
              <a:endParaRPr sz="100" b="1">
                <a:solidFill>
                  <a:srgbClr val="FFFFFF"/>
                </a:solidFill>
              </a:endParaRPr>
            </a:p>
          </p:txBody>
        </p:sp>
        <p:sp>
          <p:nvSpPr>
            <p:cNvPr id="687" name="Google Shape;687;g3f689329f10_3_161"/>
            <p:cNvSpPr/>
            <p:nvPr/>
          </p:nvSpPr>
          <p:spPr>
            <a:xfrm>
              <a:off x="3279649" y="2085890"/>
              <a:ext cx="822900" cy="3495600"/>
            </a:xfrm>
            <a:prstGeom prst="rect">
              <a:avLst/>
            </a:prstGeom>
            <a:solidFill>
              <a:srgbClr val="E4EEFF"/>
            </a:solidFill>
            <a:ln w="19050" cap="flat" cmpd="sng">
              <a:solidFill>
                <a:srgbClr val="B7C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g3f689329f10_3_161"/>
            <p:cNvSpPr txBox="1"/>
            <p:nvPr/>
          </p:nvSpPr>
          <p:spPr>
            <a:xfrm>
              <a:off x="3286400" y="2085550"/>
              <a:ext cx="809400" cy="467100"/>
            </a:xfrm>
            <a:prstGeom prst="rect">
              <a:avLst/>
            </a:prstGeom>
            <a:solidFill>
              <a:srgbClr val="6D9E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ja-JP" sz="900" b="1">
                  <a:solidFill>
                    <a:schemeClr val="dk1"/>
                  </a:solidFill>
                </a:rPr>
                <a:t>データ</a:t>
              </a:r>
              <a:endParaRPr sz="900" b="1">
                <a:solidFill>
                  <a:schemeClr val="dk1"/>
                </a:solidFill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ja-JP" sz="900" b="1">
                  <a:solidFill>
                    <a:schemeClr val="dk1"/>
                  </a:solidFill>
                </a:rPr>
                <a:t>Lake</a:t>
              </a:r>
              <a:endParaRPr sz="900" b="1">
                <a:solidFill>
                  <a:srgbClr val="FFFFFF"/>
                </a:solidFill>
              </a:endParaRPr>
            </a:p>
          </p:txBody>
        </p:sp>
        <p:sp>
          <p:nvSpPr>
            <p:cNvPr id="689" name="Google Shape;689;g3f689329f10_3_161"/>
            <p:cNvSpPr/>
            <p:nvPr/>
          </p:nvSpPr>
          <p:spPr>
            <a:xfrm>
              <a:off x="4273975" y="2085725"/>
              <a:ext cx="822900" cy="3495600"/>
            </a:xfrm>
            <a:prstGeom prst="rect">
              <a:avLst/>
            </a:prstGeom>
            <a:solidFill>
              <a:srgbClr val="FCF4DB"/>
            </a:solidFill>
            <a:ln w="19050" cap="flat" cmpd="sng">
              <a:solidFill>
                <a:srgbClr val="FFD9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3f689329f10_3_161"/>
            <p:cNvSpPr txBox="1"/>
            <p:nvPr/>
          </p:nvSpPr>
          <p:spPr>
            <a:xfrm>
              <a:off x="4280885" y="2098296"/>
              <a:ext cx="809100" cy="443100"/>
            </a:xfrm>
            <a:prstGeom prst="rect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85700" tIns="42850" rIns="85700" bIns="428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ja-JP" sz="900" b="1">
                  <a:solidFill>
                    <a:schemeClr val="dk1"/>
                  </a:solidFill>
                </a:rPr>
                <a:t>データwarehouse</a:t>
              </a:r>
              <a:endParaRPr sz="900" b="1">
                <a:solidFill>
                  <a:schemeClr val="dk1"/>
                </a:solidFill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endParaRPr sz="100" b="1">
                <a:solidFill>
                  <a:srgbClr val="FFFFFF"/>
                </a:solidFill>
              </a:endParaRPr>
            </a:p>
          </p:txBody>
        </p:sp>
        <p:sp>
          <p:nvSpPr>
            <p:cNvPr id="691" name="Google Shape;691;g3f689329f10_3_161"/>
            <p:cNvSpPr/>
            <p:nvPr/>
          </p:nvSpPr>
          <p:spPr>
            <a:xfrm>
              <a:off x="2384175" y="2919675"/>
              <a:ext cx="611400" cy="5568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9525" cap="flat" cmpd="sng">
              <a:solidFill>
                <a:srgbClr val="C2D5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2" name="Google Shape;692;g3f689329f10_3_161"/>
            <p:cNvGrpSpPr/>
            <p:nvPr/>
          </p:nvGrpSpPr>
          <p:grpSpPr>
            <a:xfrm>
              <a:off x="2479391" y="3017073"/>
              <a:ext cx="420968" cy="123551"/>
              <a:chOff x="2512052" y="2864673"/>
              <a:chExt cx="420968" cy="123551"/>
            </a:xfrm>
          </p:grpSpPr>
          <p:pic>
            <p:nvPicPr>
              <p:cNvPr id="693" name="Google Shape;693;g3f689329f10_3_161" title="kafka.png"/>
              <p:cNvPicPr preferRelativeResize="0"/>
              <p:nvPr/>
            </p:nvPicPr>
            <p:blipFill rotWithShape="1">
              <a:blip r:embed="rId7">
                <a:alphaModFix/>
              </a:blip>
              <a:srcRect r="63665"/>
              <a:stretch/>
            </p:blipFill>
            <p:spPr>
              <a:xfrm>
                <a:off x="2512052" y="2864673"/>
                <a:ext cx="116599" cy="1235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4" name="Google Shape;694;g3f689329f10_3_161"/>
              <p:cNvSpPr txBox="1"/>
              <p:nvPr/>
            </p:nvSpPr>
            <p:spPr>
              <a:xfrm>
                <a:off x="2648620" y="2869600"/>
                <a:ext cx="2844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8"/>
                  <a:buFont typeface="Arial"/>
                  <a:buNone/>
                </a:pPr>
                <a:r>
                  <a:rPr lang="ja-JP" sz="738" b="1" i="0" u="none" strike="noStrike" cap="non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Kafka</a:t>
                </a:r>
                <a:endParaRPr/>
              </a:p>
            </p:txBody>
          </p:sp>
        </p:grpSp>
        <p:sp>
          <p:nvSpPr>
            <p:cNvPr id="695" name="Google Shape;695;g3f689329f10_3_161"/>
            <p:cNvSpPr/>
            <p:nvPr/>
          </p:nvSpPr>
          <p:spPr>
            <a:xfrm>
              <a:off x="2602688" y="3208030"/>
              <a:ext cx="174375" cy="134375"/>
            </a:xfrm>
            <a:prstGeom prst="flowChartMagneticDisk">
              <a:avLst/>
            </a:prstGeom>
            <a:solidFill>
              <a:srgbClr val="FFFFFF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g3f689329f10_3_161"/>
            <p:cNvSpPr/>
            <p:nvPr/>
          </p:nvSpPr>
          <p:spPr>
            <a:xfrm>
              <a:off x="2384175" y="3778400"/>
              <a:ext cx="611400" cy="5568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9525" cap="flat" cmpd="sng">
              <a:solidFill>
                <a:srgbClr val="C2D5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g3f689329f10_3_161"/>
            <p:cNvSpPr/>
            <p:nvPr/>
          </p:nvSpPr>
          <p:spPr>
            <a:xfrm>
              <a:off x="2602688" y="4066755"/>
              <a:ext cx="174375" cy="134375"/>
            </a:xfrm>
            <a:prstGeom prst="flowChartMagneticDisk">
              <a:avLst/>
            </a:prstGeom>
            <a:solidFill>
              <a:srgbClr val="FFFFFF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98" name="Google Shape;698;g3f689329f10_3_161" title="nifi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546902" y="3866286"/>
              <a:ext cx="316450" cy="1317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99" name="Google Shape;699;g3f689329f10_3_161"/>
            <p:cNvGrpSpPr/>
            <p:nvPr/>
          </p:nvGrpSpPr>
          <p:grpSpPr>
            <a:xfrm>
              <a:off x="2700619" y="4189866"/>
              <a:ext cx="407618" cy="279903"/>
              <a:chOff x="3794467" y="4726015"/>
              <a:chExt cx="434700" cy="298500"/>
            </a:xfrm>
          </p:grpSpPr>
          <p:sp>
            <p:nvSpPr>
              <p:cNvPr id="700" name="Google Shape;700;g3f689329f10_3_161"/>
              <p:cNvSpPr/>
              <p:nvPr/>
            </p:nvSpPr>
            <p:spPr>
              <a:xfrm>
                <a:off x="3862567" y="4726015"/>
                <a:ext cx="298500" cy="298500"/>
              </a:xfrm>
              <a:prstGeom prst="ellipse">
                <a:avLst/>
              </a:prstGeom>
              <a:solidFill>
                <a:srgbClr val="6D9EEB"/>
              </a:solidFill>
              <a:ln>
                <a:noFill/>
              </a:ln>
            </p:spPr>
            <p:txBody>
              <a:bodyPr spcFirstLastPara="1" wrap="square" lIns="103225" tIns="51600" rIns="103225" bIns="51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32"/>
                  <a:buFont typeface="Arial"/>
                  <a:buNone/>
                </a:pPr>
                <a:endParaRPr sz="2032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g3f689329f10_3_161"/>
              <p:cNvSpPr txBox="1"/>
              <p:nvPr/>
            </p:nvSpPr>
            <p:spPr>
              <a:xfrm>
                <a:off x="3794467" y="4745515"/>
                <a:ext cx="434700" cy="25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03225" tIns="51600" rIns="103225" bIns="516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52"/>
                  <a:buFont typeface="Arial"/>
                  <a:buNone/>
                </a:pPr>
                <a:r>
                  <a:rPr lang="ja-JP" sz="452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Auto</a:t>
                </a:r>
                <a:endParaRPr sz="15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52"/>
                  <a:buFont typeface="Arial"/>
                  <a:buNone/>
                </a:pPr>
                <a:r>
                  <a:rPr lang="ja-JP" sz="452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Scaling</a:t>
                </a:r>
                <a:endParaRPr/>
              </a:p>
            </p:txBody>
          </p:sp>
        </p:grpSp>
        <p:sp>
          <p:nvSpPr>
            <p:cNvPr id="702" name="Google Shape;702;g3f689329f10_3_161"/>
            <p:cNvSpPr/>
            <p:nvPr/>
          </p:nvSpPr>
          <p:spPr>
            <a:xfrm>
              <a:off x="3378813" y="3778400"/>
              <a:ext cx="611400" cy="5568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9525" cap="flat" cmpd="sng">
              <a:solidFill>
                <a:srgbClr val="B7C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g3f689329f10_3_161"/>
            <p:cNvSpPr/>
            <p:nvPr/>
          </p:nvSpPr>
          <p:spPr>
            <a:xfrm>
              <a:off x="3597325" y="4066755"/>
              <a:ext cx="174375" cy="134375"/>
            </a:xfrm>
            <a:prstGeom prst="flowChartMagneticDisk">
              <a:avLst/>
            </a:prstGeom>
            <a:solidFill>
              <a:srgbClr val="FFFFFF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4" name="Google Shape;704;g3f689329f10_3_161"/>
            <p:cNvGrpSpPr/>
            <p:nvPr/>
          </p:nvGrpSpPr>
          <p:grpSpPr>
            <a:xfrm>
              <a:off x="3468004" y="3843499"/>
              <a:ext cx="562241" cy="159977"/>
              <a:chOff x="3513724" y="3691099"/>
              <a:chExt cx="562241" cy="159977"/>
            </a:xfrm>
          </p:grpSpPr>
          <p:sp>
            <p:nvSpPr>
              <p:cNvPr id="705" name="Google Shape;705;g3f689329f10_3_161"/>
              <p:cNvSpPr txBox="1"/>
              <p:nvPr/>
            </p:nvSpPr>
            <p:spPr>
              <a:xfrm>
                <a:off x="3711465" y="3711440"/>
                <a:ext cx="3645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8"/>
                  <a:buFont typeface="Arial"/>
                  <a:buNone/>
                </a:pPr>
                <a:r>
                  <a:rPr lang="ja-JP" sz="738" b="1" i="0" u="none" strike="noStrike" cap="non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Kudu</a:t>
                </a:r>
                <a:endParaRPr/>
              </a:p>
            </p:txBody>
          </p:sp>
          <p:pic>
            <p:nvPicPr>
              <p:cNvPr id="706" name="Google Shape;706;g3f689329f10_3_161" title="kudu.png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3513724" y="3691099"/>
                <a:ext cx="242100" cy="15997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07" name="Google Shape;707;g3f689329f10_3_161"/>
            <p:cNvSpPr/>
            <p:nvPr/>
          </p:nvSpPr>
          <p:spPr>
            <a:xfrm>
              <a:off x="4379075" y="2919675"/>
              <a:ext cx="611400" cy="3651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9525" cap="flat" cmpd="sng">
              <a:solidFill>
                <a:srgbClr val="FAE0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08" name="Google Shape;708;g3f689329f10_3_16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20279" y="3012484"/>
              <a:ext cx="329000" cy="1681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9" name="Google Shape;709;g3f689329f10_3_161"/>
            <p:cNvSpPr/>
            <p:nvPr/>
          </p:nvSpPr>
          <p:spPr>
            <a:xfrm>
              <a:off x="4371325" y="3453400"/>
              <a:ext cx="611400" cy="5568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9525" cap="flat" cmpd="sng">
              <a:solidFill>
                <a:srgbClr val="FAE0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g3f689329f10_3_161"/>
            <p:cNvSpPr txBox="1"/>
            <p:nvPr/>
          </p:nvSpPr>
          <p:spPr>
            <a:xfrm>
              <a:off x="4494775" y="3513320"/>
              <a:ext cx="364500" cy="11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738" b="1" i="0" u="none" strike="noStrike" cap="non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Impala</a:t>
              </a:r>
              <a:endParaRPr/>
            </a:p>
          </p:txBody>
        </p:sp>
        <p:pic>
          <p:nvPicPr>
            <p:cNvPr id="711" name="Google Shape;711;g3f689329f10_3_161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614624" y="3649507"/>
              <a:ext cx="124802" cy="29843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16" name="Google Shape;716;g3f689329f10_3_161"/>
            <p:cNvGrpSpPr/>
            <p:nvPr/>
          </p:nvGrpSpPr>
          <p:grpSpPr>
            <a:xfrm>
              <a:off x="4694756" y="3881966"/>
              <a:ext cx="407618" cy="279903"/>
              <a:chOff x="3794467" y="4726015"/>
              <a:chExt cx="434700" cy="298500"/>
            </a:xfrm>
          </p:grpSpPr>
          <p:sp>
            <p:nvSpPr>
              <p:cNvPr id="717" name="Google Shape;717;g3f689329f10_3_161"/>
              <p:cNvSpPr/>
              <p:nvPr/>
            </p:nvSpPr>
            <p:spPr>
              <a:xfrm>
                <a:off x="3862567" y="4726015"/>
                <a:ext cx="298500" cy="298500"/>
              </a:xfrm>
              <a:prstGeom prst="ellipse">
                <a:avLst/>
              </a:prstGeom>
              <a:solidFill>
                <a:srgbClr val="6D9EEB"/>
              </a:solidFill>
              <a:ln>
                <a:noFill/>
              </a:ln>
            </p:spPr>
            <p:txBody>
              <a:bodyPr spcFirstLastPara="1" wrap="square" lIns="103225" tIns="51600" rIns="103225" bIns="51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32"/>
                  <a:buFont typeface="Arial"/>
                  <a:buNone/>
                </a:pPr>
                <a:endParaRPr sz="2032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g3f689329f10_3_161"/>
              <p:cNvSpPr txBox="1"/>
              <p:nvPr/>
            </p:nvSpPr>
            <p:spPr>
              <a:xfrm>
                <a:off x="3794467" y="4745515"/>
                <a:ext cx="434700" cy="25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03225" tIns="51600" rIns="103225" bIns="516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52"/>
                  <a:buFont typeface="Arial"/>
                  <a:buNone/>
                </a:pPr>
                <a:r>
                  <a:rPr lang="ja-JP" sz="452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Auto</a:t>
                </a:r>
                <a:endParaRPr sz="15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52"/>
                  <a:buFont typeface="Arial"/>
                  <a:buNone/>
                </a:pPr>
                <a:r>
                  <a:rPr lang="ja-JP" sz="452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Scaling</a:t>
                </a:r>
                <a:endParaRPr/>
              </a:p>
            </p:txBody>
          </p:sp>
        </p:grpSp>
      </p:grpSp>
      <p:grpSp>
        <p:nvGrpSpPr>
          <p:cNvPr id="719" name="Google Shape;719;g3f689329f10_3_161"/>
          <p:cNvGrpSpPr/>
          <p:nvPr/>
        </p:nvGrpSpPr>
        <p:grpSpPr>
          <a:xfrm>
            <a:off x="3389150" y="5797700"/>
            <a:ext cx="1047000" cy="263400"/>
            <a:chOff x="2461125" y="5797700"/>
            <a:chExt cx="1047000" cy="263400"/>
          </a:xfrm>
        </p:grpSpPr>
        <p:sp>
          <p:nvSpPr>
            <p:cNvPr id="720" name="Google Shape;720;g3f689329f10_3_161"/>
            <p:cNvSpPr/>
            <p:nvPr/>
          </p:nvSpPr>
          <p:spPr>
            <a:xfrm>
              <a:off x="2461125" y="5797700"/>
              <a:ext cx="1047000" cy="2634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6700" tIns="66700" rIns="66700" bIns="66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2"/>
                <a:buFont typeface="Arial"/>
                <a:buNone/>
              </a:pPr>
              <a:endParaRPr sz="10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1" name="Google Shape;721;g3f689329f10_3_161" title="prisma_cloud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2553235" y="5852820"/>
              <a:ext cx="120350" cy="1626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2" name="Google Shape;722;g3f689329f10_3_161"/>
            <p:cNvSpPr txBox="1"/>
            <p:nvPr/>
          </p:nvSpPr>
          <p:spPr>
            <a:xfrm>
              <a:off x="2740048" y="5833576"/>
              <a:ext cx="7308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925" rIns="0" bIns="44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800" b="1" i="0" u="none" strike="noStrike" cap="none">
                  <a:solidFill>
                    <a:srgbClr val="000000"/>
                  </a:solidFill>
                </a:rPr>
                <a:t>Prisma Cloud</a:t>
              </a:r>
              <a:endParaRPr sz="1500" b="1"/>
            </a:p>
          </p:txBody>
        </p:sp>
      </p:grpSp>
      <p:sp>
        <p:nvSpPr>
          <p:cNvPr id="723" name="Google Shape;723;g3f689329f10_3_161"/>
          <p:cNvSpPr/>
          <p:nvPr/>
        </p:nvSpPr>
        <p:spPr>
          <a:xfrm>
            <a:off x="589125" y="1117525"/>
            <a:ext cx="1047000" cy="4820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2025" tIns="46000" rIns="92025" bIns="4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Arial"/>
              <a:buNone/>
            </a:pPr>
            <a:endParaRPr sz="805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g3f689329f10_3_161"/>
          <p:cNvSpPr txBox="1"/>
          <p:nvPr/>
        </p:nvSpPr>
        <p:spPr>
          <a:xfrm>
            <a:off x="719604" y="1218629"/>
            <a:ext cx="791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1"/>
              <a:buFont typeface="Arial"/>
              <a:buNone/>
            </a:pPr>
            <a:r>
              <a:rPr lang="ja-JP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br>
              <a:rPr lang="ja-JP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流入元</a:t>
            </a:r>
            <a:endParaRPr sz="1100" b="1"/>
          </a:p>
        </p:txBody>
      </p:sp>
      <p:sp>
        <p:nvSpPr>
          <p:cNvPr id="725" name="Google Shape;725;g3f689329f10_3_161"/>
          <p:cNvSpPr/>
          <p:nvPr/>
        </p:nvSpPr>
        <p:spPr>
          <a:xfrm>
            <a:off x="655850" y="2696675"/>
            <a:ext cx="872700" cy="108300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2025" tIns="46000" rIns="92025" bIns="4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None/>
            </a:pPr>
            <a:endParaRPr sz="181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g3f689329f10_3_161"/>
          <p:cNvSpPr/>
          <p:nvPr/>
        </p:nvSpPr>
        <p:spPr>
          <a:xfrm>
            <a:off x="763250" y="2905800"/>
            <a:ext cx="636000" cy="697800"/>
          </a:xfrm>
          <a:prstGeom prst="roundRect">
            <a:avLst>
              <a:gd name="adj" fmla="val 5942"/>
            </a:avLst>
          </a:prstGeom>
          <a:noFill/>
          <a:ln w="28800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25" tIns="92025" rIns="92025" bIns="92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0"/>
              <a:buFont typeface="Arial"/>
              <a:buNone/>
            </a:pPr>
            <a:endParaRPr sz="141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g3f689329f10_3_161"/>
          <p:cNvSpPr/>
          <p:nvPr/>
        </p:nvSpPr>
        <p:spPr>
          <a:xfrm>
            <a:off x="781100" y="2931240"/>
            <a:ext cx="600300" cy="1743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1300" b="1">
                <a:solidFill>
                  <a:srgbClr val="262626"/>
                </a:solidFill>
              </a:rPr>
              <a:t>ai21</a:t>
            </a:r>
            <a:endParaRPr sz="2100" b="1"/>
          </a:p>
        </p:txBody>
      </p:sp>
      <p:pic>
        <p:nvPicPr>
          <p:cNvPr id="728" name="Google Shape;728;g3f689329f10_3_161" title="image 177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09742" y="3169979"/>
            <a:ext cx="343015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grpSp>
        <p:nvGrpSpPr>
          <p:cNvPr id="729" name="Google Shape;729;g3f689329f10_3_161"/>
          <p:cNvGrpSpPr/>
          <p:nvPr/>
        </p:nvGrpSpPr>
        <p:grpSpPr>
          <a:xfrm>
            <a:off x="9028588" y="2856050"/>
            <a:ext cx="257100" cy="1650900"/>
            <a:chOff x="7469350" y="2241525"/>
            <a:chExt cx="257100" cy="1650900"/>
          </a:xfrm>
        </p:grpSpPr>
        <p:grpSp>
          <p:nvGrpSpPr>
            <p:cNvPr id="730" name="Google Shape;730;g3f689329f10_3_161"/>
            <p:cNvGrpSpPr/>
            <p:nvPr/>
          </p:nvGrpSpPr>
          <p:grpSpPr>
            <a:xfrm>
              <a:off x="7469350" y="2241525"/>
              <a:ext cx="257100" cy="1650900"/>
              <a:chOff x="6120313" y="1786825"/>
              <a:chExt cx="257100" cy="1650900"/>
            </a:xfrm>
          </p:grpSpPr>
          <p:sp>
            <p:nvSpPr>
              <p:cNvPr id="731" name="Google Shape;731;g3f689329f10_3_161"/>
              <p:cNvSpPr/>
              <p:nvPr/>
            </p:nvSpPr>
            <p:spPr>
              <a:xfrm rot="5400000">
                <a:off x="5423413" y="2483725"/>
                <a:ext cx="1650900" cy="257100"/>
              </a:xfrm>
              <a:prstGeom prst="roundRect">
                <a:avLst>
                  <a:gd name="adj" fmla="val 9249"/>
                </a:avLst>
              </a:prstGeom>
              <a:solidFill>
                <a:srgbClr val="A4D1AB"/>
              </a:solidFill>
              <a:ln>
                <a:noFill/>
              </a:ln>
            </p:spPr>
            <p:txBody>
              <a:bodyPr spcFirstLastPara="1" wrap="square" lIns="89875" tIns="44925" rIns="89875" bIns="44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69"/>
                  <a:buFont typeface="Arial"/>
                  <a:buNone/>
                </a:pPr>
                <a:endParaRPr sz="1769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g3f689329f10_3_161"/>
              <p:cNvSpPr txBox="1"/>
              <p:nvPr/>
            </p:nvSpPr>
            <p:spPr>
              <a:xfrm rot="5400000">
                <a:off x="5671638" y="2555650"/>
                <a:ext cx="1141500" cy="22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4925" rIns="0" bIns="449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ja-JP" sz="9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Application Gateway</a:t>
                </a:r>
                <a:endParaRPr sz="900"/>
              </a:p>
            </p:txBody>
          </p:sp>
          <p:pic>
            <p:nvPicPr>
              <p:cNvPr id="733" name="Google Shape;733;g3f689329f10_3_161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141991" y="1842101"/>
                <a:ext cx="200852" cy="2047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34" name="Google Shape;734;g3f689329f10_3_161" title="10062-icon-service-Load-Balancers 1.png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 rot="10800000">
              <a:off x="7491612" y="2280087"/>
              <a:ext cx="199875" cy="199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5" name="Google Shape;735;g3f689329f10_3_161"/>
          <p:cNvSpPr/>
          <p:nvPr/>
        </p:nvSpPr>
        <p:spPr>
          <a:xfrm>
            <a:off x="1740725" y="2952125"/>
            <a:ext cx="1321800" cy="369300"/>
          </a:xfrm>
          <a:prstGeom prst="rightArrow">
            <a:avLst>
              <a:gd name="adj1" fmla="val 54739"/>
              <a:gd name="adj2" fmla="val 53725"/>
            </a:avLst>
          </a:prstGeom>
          <a:solidFill>
            <a:srgbClr val="0078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 b="1">
                <a:solidFill>
                  <a:schemeClr val="lt1"/>
                </a:solidFill>
              </a:rPr>
              <a:t>Stream</a:t>
            </a:r>
            <a:endParaRPr sz="1100" b="1">
              <a:solidFill>
                <a:schemeClr val="lt1"/>
              </a:solidFill>
            </a:endParaRPr>
          </a:p>
        </p:txBody>
      </p:sp>
      <p:sp>
        <p:nvSpPr>
          <p:cNvPr id="736" name="Google Shape;736;g3f689329f10_3_161"/>
          <p:cNvSpPr txBox="1"/>
          <p:nvPr/>
        </p:nvSpPr>
        <p:spPr>
          <a:xfrm>
            <a:off x="1740725" y="3383425"/>
            <a:ext cx="1210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</a:rPr>
              <a:t>●車両データ検索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</a:rPr>
              <a:t>●店舗情報検索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</a:rPr>
              <a:t>●整備履歴検索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</a:rPr>
              <a:t>●ヘルスチェック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737" name="Google Shape;737;g3f689329f10_3_161"/>
          <p:cNvCxnSpPr>
            <a:stCxn id="667" idx="1"/>
            <a:endCxn id="682" idx="0"/>
          </p:cNvCxnSpPr>
          <p:nvPr/>
        </p:nvCxnSpPr>
        <p:spPr>
          <a:xfrm flipH="1">
            <a:off x="9978400" y="3375300"/>
            <a:ext cx="465600" cy="2046000"/>
          </a:xfrm>
          <a:prstGeom prst="bentConnector3">
            <a:avLst>
              <a:gd name="adj1" fmla="val 49999"/>
            </a:avLst>
          </a:prstGeom>
          <a:noFill/>
          <a:ln w="28575" cap="flat" cmpd="sng">
            <a:solidFill>
              <a:srgbClr val="DF322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8" name="Google Shape;738;g3f689329f10_3_161"/>
          <p:cNvCxnSpPr>
            <a:stCxn id="682" idx="2"/>
            <a:endCxn id="732" idx="0"/>
          </p:cNvCxnSpPr>
          <p:nvPr/>
        </p:nvCxnSpPr>
        <p:spPr>
          <a:xfrm rot="10800000">
            <a:off x="9265308" y="3739397"/>
            <a:ext cx="486000" cy="1681800"/>
          </a:xfrm>
          <a:prstGeom prst="bentConnector3">
            <a:avLst>
              <a:gd name="adj1" fmla="val 50005"/>
            </a:avLst>
          </a:prstGeom>
          <a:noFill/>
          <a:ln w="28575" cap="flat" cmpd="sng">
            <a:solidFill>
              <a:srgbClr val="DF322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9" name="Google Shape;739;g3f689329f10_3_161"/>
          <p:cNvCxnSpPr>
            <a:cxnSpLocks/>
            <a:stCxn id="732" idx="2"/>
            <a:endCxn id="4" idx="3"/>
          </p:cNvCxnSpPr>
          <p:nvPr/>
        </p:nvCxnSpPr>
        <p:spPr>
          <a:xfrm rot="10800000" flipV="1">
            <a:off x="8117783" y="3739474"/>
            <a:ext cx="918281" cy="1549791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DF322D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40" name="Google Shape;740;g3f689329f10_3_161"/>
          <p:cNvGrpSpPr/>
          <p:nvPr/>
        </p:nvGrpSpPr>
        <p:grpSpPr>
          <a:xfrm>
            <a:off x="5401850" y="3466750"/>
            <a:ext cx="366900" cy="367906"/>
            <a:chOff x="3958275" y="3238150"/>
            <a:chExt cx="366900" cy="367906"/>
          </a:xfrm>
        </p:grpSpPr>
        <p:sp>
          <p:nvSpPr>
            <p:cNvPr id="741" name="Google Shape;741;g3f689329f10_3_161"/>
            <p:cNvSpPr/>
            <p:nvPr/>
          </p:nvSpPr>
          <p:spPr>
            <a:xfrm>
              <a:off x="3999525" y="3238150"/>
              <a:ext cx="284400" cy="365100"/>
            </a:xfrm>
            <a:prstGeom prst="roundRect">
              <a:avLst>
                <a:gd name="adj" fmla="val 6720"/>
              </a:avLst>
            </a:prstGeom>
            <a:solidFill>
              <a:srgbClr val="A4D1AB"/>
            </a:solidFill>
            <a:ln>
              <a:noFill/>
            </a:ln>
          </p:spPr>
          <p:txBody>
            <a:bodyPr spcFirstLastPara="1" wrap="square" lIns="89875" tIns="44925" rIns="89875" bIns="44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9"/>
                <a:buFont typeface="Arial"/>
                <a:buNone/>
              </a:pPr>
              <a:endParaRPr sz="176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g3f689329f10_3_161"/>
            <p:cNvSpPr txBox="1"/>
            <p:nvPr/>
          </p:nvSpPr>
          <p:spPr>
            <a:xfrm>
              <a:off x="3958275" y="3424256"/>
              <a:ext cx="366900" cy="1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925" rIns="0" bIns="449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591" b="1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Ranger</a:t>
              </a:r>
              <a:endParaRPr/>
            </a:p>
          </p:txBody>
        </p:sp>
        <p:pic>
          <p:nvPicPr>
            <p:cNvPr id="743" name="Google Shape;743;g3f689329f10_3_161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4054538" y="3291008"/>
              <a:ext cx="174375" cy="170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4" name="Google Shape;744;g3f689329f10_3_161"/>
          <p:cNvGrpSpPr/>
          <p:nvPr/>
        </p:nvGrpSpPr>
        <p:grpSpPr>
          <a:xfrm>
            <a:off x="6542651" y="3386550"/>
            <a:ext cx="257100" cy="467100"/>
            <a:chOff x="4819825" y="3462750"/>
            <a:chExt cx="257100" cy="467100"/>
          </a:xfrm>
        </p:grpSpPr>
        <p:sp>
          <p:nvSpPr>
            <p:cNvPr id="745" name="Google Shape;745;g3f689329f10_3_161"/>
            <p:cNvSpPr/>
            <p:nvPr/>
          </p:nvSpPr>
          <p:spPr>
            <a:xfrm>
              <a:off x="4819825" y="3462750"/>
              <a:ext cx="257100" cy="467100"/>
            </a:xfrm>
            <a:prstGeom prst="roundRect">
              <a:avLst>
                <a:gd name="adj" fmla="val 6720"/>
              </a:avLst>
            </a:prstGeom>
            <a:solidFill>
              <a:srgbClr val="A4D1AB"/>
            </a:solidFill>
            <a:ln>
              <a:noFill/>
            </a:ln>
          </p:spPr>
          <p:txBody>
            <a:bodyPr spcFirstLastPara="1" wrap="square" lIns="89875" tIns="44925" rIns="89875" bIns="44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9"/>
                <a:buFont typeface="Arial"/>
                <a:buNone/>
              </a:pPr>
              <a:endParaRPr sz="176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g3f689329f10_3_161"/>
            <p:cNvSpPr txBox="1"/>
            <p:nvPr/>
          </p:nvSpPr>
          <p:spPr>
            <a:xfrm>
              <a:off x="4829875" y="3743388"/>
              <a:ext cx="242100" cy="1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925" rIns="0" bIns="449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1"/>
                <a:buFont typeface="Arial"/>
                <a:buNone/>
              </a:pPr>
              <a:r>
                <a:rPr lang="ja-JP" sz="591" b="1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Knox</a:t>
              </a: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47" name="Google Shape;747;g3f689329f10_3_161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4861187" y="3540349"/>
              <a:ext cx="174375" cy="157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oogle Shape;652;g3f2362a22e1_0_0">
            <a:extLst>
              <a:ext uri="{FF2B5EF4-FFF2-40B4-BE49-F238E27FC236}">
                <a16:creationId xmlns:a16="http://schemas.microsoft.com/office/drawing/2014/main" id="{E79E9854-5E76-5485-7545-96E98058BF6D}"/>
              </a:ext>
            </a:extLst>
          </p:cNvPr>
          <p:cNvGrpSpPr/>
          <p:nvPr/>
        </p:nvGrpSpPr>
        <p:grpSpPr>
          <a:xfrm>
            <a:off x="6898282" y="5157334"/>
            <a:ext cx="1219500" cy="263863"/>
            <a:chOff x="6156623" y="4884160"/>
            <a:chExt cx="1219500" cy="274200"/>
          </a:xfrm>
        </p:grpSpPr>
        <p:sp>
          <p:nvSpPr>
            <p:cNvPr id="4" name="Google Shape;653;g3f2362a22e1_0_0">
              <a:extLst>
                <a:ext uri="{FF2B5EF4-FFF2-40B4-BE49-F238E27FC236}">
                  <a16:creationId xmlns:a16="http://schemas.microsoft.com/office/drawing/2014/main" id="{2901C6C3-FB11-1093-B586-EAFAF132C58E}"/>
                </a:ext>
              </a:extLst>
            </p:cNvPr>
            <p:cNvSpPr/>
            <p:nvPr/>
          </p:nvSpPr>
          <p:spPr>
            <a:xfrm>
              <a:off x="6156623" y="4884160"/>
              <a:ext cx="1219500" cy="2742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6FA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ja-JP" sz="1400" b="0" i="0" u="none" strike="noStrike" cap="none" noProof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" name="Google Shape;654;g3f2362a22e1_0_0">
              <a:extLst>
                <a:ext uri="{FF2B5EF4-FFF2-40B4-BE49-F238E27FC236}">
                  <a16:creationId xmlns:a16="http://schemas.microsoft.com/office/drawing/2014/main" id="{1568AD23-0307-EDE9-1B3B-8BDBFCD5394B}"/>
                </a:ext>
              </a:extLst>
            </p:cNvPr>
            <p:cNvGrpSpPr/>
            <p:nvPr/>
          </p:nvGrpSpPr>
          <p:grpSpPr>
            <a:xfrm>
              <a:off x="6220186" y="4906210"/>
              <a:ext cx="838446" cy="230100"/>
              <a:chOff x="6405609" y="2747823"/>
              <a:chExt cx="838446" cy="230100"/>
            </a:xfrm>
          </p:grpSpPr>
          <p:pic>
            <p:nvPicPr>
              <p:cNvPr id="7" name="Google Shape;655;g3f2362a22e1_0_0">
                <a:extLst>
                  <a:ext uri="{FF2B5EF4-FFF2-40B4-BE49-F238E27FC236}">
                    <a16:creationId xmlns:a16="http://schemas.microsoft.com/office/drawing/2014/main" id="{665F5708-CD36-4B38-8870-AEE99C699397}"/>
                  </a:ext>
                </a:extLst>
              </p:cNvPr>
              <p:cNvPicPr preferRelativeResize="0"/>
              <p:nvPr/>
            </p:nvPicPr>
            <p:blipFill rotWithShape="1">
              <a:blip r:embed="rId17">
                <a:alphaModFix/>
              </a:blip>
              <a:srcRect/>
              <a:stretch/>
            </p:blipFill>
            <p:spPr>
              <a:xfrm>
                <a:off x="6405609" y="2777261"/>
                <a:ext cx="171226" cy="1712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Google Shape;656;g3f2362a22e1_0_0">
                <a:extLst>
                  <a:ext uri="{FF2B5EF4-FFF2-40B4-BE49-F238E27FC236}">
                    <a16:creationId xmlns:a16="http://schemas.microsoft.com/office/drawing/2014/main" id="{CCE64E8C-76E7-4F1D-8B25-AA5958C8B054}"/>
                  </a:ext>
                </a:extLst>
              </p:cNvPr>
              <p:cNvSpPr/>
              <p:nvPr/>
            </p:nvSpPr>
            <p:spPr>
              <a:xfrm>
                <a:off x="6623055" y="2747823"/>
                <a:ext cx="621000" cy="23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36000" rIns="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ja-JP" sz="1000" b="0" i="0" u="none" strike="noStrike" cap="none" noProof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rg-</a:t>
                </a:r>
                <a:r>
                  <a:rPr lang="en-US" altLang="ja-JP" sz="1000"/>
                  <a:t>mobilico</a:t>
                </a:r>
                <a:endParaRPr lang="ja-JP" sz="1000" b="0" i="0" u="none" strike="noStrike" cap="none" noProof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" name="Google Shape;657;g3f2362a22e1_0_0" title="App1.png">
              <a:extLst>
                <a:ext uri="{FF2B5EF4-FFF2-40B4-BE49-F238E27FC236}">
                  <a16:creationId xmlns:a16="http://schemas.microsoft.com/office/drawing/2014/main" id="{B03E97BD-5D89-3E21-5376-4840087BADBF}"/>
                </a:ext>
              </a:extLst>
            </p:cNvPr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7159331" y="4959246"/>
              <a:ext cx="120352" cy="11942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" name="Google Shape;739;g3f689329f10_3_161">
            <a:extLst>
              <a:ext uri="{FF2B5EF4-FFF2-40B4-BE49-F238E27FC236}">
                <a16:creationId xmlns:a16="http://schemas.microsoft.com/office/drawing/2014/main" id="{0CF75E97-E865-24B6-CA4C-23C1084B53F9}"/>
              </a:ext>
            </a:extLst>
          </p:cNvPr>
          <p:cNvCxnSpPr>
            <a:cxnSpLocks/>
            <a:stCxn id="4" idx="1"/>
            <a:endCxn id="15" idx="3"/>
          </p:cNvCxnSpPr>
          <p:nvPr/>
        </p:nvCxnSpPr>
        <p:spPr>
          <a:xfrm rot="10800000">
            <a:off x="6380568" y="4427938"/>
            <a:ext cx="517715" cy="861329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DF322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696;g3f689329f10_3_161">
            <a:extLst>
              <a:ext uri="{FF2B5EF4-FFF2-40B4-BE49-F238E27FC236}">
                <a16:creationId xmlns:a16="http://schemas.microsoft.com/office/drawing/2014/main" id="{10BD1407-BE3F-2396-6DB0-5B03A30F0ACC}"/>
              </a:ext>
            </a:extLst>
          </p:cNvPr>
          <p:cNvSpPr/>
          <p:nvPr/>
        </p:nvSpPr>
        <p:spPr>
          <a:xfrm>
            <a:off x="5769167" y="4262981"/>
            <a:ext cx="611400" cy="329911"/>
          </a:xfrm>
          <a:prstGeom prst="roundRect">
            <a:avLst>
              <a:gd name="adj" fmla="val 12607"/>
            </a:avLst>
          </a:prstGeom>
          <a:solidFill>
            <a:srgbClr val="FFFFFF"/>
          </a:solidFill>
          <a:ln w="9525" cap="flat" cmpd="sng">
            <a:solidFill>
              <a:srgbClr val="C2D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3"/>
              <a:buFont typeface="Arial"/>
              <a:buNone/>
            </a:pPr>
            <a:endParaRPr sz="131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698;g3f689329f10_3_161" title="nifi.png">
            <a:extLst>
              <a:ext uri="{FF2B5EF4-FFF2-40B4-BE49-F238E27FC236}">
                <a16:creationId xmlns:a16="http://schemas.microsoft.com/office/drawing/2014/main" id="{8CBE45A7-B00F-2904-B8E2-29D09A03D68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31894" y="4350867"/>
            <a:ext cx="316450" cy="1317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739;g3f689329f10_3_161">
            <a:extLst>
              <a:ext uri="{FF2B5EF4-FFF2-40B4-BE49-F238E27FC236}">
                <a16:creationId xmlns:a16="http://schemas.microsoft.com/office/drawing/2014/main" id="{E6870981-050E-3DEB-8766-3696B46DD767}"/>
              </a:ext>
            </a:extLst>
          </p:cNvPr>
          <p:cNvCxnSpPr>
            <a:cxnSpLocks/>
            <a:stCxn id="15" idx="1"/>
            <a:endCxn id="702" idx="3"/>
          </p:cNvCxnSpPr>
          <p:nvPr/>
        </p:nvCxnSpPr>
        <p:spPr>
          <a:xfrm rot="10800000">
            <a:off x="5386465" y="3863763"/>
            <a:ext cx="382703" cy="564174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DF322D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f689329f10_3_0"/>
          <p:cNvSpPr/>
          <p:nvPr/>
        </p:nvSpPr>
        <p:spPr>
          <a:xfrm>
            <a:off x="3186950" y="1117525"/>
            <a:ext cx="5974200" cy="4803300"/>
          </a:xfrm>
          <a:prstGeom prst="rect">
            <a:avLst/>
          </a:prstGeom>
          <a:solidFill>
            <a:srgbClr val="DAEEF3"/>
          </a:solidFill>
          <a:ln w="9525" cap="flat" cmpd="sng">
            <a:solidFill>
              <a:srgbClr val="A4C2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875" tIns="44925" rIns="89875" bIns="44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9"/>
              <a:buFont typeface="Arial"/>
              <a:buNone/>
            </a:pPr>
            <a:endParaRPr sz="176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g3f689329f10_3_0"/>
          <p:cNvSpPr/>
          <p:nvPr/>
        </p:nvSpPr>
        <p:spPr>
          <a:xfrm>
            <a:off x="3387000" y="1545850"/>
            <a:ext cx="3474600" cy="4117500"/>
          </a:xfrm>
          <a:prstGeom prst="roundRect">
            <a:avLst>
              <a:gd name="adj" fmla="val 142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3"/>
              <a:buFont typeface="Arial"/>
              <a:buNone/>
            </a:pPr>
            <a:endParaRPr sz="131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g3f689329f10_3_0"/>
          <p:cNvSpPr/>
          <p:nvPr/>
        </p:nvSpPr>
        <p:spPr>
          <a:xfrm>
            <a:off x="3668233" y="1660025"/>
            <a:ext cx="16779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000" b="1">
                <a:solidFill>
                  <a:schemeClr val="dk1"/>
                </a:solidFill>
              </a:rPr>
              <a:t>データ活用基盤</a:t>
            </a:r>
            <a:endParaRPr sz="550" b="1"/>
          </a:p>
        </p:txBody>
      </p:sp>
      <p:sp>
        <p:nvSpPr>
          <p:cNvPr id="758" name="Google Shape;758;g3f689329f10_3_0"/>
          <p:cNvSpPr txBox="1"/>
          <p:nvPr/>
        </p:nvSpPr>
        <p:spPr>
          <a:xfrm>
            <a:off x="617225" y="382200"/>
            <a:ext cx="338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800" b="1">
                <a:solidFill>
                  <a:schemeClr val="dk1"/>
                </a:solidFill>
              </a:rPr>
              <a:t>恒久対応（27年2月）</a:t>
            </a:r>
            <a:endParaRPr sz="1800" b="1">
              <a:solidFill>
                <a:schemeClr val="dk1"/>
              </a:solidFill>
            </a:endParaRPr>
          </a:p>
        </p:txBody>
      </p:sp>
      <p:grpSp>
        <p:nvGrpSpPr>
          <p:cNvPr id="759" name="Google Shape;759;g3f689329f10_3_0"/>
          <p:cNvGrpSpPr/>
          <p:nvPr/>
        </p:nvGrpSpPr>
        <p:grpSpPr>
          <a:xfrm>
            <a:off x="3409890" y="1220525"/>
            <a:ext cx="1677982" cy="263400"/>
            <a:chOff x="1704469" y="829379"/>
            <a:chExt cx="1677982" cy="263400"/>
          </a:xfrm>
        </p:grpSpPr>
        <p:sp>
          <p:nvSpPr>
            <p:cNvPr id="760" name="Google Shape;760;g3f689329f10_3_0"/>
            <p:cNvSpPr txBox="1"/>
            <p:nvPr/>
          </p:nvSpPr>
          <p:spPr>
            <a:xfrm>
              <a:off x="1887251" y="829379"/>
              <a:ext cx="1495200" cy="26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25" tIns="46000" rIns="92025" bIns="46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7"/>
                <a:buFont typeface="Arial"/>
                <a:buNone/>
              </a:pPr>
              <a:r>
                <a:rPr lang="ja-JP" sz="1107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Azureテナント</a:t>
              </a:r>
              <a:endParaRPr/>
            </a:p>
          </p:txBody>
        </p:sp>
        <p:pic>
          <p:nvPicPr>
            <p:cNvPr id="761" name="Google Shape;761;g3f689329f10_3_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04469" y="837850"/>
              <a:ext cx="217370" cy="2173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2" name="Google Shape;762;g3f689329f10_3_0"/>
          <p:cNvSpPr/>
          <p:nvPr/>
        </p:nvSpPr>
        <p:spPr>
          <a:xfrm>
            <a:off x="10267750" y="1117525"/>
            <a:ext cx="1321800" cy="4803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89875" tIns="44925" rIns="89875" bIns="44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6"/>
              <a:buFont typeface="Arial"/>
              <a:buNone/>
            </a:pPr>
            <a:endParaRPr sz="786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g3f689329f10_3_0"/>
          <p:cNvSpPr txBox="1"/>
          <p:nvPr/>
        </p:nvSpPr>
        <p:spPr>
          <a:xfrm>
            <a:off x="10363274" y="1217901"/>
            <a:ext cx="14418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lang="ja-JP" sz="1134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データ活用</a:t>
            </a:r>
            <a:endParaRPr sz="1600"/>
          </a:p>
        </p:txBody>
      </p:sp>
      <p:sp>
        <p:nvSpPr>
          <p:cNvPr id="764" name="Google Shape;764;g3f689329f10_3_0"/>
          <p:cNvSpPr/>
          <p:nvPr/>
        </p:nvSpPr>
        <p:spPr>
          <a:xfrm>
            <a:off x="10355350" y="2736725"/>
            <a:ext cx="1145700" cy="1146600"/>
          </a:xfrm>
          <a:prstGeom prst="roundRect">
            <a:avLst>
              <a:gd name="adj" fmla="val 460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2025" tIns="46000" rIns="92025" bIns="4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None/>
            </a:pPr>
            <a:endParaRPr sz="181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g3f689329f10_3_0"/>
          <p:cNvSpPr txBox="1"/>
          <p:nvPr/>
        </p:nvSpPr>
        <p:spPr>
          <a:xfrm>
            <a:off x="10419350" y="2795625"/>
            <a:ext cx="10470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25" tIns="46000" rIns="92025" bIns="4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7"/>
              <a:buFont typeface="Arial"/>
              <a:buNone/>
            </a:pPr>
            <a:r>
              <a:rPr lang="ja-JP" sz="90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外部サービス</a:t>
            </a:r>
            <a:endParaRPr sz="1600"/>
          </a:p>
        </p:txBody>
      </p:sp>
      <p:sp>
        <p:nvSpPr>
          <p:cNvPr id="766" name="Google Shape;766;g3f689329f10_3_0"/>
          <p:cNvSpPr/>
          <p:nvPr/>
        </p:nvSpPr>
        <p:spPr>
          <a:xfrm>
            <a:off x="10444000" y="3089400"/>
            <a:ext cx="969900" cy="5718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88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25" tIns="46000" rIns="92025" bIns="4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10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モビリコ</a:t>
            </a:r>
            <a:br>
              <a:rPr lang="ja-JP" sz="10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/>
          </a:p>
        </p:txBody>
      </p:sp>
      <p:sp>
        <p:nvSpPr>
          <p:cNvPr id="767" name="Google Shape;767;g3f689329f10_3_0"/>
          <p:cNvSpPr txBox="1"/>
          <p:nvPr/>
        </p:nvSpPr>
        <p:spPr>
          <a:xfrm>
            <a:off x="10585374" y="3472900"/>
            <a:ext cx="745200" cy="263400"/>
          </a:xfrm>
          <a:prstGeom prst="rect">
            <a:avLst/>
          </a:prstGeom>
          <a:solidFill>
            <a:srgbClr val="EDDD62">
              <a:alpha val="60000"/>
            </a:srgbClr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Arial"/>
              <a:buNone/>
            </a:pPr>
            <a:r>
              <a:rPr lang="ja-JP" sz="885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API Key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3f689329f10_3_0"/>
          <p:cNvSpPr/>
          <p:nvPr/>
        </p:nvSpPr>
        <p:spPr>
          <a:xfrm rot="5400000">
            <a:off x="7473225" y="3338872"/>
            <a:ext cx="4803300" cy="393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89875" tIns="44925" rIns="89875" bIns="44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9"/>
              <a:buFont typeface="Arial"/>
              <a:buNone/>
            </a:pPr>
            <a:endParaRPr sz="176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g3f689329f10_3_0"/>
          <p:cNvSpPr txBox="1"/>
          <p:nvPr/>
        </p:nvSpPr>
        <p:spPr>
          <a:xfrm rot="5400000">
            <a:off x="9355258" y="1639196"/>
            <a:ext cx="1019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3"/>
              <a:buFont typeface="Arial"/>
              <a:buNone/>
            </a:pPr>
            <a:r>
              <a:rPr lang="ja-JP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TOYOTA 認証基盤</a:t>
            </a:r>
            <a:endParaRPr/>
          </a:p>
        </p:txBody>
      </p:sp>
      <p:grpSp>
        <p:nvGrpSpPr>
          <p:cNvPr id="770" name="Google Shape;770;g3f689329f10_3_0"/>
          <p:cNvGrpSpPr/>
          <p:nvPr/>
        </p:nvGrpSpPr>
        <p:grpSpPr>
          <a:xfrm>
            <a:off x="9743800" y="2227422"/>
            <a:ext cx="242100" cy="1390500"/>
            <a:chOff x="9197000" y="1862150"/>
            <a:chExt cx="242100" cy="1390500"/>
          </a:xfrm>
        </p:grpSpPr>
        <p:sp>
          <p:nvSpPr>
            <p:cNvPr id="771" name="Google Shape;771;g3f689329f10_3_0"/>
            <p:cNvSpPr/>
            <p:nvPr/>
          </p:nvSpPr>
          <p:spPr>
            <a:xfrm rot="5400000">
              <a:off x="8622800" y="2436350"/>
              <a:ext cx="1390500" cy="242100"/>
            </a:xfrm>
            <a:prstGeom prst="roundRect">
              <a:avLst>
                <a:gd name="adj" fmla="val 9249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89875" tIns="44925" rIns="89875" bIns="44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9"/>
                <a:buFont typeface="Arial"/>
                <a:buNone/>
              </a:pPr>
              <a:endParaRPr sz="176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g3f689329f10_3_0"/>
            <p:cNvSpPr txBox="1"/>
            <p:nvPr/>
          </p:nvSpPr>
          <p:spPr>
            <a:xfrm rot="5400000">
              <a:off x="8890108" y="2549500"/>
              <a:ext cx="855900" cy="2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875" tIns="44925" rIns="89875" bIns="44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"/>
                <a:buFont typeface="Arial"/>
                <a:buNone/>
              </a:pPr>
              <a:r>
                <a:rPr lang="ja-JP" sz="885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ATSC / GAC</a:t>
              </a:r>
              <a:endParaRPr/>
            </a:p>
          </p:txBody>
        </p:sp>
        <p:pic>
          <p:nvPicPr>
            <p:cNvPr id="773" name="Google Shape;773;g3f689329f10_3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261202" y="1951209"/>
              <a:ext cx="133306" cy="1364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4" name="Google Shape;774;g3f689329f10_3_0"/>
          <p:cNvGrpSpPr/>
          <p:nvPr/>
        </p:nvGrpSpPr>
        <p:grpSpPr>
          <a:xfrm>
            <a:off x="9743808" y="3779707"/>
            <a:ext cx="242100" cy="951600"/>
            <a:chOff x="9197008" y="3450835"/>
            <a:chExt cx="242100" cy="951600"/>
          </a:xfrm>
        </p:grpSpPr>
        <p:grpSp>
          <p:nvGrpSpPr>
            <p:cNvPr id="775" name="Google Shape;775;g3f689329f10_3_0"/>
            <p:cNvGrpSpPr/>
            <p:nvPr/>
          </p:nvGrpSpPr>
          <p:grpSpPr>
            <a:xfrm>
              <a:off x="9197008" y="3450835"/>
              <a:ext cx="242100" cy="951600"/>
              <a:chOff x="9214425" y="3408173"/>
              <a:chExt cx="242100" cy="951600"/>
            </a:xfrm>
          </p:grpSpPr>
          <p:sp>
            <p:nvSpPr>
              <p:cNvPr id="776" name="Google Shape;776;g3f689329f10_3_0"/>
              <p:cNvSpPr/>
              <p:nvPr/>
            </p:nvSpPr>
            <p:spPr>
              <a:xfrm rot="5400000">
                <a:off x="8859675" y="3762923"/>
                <a:ext cx="951600" cy="242100"/>
              </a:xfrm>
              <a:prstGeom prst="roundRect">
                <a:avLst>
                  <a:gd name="adj" fmla="val 9249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89875" tIns="44925" rIns="89875" bIns="44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69"/>
                  <a:buFont typeface="Arial"/>
                  <a:buNone/>
                </a:pPr>
                <a:endParaRPr sz="1769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g3f689329f10_3_0"/>
              <p:cNvSpPr txBox="1"/>
              <p:nvPr/>
            </p:nvSpPr>
            <p:spPr>
              <a:xfrm rot="5400000">
                <a:off x="9017017" y="3917987"/>
                <a:ext cx="652500" cy="21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9875" tIns="44925" rIns="89875" bIns="449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ja-JP" sz="785" b="1" i="0" u="none" strike="noStrike" cap="none">
                    <a:solidFill>
                      <a:srgbClr val="0C0C0C"/>
                    </a:solidFill>
                    <a:latin typeface="Arial"/>
                    <a:ea typeface="Arial"/>
                    <a:cs typeface="Arial"/>
                    <a:sym typeface="Arial"/>
                  </a:rPr>
                  <a:t>Entra ID</a:t>
                </a:r>
                <a:endParaRPr sz="885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78" name="Google Shape;778;g3f689329f10_3_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209088" y="3552771"/>
              <a:ext cx="217375" cy="217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9" name="Google Shape;779;g3f689329f10_3_0"/>
          <p:cNvGrpSpPr/>
          <p:nvPr/>
        </p:nvGrpSpPr>
        <p:grpSpPr>
          <a:xfrm>
            <a:off x="9743808" y="4850395"/>
            <a:ext cx="242100" cy="951600"/>
            <a:chOff x="9214425" y="3408173"/>
            <a:chExt cx="242100" cy="951600"/>
          </a:xfrm>
        </p:grpSpPr>
        <p:sp>
          <p:nvSpPr>
            <p:cNvPr id="780" name="Google Shape;780;g3f689329f10_3_0"/>
            <p:cNvSpPr/>
            <p:nvPr/>
          </p:nvSpPr>
          <p:spPr>
            <a:xfrm rot="5400000">
              <a:off x="8859675" y="3762923"/>
              <a:ext cx="951600" cy="242100"/>
            </a:xfrm>
            <a:prstGeom prst="roundRect">
              <a:avLst>
                <a:gd name="adj" fmla="val 9249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89875" tIns="44925" rIns="89875" bIns="44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9"/>
                <a:buFont typeface="Arial"/>
                <a:buNone/>
              </a:pPr>
              <a:endParaRPr sz="176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g3f689329f10_3_0"/>
            <p:cNvSpPr txBox="1"/>
            <p:nvPr/>
          </p:nvSpPr>
          <p:spPr>
            <a:xfrm rot="5400000">
              <a:off x="8964525" y="3865425"/>
              <a:ext cx="741900" cy="2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875" tIns="44925" rIns="89875" bIns="44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885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Key Vault</a:t>
              </a:r>
              <a:endParaRPr sz="985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82" name="Google Shape;782;g3f689329f10_3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31413" y="2625851"/>
            <a:ext cx="208625" cy="2122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3" name="Google Shape;783;g3f689329f10_3_0"/>
          <p:cNvGrpSpPr/>
          <p:nvPr/>
        </p:nvGrpSpPr>
        <p:grpSpPr>
          <a:xfrm>
            <a:off x="3668226" y="1892513"/>
            <a:ext cx="2830399" cy="3510327"/>
            <a:chOff x="2271975" y="2085550"/>
            <a:chExt cx="2830399" cy="3510327"/>
          </a:xfrm>
        </p:grpSpPr>
        <p:sp>
          <p:nvSpPr>
            <p:cNvPr id="784" name="Google Shape;784;g3f689329f10_3_0"/>
            <p:cNvSpPr/>
            <p:nvPr/>
          </p:nvSpPr>
          <p:spPr>
            <a:xfrm>
              <a:off x="2276050" y="2100277"/>
              <a:ext cx="819000" cy="3495600"/>
            </a:xfrm>
            <a:prstGeom prst="rect">
              <a:avLst/>
            </a:prstGeom>
            <a:solidFill>
              <a:srgbClr val="EAF1DD"/>
            </a:solidFill>
            <a:ln w="19050" cap="flat" cmpd="sng">
              <a:solidFill>
                <a:srgbClr val="B6D7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g3f689329f10_3_0"/>
            <p:cNvSpPr txBox="1"/>
            <p:nvPr/>
          </p:nvSpPr>
          <p:spPr>
            <a:xfrm>
              <a:off x="2271975" y="2109632"/>
              <a:ext cx="819000" cy="4431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85700" tIns="42850" rIns="85700" bIns="428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ja-JP" sz="900" b="1">
                  <a:solidFill>
                    <a:schemeClr val="dk1"/>
                  </a:solidFill>
                </a:rPr>
                <a:t>データ</a:t>
              </a:r>
              <a:br>
                <a:rPr lang="ja-JP" sz="900" b="1">
                  <a:solidFill>
                    <a:schemeClr val="dk1"/>
                  </a:solidFill>
                </a:rPr>
              </a:br>
              <a:r>
                <a:rPr lang="ja-JP" sz="900" b="1">
                  <a:solidFill>
                    <a:schemeClr val="dk1"/>
                  </a:solidFill>
                </a:rPr>
                <a:t>連携</a:t>
              </a:r>
              <a:endParaRPr sz="100" b="1">
                <a:solidFill>
                  <a:srgbClr val="FFFFFF"/>
                </a:solidFill>
              </a:endParaRPr>
            </a:p>
          </p:txBody>
        </p:sp>
        <p:sp>
          <p:nvSpPr>
            <p:cNvPr id="786" name="Google Shape;786;g3f689329f10_3_0"/>
            <p:cNvSpPr/>
            <p:nvPr/>
          </p:nvSpPr>
          <p:spPr>
            <a:xfrm>
              <a:off x="3279649" y="2085890"/>
              <a:ext cx="822900" cy="3495600"/>
            </a:xfrm>
            <a:prstGeom prst="rect">
              <a:avLst/>
            </a:prstGeom>
            <a:solidFill>
              <a:srgbClr val="E4EEFF"/>
            </a:solidFill>
            <a:ln w="19050" cap="flat" cmpd="sng">
              <a:solidFill>
                <a:srgbClr val="B7C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3f689329f10_3_0"/>
            <p:cNvSpPr txBox="1"/>
            <p:nvPr/>
          </p:nvSpPr>
          <p:spPr>
            <a:xfrm>
              <a:off x="3286400" y="2085550"/>
              <a:ext cx="809400" cy="467100"/>
            </a:xfrm>
            <a:prstGeom prst="rect">
              <a:avLst/>
            </a:prstGeom>
            <a:solidFill>
              <a:srgbClr val="6D9E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ja-JP" sz="900" b="1">
                  <a:solidFill>
                    <a:schemeClr val="dk1"/>
                  </a:solidFill>
                </a:rPr>
                <a:t>データ</a:t>
              </a:r>
              <a:endParaRPr sz="900" b="1">
                <a:solidFill>
                  <a:schemeClr val="dk1"/>
                </a:solidFill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ja-JP" sz="900" b="1">
                  <a:solidFill>
                    <a:schemeClr val="dk1"/>
                  </a:solidFill>
                </a:rPr>
                <a:t>Lake</a:t>
              </a:r>
              <a:endParaRPr sz="900" b="1">
                <a:solidFill>
                  <a:srgbClr val="FFFFFF"/>
                </a:solidFill>
              </a:endParaRPr>
            </a:p>
          </p:txBody>
        </p:sp>
        <p:sp>
          <p:nvSpPr>
            <p:cNvPr id="788" name="Google Shape;788;g3f689329f10_3_0"/>
            <p:cNvSpPr/>
            <p:nvPr/>
          </p:nvSpPr>
          <p:spPr>
            <a:xfrm>
              <a:off x="4273975" y="2085725"/>
              <a:ext cx="822900" cy="3495600"/>
            </a:xfrm>
            <a:prstGeom prst="rect">
              <a:avLst/>
            </a:prstGeom>
            <a:solidFill>
              <a:srgbClr val="FCF4DB"/>
            </a:solidFill>
            <a:ln w="19050" cap="flat" cmpd="sng">
              <a:solidFill>
                <a:srgbClr val="FFD9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g3f689329f10_3_0"/>
            <p:cNvSpPr txBox="1"/>
            <p:nvPr/>
          </p:nvSpPr>
          <p:spPr>
            <a:xfrm>
              <a:off x="4280885" y="2098296"/>
              <a:ext cx="809100" cy="443100"/>
            </a:xfrm>
            <a:prstGeom prst="rect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85700" tIns="42850" rIns="85700" bIns="428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ja-JP" sz="900" b="1">
                  <a:solidFill>
                    <a:schemeClr val="dk1"/>
                  </a:solidFill>
                </a:rPr>
                <a:t>データwarehouse</a:t>
              </a:r>
              <a:endParaRPr sz="900" b="1">
                <a:solidFill>
                  <a:schemeClr val="dk1"/>
                </a:solidFill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endParaRPr sz="100" b="1">
                <a:solidFill>
                  <a:srgbClr val="FFFFFF"/>
                </a:solidFill>
              </a:endParaRPr>
            </a:p>
          </p:txBody>
        </p:sp>
        <p:sp>
          <p:nvSpPr>
            <p:cNvPr id="790" name="Google Shape;790;g3f689329f10_3_0"/>
            <p:cNvSpPr/>
            <p:nvPr/>
          </p:nvSpPr>
          <p:spPr>
            <a:xfrm>
              <a:off x="2384175" y="2919675"/>
              <a:ext cx="611400" cy="5568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9525" cap="flat" cmpd="sng">
              <a:solidFill>
                <a:srgbClr val="C2D5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1" name="Google Shape;791;g3f689329f10_3_0"/>
            <p:cNvGrpSpPr/>
            <p:nvPr/>
          </p:nvGrpSpPr>
          <p:grpSpPr>
            <a:xfrm>
              <a:off x="2479391" y="3017073"/>
              <a:ext cx="420968" cy="123551"/>
              <a:chOff x="2512052" y="2864673"/>
              <a:chExt cx="420968" cy="123551"/>
            </a:xfrm>
          </p:grpSpPr>
          <p:pic>
            <p:nvPicPr>
              <p:cNvPr id="792" name="Google Shape;792;g3f689329f10_3_0" title="kafka.png"/>
              <p:cNvPicPr preferRelativeResize="0"/>
              <p:nvPr/>
            </p:nvPicPr>
            <p:blipFill rotWithShape="1">
              <a:blip r:embed="rId7">
                <a:alphaModFix/>
              </a:blip>
              <a:srcRect r="63665"/>
              <a:stretch/>
            </p:blipFill>
            <p:spPr>
              <a:xfrm>
                <a:off x="2512052" y="2864673"/>
                <a:ext cx="116599" cy="1235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3" name="Google Shape;793;g3f689329f10_3_0"/>
              <p:cNvSpPr txBox="1"/>
              <p:nvPr/>
            </p:nvSpPr>
            <p:spPr>
              <a:xfrm>
                <a:off x="2648620" y="2869600"/>
                <a:ext cx="2844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8"/>
                  <a:buFont typeface="Arial"/>
                  <a:buNone/>
                </a:pPr>
                <a:r>
                  <a:rPr lang="ja-JP" sz="738" b="1" i="0" u="none" strike="noStrike" cap="non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Kafka</a:t>
                </a:r>
                <a:endParaRPr/>
              </a:p>
            </p:txBody>
          </p:sp>
        </p:grpSp>
        <p:sp>
          <p:nvSpPr>
            <p:cNvPr id="794" name="Google Shape;794;g3f689329f10_3_0"/>
            <p:cNvSpPr/>
            <p:nvPr/>
          </p:nvSpPr>
          <p:spPr>
            <a:xfrm>
              <a:off x="2602688" y="3208030"/>
              <a:ext cx="174375" cy="134375"/>
            </a:xfrm>
            <a:prstGeom prst="flowChartMagneticDisk">
              <a:avLst/>
            </a:prstGeom>
            <a:solidFill>
              <a:srgbClr val="FFFFFF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g3f689329f10_3_0"/>
            <p:cNvSpPr/>
            <p:nvPr/>
          </p:nvSpPr>
          <p:spPr>
            <a:xfrm>
              <a:off x="2384175" y="3778400"/>
              <a:ext cx="611400" cy="5568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9525" cap="flat" cmpd="sng">
              <a:solidFill>
                <a:srgbClr val="C2D5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g3f689329f10_3_0"/>
            <p:cNvSpPr/>
            <p:nvPr/>
          </p:nvSpPr>
          <p:spPr>
            <a:xfrm>
              <a:off x="2602688" y="4066755"/>
              <a:ext cx="174375" cy="134375"/>
            </a:xfrm>
            <a:prstGeom prst="flowChartMagneticDisk">
              <a:avLst/>
            </a:prstGeom>
            <a:solidFill>
              <a:srgbClr val="FFFFFF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7" name="Google Shape;797;g3f689329f10_3_0" title="nifi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546902" y="3866286"/>
              <a:ext cx="316450" cy="1317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98" name="Google Shape;798;g3f689329f10_3_0"/>
            <p:cNvGrpSpPr/>
            <p:nvPr/>
          </p:nvGrpSpPr>
          <p:grpSpPr>
            <a:xfrm>
              <a:off x="2700619" y="4189866"/>
              <a:ext cx="407618" cy="279903"/>
              <a:chOff x="3794467" y="4726015"/>
              <a:chExt cx="434700" cy="298500"/>
            </a:xfrm>
          </p:grpSpPr>
          <p:sp>
            <p:nvSpPr>
              <p:cNvPr id="799" name="Google Shape;799;g3f689329f10_3_0"/>
              <p:cNvSpPr/>
              <p:nvPr/>
            </p:nvSpPr>
            <p:spPr>
              <a:xfrm>
                <a:off x="3862567" y="4726015"/>
                <a:ext cx="298500" cy="298500"/>
              </a:xfrm>
              <a:prstGeom prst="ellipse">
                <a:avLst/>
              </a:prstGeom>
              <a:solidFill>
                <a:srgbClr val="6D9EEB"/>
              </a:solidFill>
              <a:ln>
                <a:noFill/>
              </a:ln>
            </p:spPr>
            <p:txBody>
              <a:bodyPr spcFirstLastPara="1" wrap="square" lIns="103225" tIns="51600" rIns="103225" bIns="51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32"/>
                  <a:buFont typeface="Arial"/>
                  <a:buNone/>
                </a:pPr>
                <a:endParaRPr sz="2032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g3f689329f10_3_0"/>
              <p:cNvSpPr txBox="1"/>
              <p:nvPr/>
            </p:nvSpPr>
            <p:spPr>
              <a:xfrm>
                <a:off x="3794467" y="4745515"/>
                <a:ext cx="434700" cy="25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03225" tIns="51600" rIns="103225" bIns="516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52"/>
                  <a:buFont typeface="Arial"/>
                  <a:buNone/>
                </a:pPr>
                <a:r>
                  <a:rPr lang="ja-JP" sz="452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Auto</a:t>
                </a:r>
                <a:endParaRPr sz="15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52"/>
                  <a:buFont typeface="Arial"/>
                  <a:buNone/>
                </a:pPr>
                <a:r>
                  <a:rPr lang="ja-JP" sz="452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Scaling</a:t>
                </a:r>
                <a:endParaRPr/>
              </a:p>
            </p:txBody>
          </p:sp>
        </p:grpSp>
        <p:sp>
          <p:nvSpPr>
            <p:cNvPr id="801" name="Google Shape;801;g3f689329f10_3_0"/>
            <p:cNvSpPr/>
            <p:nvPr/>
          </p:nvSpPr>
          <p:spPr>
            <a:xfrm>
              <a:off x="3378813" y="3778400"/>
              <a:ext cx="611400" cy="5568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9525" cap="flat" cmpd="sng">
              <a:solidFill>
                <a:srgbClr val="B7C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g3f689329f10_3_0"/>
            <p:cNvSpPr/>
            <p:nvPr/>
          </p:nvSpPr>
          <p:spPr>
            <a:xfrm>
              <a:off x="3597325" y="4066755"/>
              <a:ext cx="174375" cy="134375"/>
            </a:xfrm>
            <a:prstGeom prst="flowChartMagneticDisk">
              <a:avLst/>
            </a:prstGeom>
            <a:solidFill>
              <a:srgbClr val="FFFFFF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3" name="Google Shape;803;g3f689329f10_3_0"/>
            <p:cNvGrpSpPr/>
            <p:nvPr/>
          </p:nvGrpSpPr>
          <p:grpSpPr>
            <a:xfrm>
              <a:off x="3468004" y="3843499"/>
              <a:ext cx="562241" cy="159977"/>
              <a:chOff x="3513724" y="3691099"/>
              <a:chExt cx="562241" cy="159977"/>
            </a:xfrm>
          </p:grpSpPr>
          <p:sp>
            <p:nvSpPr>
              <p:cNvPr id="804" name="Google Shape;804;g3f689329f10_3_0"/>
              <p:cNvSpPr txBox="1"/>
              <p:nvPr/>
            </p:nvSpPr>
            <p:spPr>
              <a:xfrm>
                <a:off x="3711465" y="3711440"/>
                <a:ext cx="3645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8"/>
                  <a:buFont typeface="Arial"/>
                  <a:buNone/>
                </a:pPr>
                <a:r>
                  <a:rPr lang="ja-JP" sz="738" b="1" i="0" u="none" strike="noStrike" cap="non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Kudu</a:t>
                </a:r>
                <a:endParaRPr/>
              </a:p>
            </p:txBody>
          </p:sp>
          <p:pic>
            <p:nvPicPr>
              <p:cNvPr id="805" name="Google Shape;805;g3f689329f10_3_0" title="kudu.png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3513724" y="3691099"/>
                <a:ext cx="242100" cy="15997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06" name="Google Shape;806;g3f689329f10_3_0"/>
            <p:cNvSpPr/>
            <p:nvPr/>
          </p:nvSpPr>
          <p:spPr>
            <a:xfrm>
              <a:off x="4379075" y="2919675"/>
              <a:ext cx="611400" cy="3651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9525" cap="flat" cmpd="sng">
              <a:solidFill>
                <a:srgbClr val="FAE0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7" name="Google Shape;807;g3f689329f10_3_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20279" y="3012484"/>
              <a:ext cx="329000" cy="1681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8" name="Google Shape;808;g3f689329f10_3_0"/>
            <p:cNvSpPr/>
            <p:nvPr/>
          </p:nvSpPr>
          <p:spPr>
            <a:xfrm>
              <a:off x="4371325" y="3453400"/>
              <a:ext cx="611400" cy="5568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9525" cap="flat" cmpd="sng">
              <a:solidFill>
                <a:srgbClr val="FAE0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700" tIns="85700" rIns="85700" bIns="8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3"/>
                <a:buFont typeface="Arial"/>
                <a:buNone/>
              </a:pPr>
              <a:endParaRPr sz="13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g3f689329f10_3_0"/>
            <p:cNvSpPr txBox="1"/>
            <p:nvPr/>
          </p:nvSpPr>
          <p:spPr>
            <a:xfrm>
              <a:off x="4494775" y="3513320"/>
              <a:ext cx="364500" cy="11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738" b="1" i="0" u="none" strike="noStrike" cap="non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Impala</a:t>
              </a:r>
              <a:endParaRPr/>
            </a:p>
          </p:txBody>
        </p:sp>
        <p:pic>
          <p:nvPicPr>
            <p:cNvPr id="810" name="Google Shape;810;g3f689329f10_3_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614624" y="3649507"/>
              <a:ext cx="124802" cy="29843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11" name="Google Shape;811;g3f689329f10_3_0"/>
            <p:cNvGrpSpPr/>
            <p:nvPr/>
          </p:nvGrpSpPr>
          <p:grpSpPr>
            <a:xfrm>
              <a:off x="4371325" y="4416800"/>
              <a:ext cx="611400" cy="556800"/>
              <a:chOff x="4371325" y="4026425"/>
              <a:chExt cx="611400" cy="556800"/>
            </a:xfrm>
          </p:grpSpPr>
          <p:sp>
            <p:nvSpPr>
              <p:cNvPr id="812" name="Google Shape;812;g3f689329f10_3_0"/>
              <p:cNvSpPr/>
              <p:nvPr/>
            </p:nvSpPr>
            <p:spPr>
              <a:xfrm>
                <a:off x="4371325" y="4026425"/>
                <a:ext cx="611400" cy="556800"/>
              </a:xfrm>
              <a:prstGeom prst="roundRect">
                <a:avLst>
                  <a:gd name="adj" fmla="val 12607"/>
                </a:avLst>
              </a:prstGeom>
              <a:solidFill>
                <a:srgbClr val="FFFFFF"/>
              </a:solidFill>
              <a:ln w="9525" cap="flat" cmpd="sng">
                <a:solidFill>
                  <a:srgbClr val="FAE03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5700" tIns="85700" rIns="85700" bIns="8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3"/>
                  <a:buFont typeface="Arial"/>
                  <a:buNone/>
                </a:pPr>
                <a:endParaRPr sz="131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g3f689329f10_3_0"/>
              <p:cNvSpPr txBox="1"/>
              <p:nvPr/>
            </p:nvSpPr>
            <p:spPr>
              <a:xfrm>
                <a:off x="4494775" y="4086345"/>
                <a:ext cx="3645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ja-JP" sz="738" b="1" i="0" u="none" strike="noStrike" cap="non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CLO</a:t>
                </a:r>
                <a:endParaRPr/>
              </a:p>
            </p:txBody>
          </p:sp>
          <p:pic>
            <p:nvPicPr>
              <p:cNvPr id="814" name="Google Shape;814;g3f689329f10_3_0"/>
              <p:cNvPicPr preferRelativeResize="0"/>
              <p:nvPr/>
            </p:nvPicPr>
            <p:blipFill rotWithShape="1">
              <a:blip r:embed="rId12">
                <a:alphaModFix/>
              </a:blip>
              <a:srcRect/>
              <a:stretch/>
            </p:blipFill>
            <p:spPr>
              <a:xfrm>
                <a:off x="4500074" y="4264405"/>
                <a:ext cx="353903" cy="2190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15" name="Google Shape;815;g3f689329f10_3_0"/>
            <p:cNvGrpSpPr/>
            <p:nvPr/>
          </p:nvGrpSpPr>
          <p:grpSpPr>
            <a:xfrm>
              <a:off x="4694756" y="3881966"/>
              <a:ext cx="407618" cy="279903"/>
              <a:chOff x="3794467" y="4726015"/>
              <a:chExt cx="434700" cy="298500"/>
            </a:xfrm>
          </p:grpSpPr>
          <p:sp>
            <p:nvSpPr>
              <p:cNvPr id="816" name="Google Shape;816;g3f689329f10_3_0"/>
              <p:cNvSpPr/>
              <p:nvPr/>
            </p:nvSpPr>
            <p:spPr>
              <a:xfrm>
                <a:off x="3862567" y="4726015"/>
                <a:ext cx="298500" cy="298500"/>
              </a:xfrm>
              <a:prstGeom prst="ellipse">
                <a:avLst/>
              </a:prstGeom>
              <a:solidFill>
                <a:srgbClr val="6D9EEB"/>
              </a:solidFill>
              <a:ln>
                <a:noFill/>
              </a:ln>
            </p:spPr>
            <p:txBody>
              <a:bodyPr spcFirstLastPara="1" wrap="square" lIns="103225" tIns="51600" rIns="103225" bIns="51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32"/>
                  <a:buFont typeface="Arial"/>
                  <a:buNone/>
                </a:pPr>
                <a:endParaRPr sz="2032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g3f689329f10_3_0"/>
              <p:cNvSpPr txBox="1"/>
              <p:nvPr/>
            </p:nvSpPr>
            <p:spPr>
              <a:xfrm>
                <a:off x="3794467" y="4745515"/>
                <a:ext cx="434700" cy="25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03225" tIns="51600" rIns="103225" bIns="516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52"/>
                  <a:buFont typeface="Arial"/>
                  <a:buNone/>
                </a:pPr>
                <a:r>
                  <a:rPr lang="ja-JP" sz="452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Auto</a:t>
                </a:r>
                <a:endParaRPr sz="15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52"/>
                  <a:buFont typeface="Arial"/>
                  <a:buNone/>
                </a:pPr>
                <a:r>
                  <a:rPr lang="ja-JP" sz="452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Scaling</a:t>
                </a:r>
                <a:endParaRPr/>
              </a:p>
            </p:txBody>
          </p:sp>
        </p:grpSp>
      </p:grpSp>
      <p:grpSp>
        <p:nvGrpSpPr>
          <p:cNvPr id="818" name="Google Shape;818;g3f689329f10_3_0"/>
          <p:cNvGrpSpPr/>
          <p:nvPr/>
        </p:nvGrpSpPr>
        <p:grpSpPr>
          <a:xfrm>
            <a:off x="3389150" y="5797700"/>
            <a:ext cx="1047000" cy="263400"/>
            <a:chOff x="2461125" y="5797700"/>
            <a:chExt cx="1047000" cy="263400"/>
          </a:xfrm>
        </p:grpSpPr>
        <p:sp>
          <p:nvSpPr>
            <p:cNvPr id="819" name="Google Shape;819;g3f689329f10_3_0"/>
            <p:cNvSpPr/>
            <p:nvPr/>
          </p:nvSpPr>
          <p:spPr>
            <a:xfrm>
              <a:off x="2461125" y="5797700"/>
              <a:ext cx="1047000" cy="2634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6700" tIns="66700" rIns="66700" bIns="66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2"/>
                <a:buFont typeface="Arial"/>
                <a:buNone/>
              </a:pPr>
              <a:endParaRPr sz="10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20" name="Google Shape;820;g3f689329f10_3_0" title="prisma_cloud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2553235" y="5852820"/>
              <a:ext cx="120350" cy="1626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g3f689329f10_3_0"/>
            <p:cNvSpPr txBox="1"/>
            <p:nvPr/>
          </p:nvSpPr>
          <p:spPr>
            <a:xfrm>
              <a:off x="2740048" y="5833576"/>
              <a:ext cx="7308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925" rIns="0" bIns="44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800" b="1" i="0" u="none" strike="noStrike" cap="none">
                  <a:solidFill>
                    <a:srgbClr val="000000"/>
                  </a:solidFill>
                </a:rPr>
                <a:t>Prisma Cloud</a:t>
              </a:r>
              <a:endParaRPr sz="1500" b="1"/>
            </a:p>
          </p:txBody>
        </p:sp>
      </p:grpSp>
      <p:sp>
        <p:nvSpPr>
          <p:cNvPr id="822" name="Google Shape;822;g3f689329f10_3_0"/>
          <p:cNvSpPr/>
          <p:nvPr/>
        </p:nvSpPr>
        <p:spPr>
          <a:xfrm>
            <a:off x="589125" y="1117525"/>
            <a:ext cx="1047000" cy="4820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2025" tIns="46000" rIns="92025" bIns="4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Arial"/>
              <a:buNone/>
            </a:pPr>
            <a:endParaRPr sz="805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g3f689329f10_3_0"/>
          <p:cNvSpPr txBox="1"/>
          <p:nvPr/>
        </p:nvSpPr>
        <p:spPr>
          <a:xfrm>
            <a:off x="719604" y="1218629"/>
            <a:ext cx="791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1"/>
              <a:buFont typeface="Arial"/>
              <a:buNone/>
            </a:pPr>
            <a:r>
              <a:rPr lang="ja-JP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br>
              <a:rPr lang="ja-JP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流入元</a:t>
            </a:r>
            <a:endParaRPr sz="1100" b="1"/>
          </a:p>
        </p:txBody>
      </p:sp>
      <p:sp>
        <p:nvSpPr>
          <p:cNvPr id="824" name="Google Shape;824;g3f689329f10_3_0"/>
          <p:cNvSpPr/>
          <p:nvPr/>
        </p:nvSpPr>
        <p:spPr>
          <a:xfrm>
            <a:off x="655850" y="2696675"/>
            <a:ext cx="872700" cy="108300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2025" tIns="46000" rIns="92025" bIns="4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None/>
            </a:pPr>
            <a:endParaRPr sz="181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3f689329f10_3_0"/>
          <p:cNvSpPr/>
          <p:nvPr/>
        </p:nvSpPr>
        <p:spPr>
          <a:xfrm>
            <a:off x="763250" y="2905800"/>
            <a:ext cx="636000" cy="697800"/>
          </a:xfrm>
          <a:prstGeom prst="roundRect">
            <a:avLst>
              <a:gd name="adj" fmla="val 5942"/>
            </a:avLst>
          </a:prstGeom>
          <a:noFill/>
          <a:ln w="28800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025" tIns="92025" rIns="92025" bIns="92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0"/>
              <a:buFont typeface="Arial"/>
              <a:buNone/>
            </a:pPr>
            <a:endParaRPr sz="141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3f689329f10_3_0"/>
          <p:cNvSpPr/>
          <p:nvPr/>
        </p:nvSpPr>
        <p:spPr>
          <a:xfrm>
            <a:off x="781100" y="2931240"/>
            <a:ext cx="600300" cy="1743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1300" b="1">
                <a:solidFill>
                  <a:srgbClr val="262626"/>
                </a:solidFill>
              </a:rPr>
              <a:t>ai21</a:t>
            </a:r>
            <a:endParaRPr sz="2100" b="1"/>
          </a:p>
        </p:txBody>
      </p:sp>
      <p:pic>
        <p:nvPicPr>
          <p:cNvPr id="827" name="Google Shape;827;g3f689329f10_3_0" title="image 177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09742" y="3169979"/>
            <a:ext cx="343015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828" name="Google Shape;828;g3f689329f10_3_0"/>
          <p:cNvSpPr/>
          <p:nvPr/>
        </p:nvSpPr>
        <p:spPr>
          <a:xfrm rot="-5400000">
            <a:off x="6587450" y="1995350"/>
            <a:ext cx="2600700" cy="1803300"/>
          </a:xfrm>
          <a:prstGeom prst="roundRect">
            <a:avLst>
              <a:gd name="adj" fmla="val 407"/>
            </a:avLst>
          </a:prstGeom>
          <a:solidFill>
            <a:srgbClr val="FFFFFF"/>
          </a:solidFill>
          <a:ln w="28575" cap="flat" cmpd="sng">
            <a:solidFill>
              <a:srgbClr val="FBD4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3"/>
              <a:buFont typeface="Arial"/>
              <a:buNone/>
            </a:pPr>
            <a:endParaRPr sz="131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9" name="Google Shape;829;g3f689329f10_3_0"/>
          <p:cNvGrpSpPr/>
          <p:nvPr/>
        </p:nvGrpSpPr>
        <p:grpSpPr>
          <a:xfrm>
            <a:off x="8213225" y="2246450"/>
            <a:ext cx="257100" cy="1650900"/>
            <a:chOff x="7469350" y="2241525"/>
            <a:chExt cx="257100" cy="1650900"/>
          </a:xfrm>
        </p:grpSpPr>
        <p:grpSp>
          <p:nvGrpSpPr>
            <p:cNvPr id="830" name="Google Shape;830;g3f689329f10_3_0"/>
            <p:cNvGrpSpPr/>
            <p:nvPr/>
          </p:nvGrpSpPr>
          <p:grpSpPr>
            <a:xfrm>
              <a:off x="7469350" y="2241525"/>
              <a:ext cx="257100" cy="1650900"/>
              <a:chOff x="6120313" y="1786825"/>
              <a:chExt cx="257100" cy="1650900"/>
            </a:xfrm>
          </p:grpSpPr>
          <p:sp>
            <p:nvSpPr>
              <p:cNvPr id="831" name="Google Shape;831;g3f689329f10_3_0"/>
              <p:cNvSpPr/>
              <p:nvPr/>
            </p:nvSpPr>
            <p:spPr>
              <a:xfrm rot="5400000">
                <a:off x="5423413" y="2483725"/>
                <a:ext cx="1650900" cy="257100"/>
              </a:xfrm>
              <a:prstGeom prst="roundRect">
                <a:avLst>
                  <a:gd name="adj" fmla="val 9249"/>
                </a:avLst>
              </a:prstGeom>
              <a:solidFill>
                <a:srgbClr val="A4D1AB"/>
              </a:solidFill>
              <a:ln>
                <a:noFill/>
              </a:ln>
            </p:spPr>
            <p:txBody>
              <a:bodyPr spcFirstLastPara="1" wrap="square" lIns="89875" tIns="44925" rIns="89875" bIns="44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69"/>
                  <a:buFont typeface="Arial"/>
                  <a:buNone/>
                </a:pPr>
                <a:endParaRPr sz="1769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g3f689329f10_3_0"/>
              <p:cNvSpPr txBox="1"/>
              <p:nvPr/>
            </p:nvSpPr>
            <p:spPr>
              <a:xfrm rot="5400000">
                <a:off x="5671638" y="2555650"/>
                <a:ext cx="1141500" cy="22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4925" rIns="0" bIns="449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ja-JP" sz="9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Application Gateway</a:t>
                </a:r>
                <a:endParaRPr sz="900"/>
              </a:p>
            </p:txBody>
          </p:sp>
          <p:pic>
            <p:nvPicPr>
              <p:cNvPr id="833" name="Google Shape;833;g3f689329f10_3_0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141991" y="1842101"/>
                <a:ext cx="200852" cy="2047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34" name="Google Shape;834;g3f689329f10_3_0" title="10062-icon-service-Load-Balancers 1.png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 rot="10800000">
              <a:off x="7491612" y="2280087"/>
              <a:ext cx="199875" cy="199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5" name="Google Shape;835;g3f689329f10_3_0"/>
          <p:cNvSpPr/>
          <p:nvPr/>
        </p:nvSpPr>
        <p:spPr>
          <a:xfrm>
            <a:off x="7137095" y="1660025"/>
            <a:ext cx="16779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000" b="1">
                <a:solidFill>
                  <a:schemeClr val="dk1"/>
                </a:solidFill>
              </a:rPr>
              <a:t>API基盤</a:t>
            </a:r>
            <a:endParaRPr sz="550" b="1"/>
          </a:p>
        </p:txBody>
      </p:sp>
      <p:grpSp>
        <p:nvGrpSpPr>
          <p:cNvPr id="836" name="Google Shape;836;g3f689329f10_3_0"/>
          <p:cNvGrpSpPr/>
          <p:nvPr/>
        </p:nvGrpSpPr>
        <p:grpSpPr>
          <a:xfrm>
            <a:off x="9028588" y="2856050"/>
            <a:ext cx="257100" cy="1650900"/>
            <a:chOff x="7469350" y="2241525"/>
            <a:chExt cx="257100" cy="1650900"/>
          </a:xfrm>
        </p:grpSpPr>
        <p:grpSp>
          <p:nvGrpSpPr>
            <p:cNvPr id="837" name="Google Shape;837;g3f689329f10_3_0"/>
            <p:cNvGrpSpPr/>
            <p:nvPr/>
          </p:nvGrpSpPr>
          <p:grpSpPr>
            <a:xfrm>
              <a:off x="7469350" y="2241525"/>
              <a:ext cx="257100" cy="1650900"/>
              <a:chOff x="6120313" y="1786825"/>
              <a:chExt cx="257100" cy="1650900"/>
            </a:xfrm>
          </p:grpSpPr>
          <p:sp>
            <p:nvSpPr>
              <p:cNvPr id="838" name="Google Shape;838;g3f689329f10_3_0"/>
              <p:cNvSpPr/>
              <p:nvPr/>
            </p:nvSpPr>
            <p:spPr>
              <a:xfrm rot="5400000">
                <a:off x="5423413" y="2483725"/>
                <a:ext cx="1650900" cy="257100"/>
              </a:xfrm>
              <a:prstGeom prst="roundRect">
                <a:avLst>
                  <a:gd name="adj" fmla="val 9249"/>
                </a:avLst>
              </a:prstGeom>
              <a:solidFill>
                <a:srgbClr val="A4D1AB"/>
              </a:solidFill>
              <a:ln>
                <a:noFill/>
              </a:ln>
            </p:spPr>
            <p:txBody>
              <a:bodyPr spcFirstLastPara="1" wrap="square" lIns="89875" tIns="44925" rIns="89875" bIns="44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69"/>
                  <a:buFont typeface="Arial"/>
                  <a:buNone/>
                </a:pPr>
                <a:endParaRPr sz="1769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g3f689329f10_3_0"/>
              <p:cNvSpPr txBox="1"/>
              <p:nvPr/>
            </p:nvSpPr>
            <p:spPr>
              <a:xfrm rot="5400000">
                <a:off x="5671638" y="2555650"/>
                <a:ext cx="1141500" cy="22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4925" rIns="0" bIns="449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ja-JP" sz="9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Application Gateway</a:t>
                </a:r>
                <a:endParaRPr sz="900"/>
              </a:p>
            </p:txBody>
          </p:sp>
          <p:pic>
            <p:nvPicPr>
              <p:cNvPr id="840" name="Google Shape;840;g3f689329f10_3_0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141991" y="1842101"/>
                <a:ext cx="200852" cy="2047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41" name="Google Shape;841;g3f689329f10_3_0" title="10062-icon-service-Load-Balancers 1.png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 rot="10800000">
              <a:off x="7491612" y="2280087"/>
              <a:ext cx="199875" cy="199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2" name="Google Shape;842;g3f689329f10_3_0"/>
          <p:cNvSpPr/>
          <p:nvPr/>
        </p:nvSpPr>
        <p:spPr>
          <a:xfrm>
            <a:off x="1740725" y="2952125"/>
            <a:ext cx="1321800" cy="369300"/>
          </a:xfrm>
          <a:prstGeom prst="rightArrow">
            <a:avLst>
              <a:gd name="adj1" fmla="val 54739"/>
              <a:gd name="adj2" fmla="val 53725"/>
            </a:avLst>
          </a:prstGeom>
          <a:solidFill>
            <a:srgbClr val="0078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 b="1">
                <a:solidFill>
                  <a:schemeClr val="lt1"/>
                </a:solidFill>
              </a:rPr>
              <a:t>Stream</a:t>
            </a:r>
            <a:endParaRPr sz="1100" b="1">
              <a:solidFill>
                <a:schemeClr val="lt1"/>
              </a:solidFill>
            </a:endParaRPr>
          </a:p>
        </p:txBody>
      </p:sp>
      <p:sp>
        <p:nvSpPr>
          <p:cNvPr id="843" name="Google Shape;843;g3f689329f10_3_0"/>
          <p:cNvSpPr txBox="1"/>
          <p:nvPr/>
        </p:nvSpPr>
        <p:spPr>
          <a:xfrm>
            <a:off x="1740725" y="3383425"/>
            <a:ext cx="1210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</a:rPr>
              <a:t>●車両データ検索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</a:rPr>
              <a:t>●店舗情報検索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</a:rPr>
              <a:t>●整備履歴検索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</a:rPr>
              <a:t>●ヘルスチェック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844" name="Google Shape;844;g3f689329f10_3_0"/>
          <p:cNvCxnSpPr>
            <a:stCxn id="766" idx="1"/>
            <a:endCxn id="781" idx="0"/>
          </p:cNvCxnSpPr>
          <p:nvPr/>
        </p:nvCxnSpPr>
        <p:spPr>
          <a:xfrm flipH="1">
            <a:off x="9978400" y="3375300"/>
            <a:ext cx="465600" cy="2046000"/>
          </a:xfrm>
          <a:prstGeom prst="bentConnector3">
            <a:avLst>
              <a:gd name="adj1" fmla="val 49999"/>
            </a:avLst>
          </a:prstGeom>
          <a:noFill/>
          <a:ln w="28575" cap="flat" cmpd="sng">
            <a:solidFill>
              <a:srgbClr val="DF322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g3f689329f10_3_0"/>
          <p:cNvCxnSpPr>
            <a:stCxn id="781" idx="2"/>
            <a:endCxn id="839" idx="0"/>
          </p:cNvCxnSpPr>
          <p:nvPr/>
        </p:nvCxnSpPr>
        <p:spPr>
          <a:xfrm rot="10800000">
            <a:off x="9265308" y="3739397"/>
            <a:ext cx="486000" cy="1681800"/>
          </a:xfrm>
          <a:prstGeom prst="bentConnector3">
            <a:avLst>
              <a:gd name="adj1" fmla="val 50005"/>
            </a:avLst>
          </a:prstGeom>
          <a:noFill/>
          <a:ln w="28575" cap="flat" cmpd="sng">
            <a:solidFill>
              <a:srgbClr val="DF322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6" name="Google Shape;846;g3f689329f10_3_0"/>
          <p:cNvCxnSpPr>
            <a:stCxn id="839" idx="2"/>
            <a:endCxn id="832" idx="0"/>
          </p:cNvCxnSpPr>
          <p:nvPr/>
        </p:nvCxnSpPr>
        <p:spPr>
          <a:xfrm rot="10800000">
            <a:off x="8449863" y="3129875"/>
            <a:ext cx="586200" cy="609600"/>
          </a:xfrm>
          <a:prstGeom prst="bentConnector3">
            <a:avLst>
              <a:gd name="adj1" fmla="val 49997"/>
            </a:avLst>
          </a:prstGeom>
          <a:noFill/>
          <a:ln w="28575" cap="flat" cmpd="sng">
            <a:solidFill>
              <a:srgbClr val="DF322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7" name="Google Shape;847;g3f689329f10_3_0"/>
          <p:cNvCxnSpPr>
            <a:stCxn id="832" idx="2"/>
          </p:cNvCxnSpPr>
          <p:nvPr/>
        </p:nvCxnSpPr>
        <p:spPr>
          <a:xfrm flipH="1">
            <a:off x="6421300" y="3129875"/>
            <a:ext cx="1799400" cy="383400"/>
          </a:xfrm>
          <a:prstGeom prst="bentConnector3">
            <a:avLst>
              <a:gd name="adj1" fmla="val 63596"/>
            </a:avLst>
          </a:prstGeom>
          <a:noFill/>
          <a:ln w="28575" cap="flat" cmpd="sng">
            <a:solidFill>
              <a:srgbClr val="DF322D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8" name="Google Shape;848;g3f689329f10_3_0"/>
          <p:cNvGrpSpPr/>
          <p:nvPr/>
        </p:nvGrpSpPr>
        <p:grpSpPr>
          <a:xfrm>
            <a:off x="5401850" y="3466750"/>
            <a:ext cx="366900" cy="367906"/>
            <a:chOff x="3958275" y="3238150"/>
            <a:chExt cx="366900" cy="367906"/>
          </a:xfrm>
        </p:grpSpPr>
        <p:sp>
          <p:nvSpPr>
            <p:cNvPr id="849" name="Google Shape;849;g3f689329f10_3_0"/>
            <p:cNvSpPr/>
            <p:nvPr/>
          </p:nvSpPr>
          <p:spPr>
            <a:xfrm>
              <a:off x="3999525" y="3238150"/>
              <a:ext cx="284400" cy="365100"/>
            </a:xfrm>
            <a:prstGeom prst="roundRect">
              <a:avLst>
                <a:gd name="adj" fmla="val 6720"/>
              </a:avLst>
            </a:prstGeom>
            <a:solidFill>
              <a:srgbClr val="A4D1AB"/>
            </a:solidFill>
            <a:ln>
              <a:noFill/>
            </a:ln>
          </p:spPr>
          <p:txBody>
            <a:bodyPr spcFirstLastPara="1" wrap="square" lIns="89875" tIns="44925" rIns="89875" bIns="44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9"/>
                <a:buFont typeface="Arial"/>
                <a:buNone/>
              </a:pPr>
              <a:endParaRPr sz="176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g3f689329f10_3_0"/>
            <p:cNvSpPr txBox="1"/>
            <p:nvPr/>
          </p:nvSpPr>
          <p:spPr>
            <a:xfrm>
              <a:off x="3958275" y="3424256"/>
              <a:ext cx="366900" cy="1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925" rIns="0" bIns="449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591" b="1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Ranger</a:t>
              </a:r>
              <a:endParaRPr/>
            </a:p>
          </p:txBody>
        </p:sp>
        <p:pic>
          <p:nvPicPr>
            <p:cNvPr id="851" name="Google Shape;851;g3f689329f10_3_0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4054538" y="3291008"/>
              <a:ext cx="174375" cy="170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2" name="Google Shape;852;g3f689329f10_3_0"/>
          <p:cNvGrpSpPr/>
          <p:nvPr/>
        </p:nvGrpSpPr>
        <p:grpSpPr>
          <a:xfrm>
            <a:off x="6542651" y="3386550"/>
            <a:ext cx="257100" cy="467100"/>
            <a:chOff x="4819825" y="3462750"/>
            <a:chExt cx="257100" cy="467100"/>
          </a:xfrm>
        </p:grpSpPr>
        <p:sp>
          <p:nvSpPr>
            <p:cNvPr id="853" name="Google Shape;853;g3f689329f10_3_0"/>
            <p:cNvSpPr/>
            <p:nvPr/>
          </p:nvSpPr>
          <p:spPr>
            <a:xfrm>
              <a:off x="4819825" y="3462750"/>
              <a:ext cx="257100" cy="467100"/>
            </a:xfrm>
            <a:prstGeom prst="roundRect">
              <a:avLst>
                <a:gd name="adj" fmla="val 6720"/>
              </a:avLst>
            </a:prstGeom>
            <a:solidFill>
              <a:srgbClr val="A4D1AB"/>
            </a:solidFill>
            <a:ln>
              <a:noFill/>
            </a:ln>
          </p:spPr>
          <p:txBody>
            <a:bodyPr spcFirstLastPara="1" wrap="square" lIns="89875" tIns="44925" rIns="89875" bIns="44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9"/>
                <a:buFont typeface="Arial"/>
                <a:buNone/>
              </a:pPr>
              <a:endParaRPr sz="176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g3f689329f10_3_0"/>
            <p:cNvSpPr txBox="1"/>
            <p:nvPr/>
          </p:nvSpPr>
          <p:spPr>
            <a:xfrm>
              <a:off x="4829875" y="3743388"/>
              <a:ext cx="242100" cy="1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925" rIns="0" bIns="449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1"/>
                <a:buFont typeface="Arial"/>
                <a:buNone/>
              </a:pPr>
              <a:r>
                <a:rPr lang="ja-JP" sz="591" b="1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Knox</a:t>
              </a: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55" name="Google Shape;855;g3f689329f10_3_0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4861187" y="3540349"/>
              <a:ext cx="174375" cy="1579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56" name="Google Shape;856;g3f689329f10_3_0"/>
          <p:cNvCxnSpPr/>
          <p:nvPr/>
        </p:nvCxnSpPr>
        <p:spPr>
          <a:xfrm flipH="1">
            <a:off x="5508325" y="3185850"/>
            <a:ext cx="158700" cy="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DF322D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857" name="Google Shape;857;g3f689329f10_3_0"/>
          <p:cNvGrpSpPr/>
          <p:nvPr/>
        </p:nvGrpSpPr>
        <p:grpSpPr>
          <a:xfrm>
            <a:off x="7281225" y="2240000"/>
            <a:ext cx="234900" cy="1663800"/>
            <a:chOff x="6540550" y="2222500"/>
            <a:chExt cx="234900" cy="1663800"/>
          </a:xfrm>
        </p:grpSpPr>
        <p:sp>
          <p:nvSpPr>
            <p:cNvPr id="858" name="Google Shape;858;g3f689329f10_3_0"/>
            <p:cNvSpPr/>
            <p:nvPr/>
          </p:nvSpPr>
          <p:spPr>
            <a:xfrm rot="5400000">
              <a:off x="5826100" y="2936950"/>
              <a:ext cx="1663800" cy="234900"/>
            </a:xfrm>
            <a:prstGeom prst="roundRect">
              <a:avLst>
                <a:gd name="adj" fmla="val 9249"/>
              </a:avLst>
            </a:prstGeom>
            <a:solidFill>
              <a:srgbClr val="FFFFFF"/>
            </a:solidFill>
            <a:ln w="9525" cap="flat" cmpd="sng">
              <a:solidFill>
                <a:srgbClr val="B6DD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9875" tIns="44925" rIns="89875" bIns="44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9"/>
                <a:buFont typeface="Arial"/>
                <a:buNone/>
              </a:pPr>
              <a:endParaRPr sz="176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g3f689329f10_3_0"/>
            <p:cNvSpPr txBox="1"/>
            <p:nvPr/>
          </p:nvSpPr>
          <p:spPr>
            <a:xfrm rot="5400000">
              <a:off x="6134150" y="2992900"/>
              <a:ext cx="10350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8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mobilico-api</a:t>
              </a:r>
              <a:endParaRPr sz="1600"/>
            </a:p>
          </p:txBody>
        </p:sp>
        <p:pic>
          <p:nvPicPr>
            <p:cNvPr id="860" name="Google Shape;860;g3f689329f10_3_0" title="API.png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 flipH="1">
              <a:off x="6586700" y="2313675"/>
              <a:ext cx="138600" cy="130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1" name="Google Shape;861;g3f689329f10_3_0"/>
          <p:cNvSpPr txBox="1"/>
          <p:nvPr/>
        </p:nvSpPr>
        <p:spPr>
          <a:xfrm>
            <a:off x="6956388" y="1969849"/>
            <a:ext cx="10470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25" tIns="46000" rIns="92025" bIns="4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7"/>
              <a:buFont typeface="Arial"/>
              <a:buNone/>
            </a:pPr>
            <a:r>
              <a:rPr lang="ja-JP" sz="907" b="1">
                <a:solidFill>
                  <a:srgbClr val="DF322D"/>
                </a:solidFill>
              </a:rPr>
              <a:t>モビリコAPI</a:t>
            </a:r>
            <a:endParaRPr sz="1600">
              <a:solidFill>
                <a:srgbClr val="DF322D"/>
              </a:solidFill>
            </a:endParaRPr>
          </a:p>
        </p:txBody>
      </p:sp>
      <p:grpSp>
        <p:nvGrpSpPr>
          <p:cNvPr id="862" name="Google Shape;862;g3f689329f10_3_0"/>
          <p:cNvGrpSpPr/>
          <p:nvPr/>
        </p:nvGrpSpPr>
        <p:grpSpPr>
          <a:xfrm>
            <a:off x="7737725" y="2246450"/>
            <a:ext cx="257100" cy="1632000"/>
            <a:chOff x="6985775" y="2241525"/>
            <a:chExt cx="257100" cy="1632000"/>
          </a:xfrm>
        </p:grpSpPr>
        <p:sp>
          <p:nvSpPr>
            <p:cNvPr id="863" name="Google Shape;863;g3f689329f10_3_0"/>
            <p:cNvSpPr/>
            <p:nvPr/>
          </p:nvSpPr>
          <p:spPr>
            <a:xfrm rot="5400000">
              <a:off x="6298325" y="2928975"/>
              <a:ext cx="1632000" cy="257100"/>
            </a:xfrm>
            <a:prstGeom prst="roundRect">
              <a:avLst>
                <a:gd name="adj" fmla="val 9249"/>
              </a:avLst>
            </a:prstGeom>
            <a:solidFill>
              <a:srgbClr val="C0E4F5"/>
            </a:solidFill>
            <a:ln>
              <a:noFill/>
            </a:ln>
          </p:spPr>
          <p:txBody>
            <a:bodyPr spcFirstLastPara="1" wrap="square" lIns="89875" tIns="44925" rIns="89875" bIns="44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9"/>
                <a:buFont typeface="Arial"/>
                <a:buNone/>
              </a:pPr>
              <a:endParaRPr sz="176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g3f689329f10_3_0"/>
            <p:cNvSpPr txBox="1"/>
            <p:nvPr/>
          </p:nvSpPr>
          <p:spPr>
            <a:xfrm rot="5400000">
              <a:off x="6587550" y="2940200"/>
              <a:ext cx="1053300" cy="22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925" rIns="0" bIns="44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API Management</a:t>
              </a:r>
              <a:endParaRPr sz="900"/>
            </a:p>
          </p:txBody>
        </p:sp>
        <p:pic>
          <p:nvPicPr>
            <p:cNvPr id="865" name="Google Shape;865;g3f689329f10_3_0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7023725" y="2291450"/>
              <a:ext cx="182240" cy="1822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6" name="Google Shape;866;g3f689329f10_3_0"/>
          <p:cNvSpPr txBox="1"/>
          <p:nvPr/>
        </p:nvSpPr>
        <p:spPr>
          <a:xfrm>
            <a:off x="5469724" y="2937100"/>
            <a:ext cx="257100" cy="1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7" b="1">
                <a:solidFill>
                  <a:srgbClr val="DF322D"/>
                </a:solidFill>
              </a:rPr>
              <a:t>SQL</a:t>
            </a:r>
            <a:endParaRPr sz="1600">
              <a:solidFill>
                <a:srgbClr val="DF322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1" name="Google Shape;871;g3f689329f10_0_122"/>
          <p:cNvGraphicFramePr/>
          <p:nvPr>
            <p:extLst>
              <p:ext uri="{D42A27DB-BD31-4B8C-83A1-F6EECF244321}">
                <p14:modId xmlns:p14="http://schemas.microsoft.com/office/powerpoint/2010/main" val="482051070"/>
              </p:ext>
            </p:extLst>
          </p:nvPr>
        </p:nvGraphicFramePr>
        <p:xfrm>
          <a:off x="454329" y="1018197"/>
          <a:ext cx="11190425" cy="4740160"/>
        </p:xfrm>
        <a:graphic>
          <a:graphicData uri="http://schemas.openxmlformats.org/drawingml/2006/table">
            <a:tbl>
              <a:tblPr>
                <a:noFill/>
                <a:tableStyleId>{237AB141-70E1-40B7-A9D7-3D9BD5A711CF}</a:tableStyleId>
              </a:tblPr>
              <a:tblGrid>
                <a:gridCol w="146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300" b="1">
                          <a:solidFill>
                            <a:schemeClr val="lt1"/>
                          </a:solidFill>
                        </a:rPr>
                        <a:t>カテゴリ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300" b="1">
                          <a:solidFill>
                            <a:schemeClr val="lt1"/>
                          </a:solidFill>
                        </a:rPr>
                        <a:t>サブカテゴリ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300" b="1">
                          <a:solidFill>
                            <a:schemeClr val="lt1"/>
                          </a:solidFill>
                        </a:rPr>
                        <a:t>業務タスク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300" b="1">
                          <a:solidFill>
                            <a:schemeClr val="lt1"/>
                          </a:solidFill>
                        </a:rPr>
                        <a:t>内容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200" b="1"/>
                        <a:t>セキュリティ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200"/>
                        <a:t>追加対応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/>
                        <a:t>設計</a:t>
                      </a:r>
                      <a:br>
                        <a:rPr lang="zh-TW" altLang="en-US" sz="1200"/>
                      </a:br>
                      <a:r>
                        <a:rPr lang="zh-TW" altLang="en-US" sz="1200"/>
                        <a:t>権限設計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200">
                          <a:solidFill>
                            <a:schemeClr val="dk1"/>
                          </a:solidFill>
                        </a:rPr>
                        <a:t>穴開け追加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200" b="1"/>
                        <a:t>API基盤開発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200"/>
                        <a:t>設計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200"/>
                        <a:t>実装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200" b="1"/>
                        <a:t>基本開発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200"/>
                        <a:t>向き先変更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200" b="1"/>
                        <a:t>結合テスト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200" b="1"/>
                        <a:t>機能テスト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200" b="1"/>
                        <a:t>リリース作業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72" name="Google Shape;872;g3f689329f10_0_122"/>
          <p:cNvSpPr txBox="1"/>
          <p:nvPr/>
        </p:nvSpPr>
        <p:spPr>
          <a:xfrm>
            <a:off x="454335" y="533347"/>
            <a:ext cx="2637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500" b="1">
                <a:solidFill>
                  <a:schemeClr val="dk1"/>
                </a:solidFill>
              </a:rPr>
              <a:t>恒久対応追加開発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f689329f10_0_89"/>
          <p:cNvSpPr txBox="1"/>
          <p:nvPr/>
        </p:nvSpPr>
        <p:spPr>
          <a:xfrm>
            <a:off x="454335" y="533347"/>
            <a:ext cx="2637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500" b="1">
                <a:solidFill>
                  <a:schemeClr val="dk1"/>
                </a:solidFill>
              </a:rPr>
              <a:t>運用保守</a:t>
            </a:r>
            <a:endParaRPr sz="1500" b="1">
              <a:solidFill>
                <a:schemeClr val="dk1"/>
              </a:solidFill>
            </a:endParaRPr>
          </a:p>
        </p:txBody>
      </p:sp>
      <p:graphicFrame>
        <p:nvGraphicFramePr>
          <p:cNvPr id="878" name="Google Shape;878;g3f689329f10_0_89"/>
          <p:cNvGraphicFramePr/>
          <p:nvPr/>
        </p:nvGraphicFramePr>
        <p:xfrm>
          <a:off x="454329" y="1018197"/>
          <a:ext cx="11190425" cy="4358520"/>
        </p:xfrm>
        <a:graphic>
          <a:graphicData uri="http://schemas.openxmlformats.org/drawingml/2006/table">
            <a:tbl>
              <a:tblPr>
                <a:noFill/>
                <a:tableStyleId>{237AB141-70E1-40B7-A9D7-3D9BD5A711CF}</a:tableStyleId>
              </a:tblPr>
              <a:tblGrid>
                <a:gridCol w="146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200" b="1">
                          <a:solidFill>
                            <a:schemeClr val="lt1"/>
                          </a:solidFill>
                        </a:rPr>
                        <a:t>カテゴリ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200" b="1">
                          <a:solidFill>
                            <a:schemeClr val="lt1"/>
                          </a:solidFill>
                        </a:rPr>
                        <a:t>サブカテゴリ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200" b="1">
                          <a:solidFill>
                            <a:schemeClr val="lt1"/>
                          </a:solidFill>
                        </a:rPr>
                        <a:t>業務タスク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200" b="1">
                          <a:solidFill>
                            <a:schemeClr val="lt1"/>
                          </a:solidFill>
                        </a:rPr>
                        <a:t>内容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 b="1"/>
                        <a:t>監視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異常管理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データ連携監視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OCI Monitorを使用しての各クラスタの死活監視、インシデントが起きた場合の対処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Cloudera監視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>
                          <a:solidFill>
                            <a:schemeClr val="dk1"/>
                          </a:solidFill>
                        </a:rPr>
                        <a:t>Cloudera Managerを使用しての各クラスタの死活監視、インシデントが起きた場合の対処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API基盤監視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Azure monitor</a:t>
                      </a:r>
                      <a:r>
                        <a:rPr lang="ja-JP" sz="1100">
                          <a:solidFill>
                            <a:schemeClr val="dk1"/>
                          </a:solidFill>
                        </a:rPr>
                        <a:t>を使用してのAPI基盤の死活監視、インシデントが起きた場合の対処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Azure監視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>
                          <a:solidFill>
                            <a:schemeClr val="dk1"/>
                          </a:solidFill>
                        </a:rPr>
                        <a:t>Azure monitorを使用してのインフラの死活監視、インシデントが起きた場合の対処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Prisma監視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>
                          <a:solidFill>
                            <a:schemeClr val="dk1"/>
                          </a:solidFill>
                        </a:rPr>
                        <a:t>Prisma Cloudeを使用してのインフラ監視</a:t>
                      </a:r>
                      <a:br>
                        <a:rPr lang="ja-JP" sz="1100">
                          <a:solidFill>
                            <a:schemeClr val="dk1"/>
                          </a:solidFill>
                        </a:rPr>
                      </a:br>
                      <a:r>
                        <a:rPr lang="ja-JP" sz="1100">
                          <a:solidFill>
                            <a:schemeClr val="dk1"/>
                          </a:solidFill>
                        </a:rPr>
                        <a:t>インシデントが起きた場合の対処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 b="1"/>
                        <a:t>データマネジメント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chemeClr val="dk1"/>
                          </a:solidFill>
                        </a:rPr>
                        <a:t>利用管理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追加データ連携（ai21）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追加で必要なデータを連携したい場合の申請対応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※必要に応じて、NiFIの設定、テーブルの改修対応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変更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不必要になったデータの削除等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コスト管理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利用において適切なコストで運用できているか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 b="1"/>
                        <a:t>保守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バージョンアップ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/>
                        <a:t>Oracle、Cloudera関連クラスタ、API基盤等の</a:t>
                      </a:r>
                      <a:br>
                        <a:rPr lang="ja-JP" sz="1100"/>
                      </a:br>
                      <a:r>
                        <a:rPr lang="ja-JP" sz="1100"/>
                        <a:t>必要なバージョンアップ対応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メイリオ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23F1E4B07BBC341A8F6905F09A2526F" ma:contentTypeVersion="17" ma:contentTypeDescription="新しいドキュメントを作成します。" ma:contentTypeScope="" ma:versionID="1437aaece15ac943c27d84c7bd287707">
  <xsd:schema xmlns:xsd="http://www.w3.org/2001/XMLSchema" xmlns:xs="http://www.w3.org/2001/XMLSchema" xmlns:p="http://schemas.microsoft.com/office/2006/metadata/properties" xmlns:ns2="879ce5c7-7ac0-470a-8fb0-80b8dfe33f1c" xmlns:ns3="00dc9add-bb5d-4974-938e-6de906df2254" targetNamespace="http://schemas.microsoft.com/office/2006/metadata/properties" ma:root="true" ma:fieldsID="a41d73b5ccc80413fe00e27c354e6c45" ns2:_="" ns3:_="">
    <xsd:import namespace="879ce5c7-7ac0-470a-8fb0-80b8dfe33f1c"/>
    <xsd:import namespace="00dc9add-bb5d-4974-938e-6de906df22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CONTENTS" minOccurs="0"/>
                <xsd:element ref="ns2:_x8cc7__x6599__x8aac__x660e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9ce5c7-7ac0-470a-8fb0-80b8dfe33f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def91d17-8bee-472f-b8e3-30905430c6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CONTENTS" ma:index="22" nillable="true" ma:displayName="CONTENTS" ma:format="Dropdown" ma:internalName="CONTENTS">
      <xsd:simpleType>
        <xsd:restriction base="dms:Text">
          <xsd:maxLength value="255"/>
        </xsd:restriction>
      </xsd:simpleType>
    </xsd:element>
    <xsd:element name="_x8cc7__x6599__x8aac__x660e_" ma:index="23" nillable="true" ma:displayName="資料説明" ma:format="Dropdown" ma:internalName="_x8cc7__x6599__x8aac__x660e_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dc9add-bb5d-4974-938e-6de906df225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5f91764-4324-4dd1-9de8-4bb0ffe7790b}" ma:internalName="TaxCatchAll" ma:showField="CatchAllData" ma:web="00dc9add-bb5d-4974-938e-6de906df22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79ce5c7-7ac0-470a-8fb0-80b8dfe33f1c">
      <Terms xmlns="http://schemas.microsoft.com/office/infopath/2007/PartnerControls"/>
    </lcf76f155ced4ddcb4097134ff3c332f>
    <TaxCatchAll xmlns="00dc9add-bb5d-4974-938e-6de906df2254" xsi:nil="true"/>
    <CONTENTS xmlns="879ce5c7-7ac0-470a-8fb0-80b8dfe33f1c" xsi:nil="true"/>
    <_x8cc7__x6599__x8aac__x660e_ xmlns="879ce5c7-7ac0-470a-8fb0-80b8dfe33f1c" xsi:nil="true"/>
  </documentManagement>
</p:properties>
</file>

<file path=customXml/itemProps1.xml><?xml version="1.0" encoding="utf-8"?>
<ds:datastoreItem xmlns:ds="http://schemas.openxmlformats.org/officeDocument/2006/customXml" ds:itemID="{7C659360-B8CC-4A95-9D0D-B9DE7CA6738C}">
  <ds:schemaRefs>
    <ds:schemaRef ds:uri="00dc9add-bb5d-4974-938e-6de906df2254"/>
    <ds:schemaRef ds:uri="879ce5c7-7ac0-470a-8fb0-80b8dfe33f1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0587DED-7432-4301-B5F4-BC979BC265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919C8D-20D8-41BA-8609-120F50600D7A}">
  <ds:schemaRefs>
    <ds:schemaRef ds:uri="00dc9add-bb5d-4974-938e-6de906df2254"/>
    <ds:schemaRef ds:uri="879ce5c7-7ac0-470a-8fb0-80b8dfe33f1c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メイリオ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Yamada, Yasuki/山田 康樹</dc:creator>
  <cp:revision>3</cp:revision>
  <dcterms:created xsi:type="dcterms:W3CDTF">2024-06-20T00:42:24Z</dcterms:created>
  <dcterms:modified xsi:type="dcterms:W3CDTF">2026-08-07T02:01:05Z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0x010100D23F1E4B07BBC341A8F6905F09A2526F</vt:lpwstr>
  </property>
  <property fmtid="{D5CDD505-2E9C-101B-9397-08002B2CF9AE}" pid="3" name="MediaServiceImageTags">
    <vt:lpwstr/>
  </property>
</Properties>
</file>