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71" r:id="rId5"/>
  </p:sldIdLst>
  <p:sldSz cx="12192000" cy="6858000"/>
  <p:notesSz cx="6858000" cy="9144000"/>
  <p:defaultTextStyle>
    <a:defPPr>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2FCECE-A747-35B6-169F-07598B1C40F9}" v="1125" dt="2026-08-07T03:06:10.8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B9F0AE-5712-43E6-A73E-135C8DC83698}" type="datetimeFigureOut">
              <a:t>2026/08/06</a:t>
            </a:fld>
            <a:endParaRPr kumimoji="1"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t>Click to edit Master text styles</a:t>
            </a:r>
          </a:p>
          <a:p>
            <a:pPr lvl="1"/>
            <a:r>
              <a:rPr kumimoji="1" lang="en-US"/>
              <a:t>Second level</a:t>
            </a:r>
          </a:p>
          <a:p>
            <a:pPr lvl="2"/>
            <a:r>
              <a:rPr kumimoji="1" lang="en-US"/>
              <a:t>Third level</a:t>
            </a:r>
          </a:p>
          <a:p>
            <a:pPr lvl="3"/>
            <a:r>
              <a:rPr kumimoji="1" lang="en-US"/>
              <a:t>Fourth level</a:t>
            </a:r>
          </a:p>
          <a:p>
            <a:pPr lvl="4"/>
            <a:r>
              <a:rPr kumimoji="1"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72559-48C5-4A72-8F13-6FB1373CD32E}" type="slidenum">
              <a:t>‹#›</a:t>
            </a:fld>
            <a:endParaRPr kumimoji="1" lang="en-US"/>
          </a:p>
        </p:txBody>
      </p:sp>
    </p:spTree>
    <p:extLst>
      <p:ext uri="{BB962C8B-B14F-4D97-AF65-F5344CB8AC3E}">
        <p14:creationId xmlns:p14="http://schemas.microsoft.com/office/powerpoint/2010/main" val="3524895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g3f689329f10_0_122:notes"/>
          <p:cNvSpPr txBox="1">
            <a:spLocks noGrp="1"/>
          </p:cNvSpPr>
          <p:nvPr>
            <p:ph type="body" idx="1"/>
          </p:nvPr>
        </p:nvSpPr>
        <p:spPr>
          <a:xfrm>
            <a:off x="673575" y="4748157"/>
            <a:ext cx="5388600" cy="388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9" name="Google Shape;869;g3f689329f10_0_122:notes"/>
          <p:cNvSpPr>
            <a:spLocks noGrp="1" noRot="1" noChangeAspect="1"/>
          </p:cNvSpPr>
          <p:nvPr>
            <p:ph type="sldImg" idx="2"/>
          </p:nvPr>
        </p:nvSpPr>
        <p:spPr>
          <a:xfrm>
            <a:off x="407988" y="1233488"/>
            <a:ext cx="5919787" cy="33305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p>
        </p:txBody>
      </p:sp>
      <p:sp>
        <p:nvSpPr>
          <p:cNvPr id="4" name="日付プレースホルダー 3"/>
          <p:cNvSpPr>
            <a:spLocks noGrp="1"/>
          </p:cNvSpPr>
          <p:nvPr>
            <p:ph type="dt" sz="half" idx="10"/>
          </p:nvPr>
        </p:nvSpPr>
        <p:spPr/>
        <p:txBody>
          <a:bodyPr/>
          <a:lstStyle/>
          <a:p>
            <a:fld id="{0E02A643-9BB0-4E02-80B2-2C0A5E5D738E}" type="datetimeFigureOut">
              <a:rPr lang="ja-JP" altLang="en-US" smtClean="0"/>
              <a:t>2026/8/6</a:t>
            </a:fld>
            <a:endParaRPr lang="ja-JP" altLang="en-US"/>
          </a:p>
        </p:txBody>
      </p:sp>
      <p:sp>
        <p:nvSpPr>
          <p:cNvPr id="5" name="フッター プレースホルダー 4"/>
          <p:cNvSpPr>
            <a:spLocks noGrp="1"/>
          </p:cNvSpPr>
          <p:nvPr>
            <p:ph type="ftr" sz="quarter" idx="11"/>
          </p:nvPr>
        </p:nvSpPr>
        <p:spPr/>
        <p:txBody>
          <a:bodyPr/>
          <a:lstStyle/>
          <a:p>
            <a:endParaRPr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lang="ja-JP" altLang="en-US" smtClean="0"/>
              <a:t>‹#›</a:t>
            </a:fld>
            <a:endParaRPr lang="ja-JP" altLang="en-US"/>
          </a:p>
        </p:txBody>
      </p:sp>
    </p:spTree>
    <p:extLst>
      <p:ext uri="{BB962C8B-B14F-4D97-AF65-F5344CB8AC3E}">
        <p14:creationId xmlns:p14="http://schemas.microsoft.com/office/powerpoint/2010/main" val="3849106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lang="ja-JP" altLang="en-US" smtClean="0"/>
              <a:t>2026/8/6</a:t>
            </a:fld>
            <a:endParaRPr lang="ja-JP" altLang="en-US"/>
          </a:p>
        </p:txBody>
      </p:sp>
      <p:sp>
        <p:nvSpPr>
          <p:cNvPr id="5" name="フッター プレースホルダー 4"/>
          <p:cNvSpPr>
            <a:spLocks noGrp="1"/>
          </p:cNvSpPr>
          <p:nvPr>
            <p:ph type="ftr" sz="quarter" idx="11"/>
          </p:nvPr>
        </p:nvSpPr>
        <p:spPr/>
        <p:txBody>
          <a:bodyPr/>
          <a:lstStyle/>
          <a:p>
            <a:endParaRPr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lang="ja-JP" altLang="en-US" smtClean="0"/>
              <a:t>‹#›</a:t>
            </a:fld>
            <a:endParaRPr lang="ja-JP" altLang="en-US"/>
          </a:p>
        </p:txBody>
      </p:sp>
    </p:spTree>
    <p:extLst>
      <p:ext uri="{BB962C8B-B14F-4D97-AF65-F5344CB8AC3E}">
        <p14:creationId xmlns:p14="http://schemas.microsoft.com/office/powerpoint/2010/main" val="2040515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ja-JP" altLang="en-US"/>
              <a:t>マスター テキストの書式設定</a:t>
            </a:r>
          </a:p>
        </p:txBody>
      </p:sp>
      <p:sp>
        <p:nvSpPr>
          <p:cNvPr id="4" name="日付プレースホルダー 3"/>
          <p:cNvSpPr>
            <a:spLocks noGrp="1"/>
          </p:cNvSpPr>
          <p:nvPr>
            <p:ph type="dt" sz="half" idx="10"/>
          </p:nvPr>
        </p:nvSpPr>
        <p:spPr/>
        <p:txBody>
          <a:bodyPr/>
          <a:lstStyle/>
          <a:p>
            <a:fld id="{0E02A643-9BB0-4E02-80B2-2C0A5E5D738E}" type="datetimeFigureOut">
              <a:rPr lang="ja-JP" altLang="en-US" smtClean="0"/>
              <a:t>2026/8/6</a:t>
            </a:fld>
            <a:endParaRPr lang="ja-JP" altLang="en-US"/>
          </a:p>
        </p:txBody>
      </p:sp>
      <p:sp>
        <p:nvSpPr>
          <p:cNvPr id="5" name="フッター プレースホルダー 4"/>
          <p:cNvSpPr>
            <a:spLocks noGrp="1"/>
          </p:cNvSpPr>
          <p:nvPr>
            <p:ph type="ftr" sz="quarter" idx="11"/>
          </p:nvPr>
        </p:nvSpPr>
        <p:spPr/>
        <p:txBody>
          <a:bodyPr/>
          <a:lstStyle/>
          <a:p>
            <a:endParaRPr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lang="ja-JP" altLang="en-US" smtClean="0"/>
              <a:t>‹#›</a:t>
            </a:fld>
            <a:endParaRPr lang="ja-JP" altLang="en-US"/>
          </a:p>
        </p:txBody>
      </p:sp>
    </p:spTree>
    <p:extLst>
      <p:ext uri="{BB962C8B-B14F-4D97-AF65-F5344CB8AC3E}">
        <p14:creationId xmlns:p14="http://schemas.microsoft.com/office/powerpoint/2010/main" val="4083904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日付プレースホルダー 4"/>
          <p:cNvSpPr>
            <a:spLocks noGrp="1"/>
          </p:cNvSpPr>
          <p:nvPr>
            <p:ph type="dt" sz="half" idx="10"/>
          </p:nvPr>
        </p:nvSpPr>
        <p:spPr/>
        <p:txBody>
          <a:bodyPr/>
          <a:lstStyle/>
          <a:p>
            <a:fld id="{0E02A643-9BB0-4E02-80B2-2C0A5E5D738E}" type="datetimeFigureOut">
              <a:rPr lang="ja-JP" altLang="en-US" smtClean="0"/>
              <a:t>2026/8/6</a:t>
            </a:fld>
            <a:endParaRPr lang="ja-JP" altLang="en-US"/>
          </a:p>
        </p:txBody>
      </p:sp>
      <p:sp>
        <p:nvSpPr>
          <p:cNvPr id="6" name="フッター プレースホルダー 5"/>
          <p:cNvSpPr>
            <a:spLocks noGrp="1"/>
          </p:cNvSpPr>
          <p:nvPr>
            <p:ph type="ftr" sz="quarter" idx="11"/>
          </p:nvPr>
        </p:nvSpPr>
        <p:spPr/>
        <p:txBody>
          <a:bodyPr/>
          <a:lstStyle/>
          <a:p>
            <a:endParaRPr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lang="ja-JP" altLang="en-US" smtClean="0"/>
              <a:t>‹#›</a:t>
            </a:fld>
            <a:endParaRPr lang="ja-JP" altLang="en-US"/>
          </a:p>
        </p:txBody>
      </p:sp>
    </p:spTree>
    <p:extLst>
      <p:ext uri="{BB962C8B-B14F-4D97-AF65-F5344CB8AC3E}">
        <p14:creationId xmlns:p14="http://schemas.microsoft.com/office/powerpoint/2010/main" val="1395402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日付プレースホルダー 6"/>
          <p:cNvSpPr>
            <a:spLocks noGrp="1"/>
          </p:cNvSpPr>
          <p:nvPr>
            <p:ph type="dt" sz="half" idx="10"/>
          </p:nvPr>
        </p:nvSpPr>
        <p:spPr/>
        <p:txBody>
          <a:bodyPr/>
          <a:lstStyle/>
          <a:p>
            <a:fld id="{0E02A643-9BB0-4E02-80B2-2C0A5E5D738E}" type="datetimeFigureOut">
              <a:rPr lang="ja-JP" altLang="en-US" smtClean="0"/>
              <a:t>2026/8/6</a:t>
            </a:fld>
            <a:endParaRPr lang="ja-JP" altLang="en-US"/>
          </a:p>
        </p:txBody>
      </p:sp>
      <p:sp>
        <p:nvSpPr>
          <p:cNvPr id="8" name="フッター プレースホルダー 7"/>
          <p:cNvSpPr>
            <a:spLocks noGrp="1"/>
          </p:cNvSpPr>
          <p:nvPr>
            <p:ph type="ftr" sz="quarter" idx="11"/>
          </p:nvPr>
        </p:nvSpPr>
        <p:spPr/>
        <p:txBody>
          <a:bodyPr/>
          <a:lstStyle/>
          <a:p>
            <a:endParaRPr lang="ja-JP" altLang="en-US"/>
          </a:p>
        </p:txBody>
      </p:sp>
      <p:sp>
        <p:nvSpPr>
          <p:cNvPr id="9" name="スライド番号プレースホルダー 8"/>
          <p:cNvSpPr>
            <a:spLocks noGrp="1"/>
          </p:cNvSpPr>
          <p:nvPr>
            <p:ph type="sldNum" sz="quarter" idx="12"/>
          </p:nvPr>
        </p:nvSpPr>
        <p:spPr/>
        <p:txBody>
          <a:bodyPr/>
          <a:lstStyle/>
          <a:p>
            <a:fld id="{A99D720A-4AD5-4DCF-885F-DE5297996123}" type="slidenum">
              <a:rPr lang="ja-JP" altLang="en-US" smtClean="0"/>
              <a:t>‹#›</a:t>
            </a:fld>
            <a:endParaRPr lang="ja-JP" altLang="en-US"/>
          </a:p>
        </p:txBody>
      </p:sp>
    </p:spTree>
    <p:extLst>
      <p:ext uri="{BB962C8B-B14F-4D97-AF65-F5344CB8AC3E}">
        <p14:creationId xmlns:p14="http://schemas.microsoft.com/office/powerpoint/2010/main" val="797884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日付プレースホルダー 2"/>
          <p:cNvSpPr>
            <a:spLocks noGrp="1"/>
          </p:cNvSpPr>
          <p:nvPr>
            <p:ph type="dt" sz="half" idx="10"/>
          </p:nvPr>
        </p:nvSpPr>
        <p:spPr/>
        <p:txBody>
          <a:bodyPr/>
          <a:lstStyle/>
          <a:p>
            <a:fld id="{0E02A643-9BB0-4E02-80B2-2C0A5E5D738E}" type="datetimeFigureOut">
              <a:rPr lang="ja-JP" altLang="en-US" smtClean="0"/>
              <a:t>2026/8/6</a:t>
            </a:fld>
            <a:endParaRPr lang="ja-JP" altLang="en-US"/>
          </a:p>
        </p:txBody>
      </p:sp>
      <p:sp>
        <p:nvSpPr>
          <p:cNvPr id="4" name="フッター プレースホルダー 3"/>
          <p:cNvSpPr>
            <a:spLocks noGrp="1"/>
          </p:cNvSpPr>
          <p:nvPr>
            <p:ph type="ftr" sz="quarter" idx="11"/>
          </p:nvPr>
        </p:nvSpPr>
        <p:spPr/>
        <p:txBody>
          <a:bodyPr/>
          <a:lstStyle/>
          <a:p>
            <a:endParaRPr lang="ja-JP" altLang="en-US"/>
          </a:p>
        </p:txBody>
      </p:sp>
      <p:sp>
        <p:nvSpPr>
          <p:cNvPr id="5" name="スライド番号プレースホルダー 4"/>
          <p:cNvSpPr>
            <a:spLocks noGrp="1"/>
          </p:cNvSpPr>
          <p:nvPr>
            <p:ph type="sldNum" sz="quarter" idx="12"/>
          </p:nvPr>
        </p:nvSpPr>
        <p:spPr/>
        <p:txBody>
          <a:bodyPr/>
          <a:lstStyle/>
          <a:p>
            <a:fld id="{A99D720A-4AD5-4DCF-885F-DE5297996123}" type="slidenum">
              <a:rPr lang="ja-JP" altLang="en-US" smtClean="0"/>
              <a:t>‹#›</a:t>
            </a:fld>
            <a:endParaRPr lang="ja-JP" altLang="en-US"/>
          </a:p>
        </p:txBody>
      </p:sp>
    </p:spTree>
    <p:extLst>
      <p:ext uri="{BB962C8B-B14F-4D97-AF65-F5344CB8AC3E}">
        <p14:creationId xmlns:p14="http://schemas.microsoft.com/office/powerpoint/2010/main" val="539588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0E02A643-9BB0-4E02-80B2-2C0A5E5D738E}" type="datetimeFigureOut">
              <a:rPr lang="ja-JP" altLang="en-US" smtClean="0"/>
              <a:t>2026/8/6</a:t>
            </a:fld>
            <a:endParaRPr lang="ja-JP" altLang="en-US"/>
          </a:p>
        </p:txBody>
      </p:sp>
      <p:sp>
        <p:nvSpPr>
          <p:cNvPr id="3" name="フッター プレースホルダー 2"/>
          <p:cNvSpPr>
            <a:spLocks noGrp="1"/>
          </p:cNvSpPr>
          <p:nvPr>
            <p:ph type="ftr" sz="quarter" idx="11"/>
          </p:nvPr>
        </p:nvSpPr>
        <p:spPr/>
        <p:txBody>
          <a:bodyPr/>
          <a:lstStyle/>
          <a:p>
            <a:endParaRPr lang="ja-JP" altLang="en-US"/>
          </a:p>
        </p:txBody>
      </p:sp>
      <p:sp>
        <p:nvSpPr>
          <p:cNvPr id="4" name="スライド番号プレースホルダー 3"/>
          <p:cNvSpPr>
            <a:spLocks noGrp="1"/>
          </p:cNvSpPr>
          <p:nvPr>
            <p:ph type="sldNum" sz="quarter" idx="12"/>
          </p:nvPr>
        </p:nvSpPr>
        <p:spPr/>
        <p:txBody>
          <a:bodyPr/>
          <a:lstStyle/>
          <a:p>
            <a:fld id="{A99D720A-4AD5-4DCF-885F-DE5297996123}" type="slidenum">
              <a:rPr lang="ja-JP" altLang="en-US" smtClean="0"/>
              <a:t>‹#›</a:t>
            </a:fld>
            <a:endParaRPr lang="ja-JP" altLang="en-US"/>
          </a:p>
        </p:txBody>
      </p:sp>
    </p:spTree>
    <p:extLst>
      <p:ext uri="{BB962C8B-B14F-4D97-AF65-F5344CB8AC3E}">
        <p14:creationId xmlns:p14="http://schemas.microsoft.com/office/powerpoint/2010/main" val="2042860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p:cNvSpPr>
            <a:spLocks noGrp="1"/>
          </p:cNvSpPr>
          <p:nvPr>
            <p:ph type="dt" sz="half" idx="10"/>
          </p:nvPr>
        </p:nvSpPr>
        <p:spPr/>
        <p:txBody>
          <a:bodyPr/>
          <a:lstStyle/>
          <a:p>
            <a:fld id="{0E02A643-9BB0-4E02-80B2-2C0A5E5D738E}" type="datetimeFigureOut">
              <a:rPr lang="ja-JP" altLang="en-US" smtClean="0"/>
              <a:t>2026/8/6</a:t>
            </a:fld>
            <a:endParaRPr lang="ja-JP" altLang="en-US"/>
          </a:p>
        </p:txBody>
      </p:sp>
      <p:sp>
        <p:nvSpPr>
          <p:cNvPr id="6" name="フッター プレースホルダー 5"/>
          <p:cNvSpPr>
            <a:spLocks noGrp="1"/>
          </p:cNvSpPr>
          <p:nvPr>
            <p:ph type="ftr" sz="quarter" idx="11"/>
          </p:nvPr>
        </p:nvSpPr>
        <p:spPr/>
        <p:txBody>
          <a:bodyPr/>
          <a:lstStyle/>
          <a:p>
            <a:endParaRPr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lang="ja-JP" altLang="en-US" smtClean="0"/>
              <a:t>‹#›</a:t>
            </a:fld>
            <a:endParaRPr lang="ja-JP" altLang="en-US"/>
          </a:p>
        </p:txBody>
      </p:sp>
    </p:spTree>
    <p:extLst>
      <p:ext uri="{BB962C8B-B14F-4D97-AF65-F5344CB8AC3E}">
        <p14:creationId xmlns:p14="http://schemas.microsoft.com/office/powerpoint/2010/main" val="3888451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p:cNvSpPr>
            <a:spLocks noGrp="1"/>
          </p:cNvSpPr>
          <p:nvPr>
            <p:ph type="dt" sz="half" idx="10"/>
          </p:nvPr>
        </p:nvSpPr>
        <p:spPr/>
        <p:txBody>
          <a:bodyPr/>
          <a:lstStyle/>
          <a:p>
            <a:fld id="{0E02A643-9BB0-4E02-80B2-2C0A5E5D738E}" type="datetimeFigureOut">
              <a:rPr lang="ja-JP" altLang="en-US" smtClean="0"/>
              <a:t>2026/8/6</a:t>
            </a:fld>
            <a:endParaRPr lang="ja-JP" altLang="en-US"/>
          </a:p>
        </p:txBody>
      </p:sp>
      <p:sp>
        <p:nvSpPr>
          <p:cNvPr id="6" name="フッター プレースホルダー 5"/>
          <p:cNvSpPr>
            <a:spLocks noGrp="1"/>
          </p:cNvSpPr>
          <p:nvPr>
            <p:ph type="ftr" sz="quarter" idx="11"/>
          </p:nvPr>
        </p:nvSpPr>
        <p:spPr/>
        <p:txBody>
          <a:bodyPr/>
          <a:lstStyle/>
          <a:p>
            <a:endParaRPr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lang="ja-JP" altLang="en-US" smtClean="0"/>
              <a:t>‹#›</a:t>
            </a:fld>
            <a:endParaRPr lang="ja-JP" altLang="en-US"/>
          </a:p>
        </p:txBody>
      </p:sp>
    </p:spTree>
    <p:extLst>
      <p:ext uri="{BB962C8B-B14F-4D97-AF65-F5344CB8AC3E}">
        <p14:creationId xmlns:p14="http://schemas.microsoft.com/office/powerpoint/2010/main" val="2189387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lang="ja-JP" altLang="en-US" smtClean="0"/>
              <a:t>2026/8/6</a:t>
            </a:fld>
            <a:endParaRPr lang="ja-JP" altLang="en-US"/>
          </a:p>
        </p:txBody>
      </p:sp>
      <p:sp>
        <p:nvSpPr>
          <p:cNvPr id="5" name="フッター プレースホルダー 4"/>
          <p:cNvSpPr>
            <a:spLocks noGrp="1"/>
          </p:cNvSpPr>
          <p:nvPr>
            <p:ph type="ftr" sz="quarter" idx="11"/>
          </p:nvPr>
        </p:nvSpPr>
        <p:spPr/>
        <p:txBody>
          <a:bodyPr/>
          <a:lstStyle/>
          <a:p>
            <a:endParaRPr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lang="ja-JP" altLang="en-US" smtClean="0"/>
              <a:t>‹#›</a:t>
            </a:fld>
            <a:endParaRPr lang="ja-JP" altLang="en-US"/>
          </a:p>
        </p:txBody>
      </p:sp>
    </p:spTree>
    <p:extLst>
      <p:ext uri="{BB962C8B-B14F-4D97-AF65-F5344CB8AC3E}">
        <p14:creationId xmlns:p14="http://schemas.microsoft.com/office/powerpoint/2010/main" val="2575747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lang="ja-JP" altLang="en-US" smtClean="0"/>
              <a:t>2026/8/6</a:t>
            </a:fld>
            <a:endParaRPr lang="ja-JP" altLang="en-US"/>
          </a:p>
        </p:txBody>
      </p:sp>
      <p:sp>
        <p:nvSpPr>
          <p:cNvPr id="5" name="フッター プレースホルダー 4"/>
          <p:cNvSpPr>
            <a:spLocks noGrp="1"/>
          </p:cNvSpPr>
          <p:nvPr>
            <p:ph type="ftr" sz="quarter" idx="11"/>
          </p:nvPr>
        </p:nvSpPr>
        <p:spPr/>
        <p:txBody>
          <a:bodyPr/>
          <a:lstStyle/>
          <a:p>
            <a:endParaRPr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lang="ja-JP" altLang="en-US" smtClean="0"/>
              <a:t>‹#›</a:t>
            </a:fld>
            <a:endParaRPr lang="ja-JP" altLang="en-US"/>
          </a:p>
        </p:txBody>
      </p:sp>
    </p:spTree>
    <p:extLst>
      <p:ext uri="{BB962C8B-B14F-4D97-AF65-F5344CB8AC3E}">
        <p14:creationId xmlns:p14="http://schemas.microsoft.com/office/powerpoint/2010/main" val="2950866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02A643-9BB0-4E02-80B2-2C0A5E5D738E}" type="datetimeFigureOut">
              <a:rPr lang="ja-JP" altLang="en-US" smtClean="0"/>
              <a:t>2026/8/6</a:t>
            </a:fld>
            <a:endParaRPr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99D720A-4AD5-4DCF-885F-DE5297996123}" type="slidenum">
              <a:rPr lang="ja-JP" altLang="en-US" smtClean="0"/>
              <a:t>‹#›</a:t>
            </a:fld>
            <a:endParaRPr lang="ja-JP" altLang="en-US"/>
          </a:p>
        </p:txBody>
      </p:sp>
    </p:spTree>
    <p:extLst>
      <p:ext uri="{BB962C8B-B14F-4D97-AF65-F5344CB8AC3E}">
        <p14:creationId xmlns:p14="http://schemas.microsoft.com/office/powerpoint/2010/main" val="29072897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graphicFrame>
        <p:nvGraphicFramePr>
          <p:cNvPr id="871" name="Google Shape;871;g3f689329f10_0_122"/>
          <p:cNvGraphicFramePr/>
          <p:nvPr>
            <p:extLst>
              <p:ext uri="{D42A27DB-BD31-4B8C-83A1-F6EECF244321}">
                <p14:modId xmlns:p14="http://schemas.microsoft.com/office/powerpoint/2010/main" val="1578528339"/>
              </p:ext>
            </p:extLst>
          </p:nvPr>
        </p:nvGraphicFramePr>
        <p:xfrm>
          <a:off x="222012" y="627905"/>
          <a:ext cx="11603167" cy="6075880"/>
        </p:xfrm>
        <a:graphic>
          <a:graphicData uri="http://schemas.openxmlformats.org/drawingml/2006/table">
            <a:tbl>
              <a:tblPr>
                <a:noFill/>
              </a:tblPr>
              <a:tblGrid>
                <a:gridCol w="1523855">
                  <a:extLst>
                    <a:ext uri="{9D8B030D-6E8A-4147-A177-3AD203B41FA5}">
                      <a16:colId xmlns:a16="http://schemas.microsoft.com/office/drawing/2014/main" val="20000"/>
                    </a:ext>
                  </a:extLst>
                </a:gridCol>
                <a:gridCol w="1798085">
                  <a:extLst>
                    <a:ext uri="{9D8B030D-6E8A-4147-A177-3AD203B41FA5}">
                      <a16:colId xmlns:a16="http://schemas.microsoft.com/office/drawing/2014/main" val="20001"/>
                    </a:ext>
                  </a:extLst>
                </a:gridCol>
                <a:gridCol w="2078148">
                  <a:extLst>
                    <a:ext uri="{9D8B030D-6E8A-4147-A177-3AD203B41FA5}">
                      <a16:colId xmlns:a16="http://schemas.microsoft.com/office/drawing/2014/main" val="20002"/>
                    </a:ext>
                  </a:extLst>
                </a:gridCol>
                <a:gridCol w="6203079">
                  <a:extLst>
                    <a:ext uri="{9D8B030D-6E8A-4147-A177-3AD203B41FA5}">
                      <a16:colId xmlns:a16="http://schemas.microsoft.com/office/drawing/2014/main" val="20003"/>
                    </a:ext>
                  </a:extLst>
                </a:gridCol>
              </a:tblGrid>
              <a:tr h="346137">
                <a:tc>
                  <a:txBody>
                    <a:bodyPr/>
                    <a:lstStyle/>
                    <a:p>
                      <a:pPr marL="0" lvl="0" indent="0" algn="ctr" rtl="0">
                        <a:spcBef>
                          <a:spcPts val="0"/>
                        </a:spcBef>
                        <a:spcAft>
                          <a:spcPts val="0"/>
                        </a:spcAft>
                        <a:buNone/>
                      </a:pPr>
                      <a:r>
                        <a:rPr lang="ja-JP" sz="1300" b="1">
                          <a:solidFill>
                            <a:schemeClr val="lt1"/>
                          </a:solidFill>
                        </a:rPr>
                        <a:t>カテゴリ</a:t>
                      </a:r>
                      <a:endParaRPr sz="1300" b="1">
                        <a:solidFill>
                          <a:schemeClr val="lt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B7B7B7"/>
                      </a:solidFill>
                      <a:prstDash val="solid"/>
                      <a:round/>
                      <a:headEnd type="none" w="sm" len="sm"/>
                      <a:tailEnd type="none" w="sm" len="sm"/>
                    </a:lnB>
                    <a:solidFill>
                      <a:srgbClr val="1F497D"/>
                    </a:solidFill>
                  </a:tcPr>
                </a:tc>
                <a:tc>
                  <a:txBody>
                    <a:bodyPr/>
                    <a:lstStyle/>
                    <a:p>
                      <a:pPr marL="0" lvl="0" indent="0" algn="ctr" rtl="0">
                        <a:spcBef>
                          <a:spcPts val="0"/>
                        </a:spcBef>
                        <a:spcAft>
                          <a:spcPts val="0"/>
                        </a:spcAft>
                        <a:buNone/>
                      </a:pPr>
                      <a:r>
                        <a:rPr lang="ja-JP" sz="1300" b="1">
                          <a:solidFill>
                            <a:schemeClr val="lt1"/>
                          </a:solidFill>
                        </a:rPr>
                        <a:t>サブカテゴリ</a:t>
                      </a:r>
                      <a:endParaRPr sz="1300" b="1">
                        <a:solidFill>
                          <a:schemeClr val="lt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B7B7B7"/>
                      </a:solidFill>
                      <a:prstDash val="solid"/>
                      <a:round/>
                      <a:headEnd type="none" w="sm" len="sm"/>
                      <a:tailEnd type="none" w="sm" len="sm"/>
                    </a:lnB>
                    <a:solidFill>
                      <a:srgbClr val="1F497D"/>
                    </a:solidFill>
                  </a:tcPr>
                </a:tc>
                <a:tc>
                  <a:txBody>
                    <a:bodyPr/>
                    <a:lstStyle/>
                    <a:p>
                      <a:pPr marL="0" lvl="0" indent="0" algn="ctr" rtl="0">
                        <a:spcBef>
                          <a:spcPts val="0"/>
                        </a:spcBef>
                        <a:spcAft>
                          <a:spcPts val="0"/>
                        </a:spcAft>
                        <a:buNone/>
                      </a:pPr>
                      <a:r>
                        <a:rPr lang="ja-JP" sz="1300" b="1">
                          <a:solidFill>
                            <a:schemeClr val="lt1"/>
                          </a:solidFill>
                        </a:rPr>
                        <a:t>業務タスク</a:t>
                      </a:r>
                      <a:endParaRPr sz="1300" b="1">
                        <a:solidFill>
                          <a:schemeClr val="lt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B7B7B7"/>
                      </a:solidFill>
                      <a:prstDash val="solid"/>
                      <a:round/>
                      <a:headEnd type="none" w="sm" len="sm"/>
                      <a:tailEnd type="none" w="sm" len="sm"/>
                    </a:lnB>
                    <a:solidFill>
                      <a:srgbClr val="1F497D"/>
                    </a:solidFill>
                  </a:tcPr>
                </a:tc>
                <a:tc>
                  <a:txBody>
                    <a:bodyPr/>
                    <a:lstStyle/>
                    <a:p>
                      <a:pPr marL="0" lvl="0" indent="0" algn="ctr" rtl="0">
                        <a:spcBef>
                          <a:spcPts val="0"/>
                        </a:spcBef>
                        <a:spcAft>
                          <a:spcPts val="0"/>
                        </a:spcAft>
                        <a:buNone/>
                      </a:pPr>
                      <a:r>
                        <a:rPr lang="ja-JP" sz="1300" b="1">
                          <a:solidFill>
                            <a:schemeClr val="lt1"/>
                          </a:solidFill>
                        </a:rPr>
                        <a:t>内容</a:t>
                      </a:r>
                      <a:endParaRPr sz="1300" b="1">
                        <a:solidFill>
                          <a:schemeClr val="lt1"/>
                        </a:solidFill>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B7B7B7"/>
                      </a:solidFill>
                      <a:prstDash val="solid"/>
                      <a:round/>
                      <a:headEnd type="none" w="sm" len="sm"/>
                      <a:tailEnd type="none" w="sm" len="sm"/>
                    </a:lnB>
                    <a:solidFill>
                      <a:srgbClr val="1F497D"/>
                    </a:solidFill>
                  </a:tcPr>
                </a:tc>
                <a:extLst>
                  <a:ext uri="{0D108BD9-81ED-4DB2-BD59-A6C34878D82A}">
                    <a16:rowId xmlns:a16="http://schemas.microsoft.com/office/drawing/2014/main" val="10000"/>
                  </a:ext>
                </a:extLst>
              </a:tr>
              <a:tr h="740348">
                <a:tc>
                  <a:txBody>
                    <a:bodyPr/>
                    <a:lstStyle/>
                    <a:p>
                      <a:pPr marL="0" lvl="0" indent="0" algn="l" rtl="0">
                        <a:spcBef>
                          <a:spcPts val="0"/>
                        </a:spcBef>
                        <a:spcAft>
                          <a:spcPts val="0"/>
                        </a:spcAft>
                        <a:buNone/>
                      </a:pPr>
                      <a:r>
                        <a:rPr lang="ja-JP" sz="1200" b="1"/>
                        <a:t>セキュリティ</a:t>
                      </a:r>
                      <a:endParaRPr sz="1200" b="1"/>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alpha val="0"/>
                        </a:srgbClr>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ja-JP" sz="1200"/>
                        <a:t>追加対応</a:t>
                      </a:r>
                      <a:endParaRPr sz="1200"/>
                    </a:p>
                  </a:txBody>
                  <a:tcPr marL="91425" marR="91425" marT="91425" marB="91425" anchor="ctr">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zh-TW" altLang="en-US" sz="1200"/>
                        <a:t>設計</a:t>
                      </a:r>
                      <a:br>
                        <a:rPr lang="zh-TW" altLang="en-US" sz="1200" dirty="0"/>
                      </a:br>
                      <a:r>
                        <a:rPr lang="zh-TW" altLang="en-US" sz="1200"/>
                        <a:t>権限設計</a:t>
                      </a:r>
                    </a:p>
                  </a:txBody>
                  <a:tcPr marL="91425" marR="91425" marT="91425" marB="91425" anchor="ctr">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ja-JP" altLang="en-US" sz="1050"/>
                        <a:t>恒久対応の攻勢に合わせて、API利用時の認証・認可やアクセス範囲を整理。</a:t>
                      </a:r>
                    </a:p>
                    <a:p>
                      <a:pPr marL="0" lvl="0" indent="0" algn="l">
                        <a:spcBef>
                          <a:spcPts val="0"/>
                        </a:spcBef>
                        <a:spcAft>
                          <a:spcPts val="0"/>
                        </a:spcAft>
                        <a:buNone/>
                      </a:pPr>
                      <a:r>
                        <a:rPr lang="ja-JP" altLang="en-US" sz="1050"/>
                        <a:t>APIキー</a:t>
                      </a:r>
                    </a:p>
                    <a:p>
                      <a:pPr marL="0" lvl="0" indent="0" algn="l">
                        <a:spcBef>
                          <a:spcPts val="0"/>
                        </a:spcBef>
                        <a:spcAft>
                          <a:spcPts val="0"/>
                        </a:spcAft>
                        <a:buNone/>
                      </a:pPr>
                      <a:r>
                        <a:rPr lang="ja-JP" altLang="en-US" sz="1050"/>
                        <a:t>サービスアカウント</a:t>
                      </a:r>
                    </a:p>
                    <a:p>
                      <a:pPr marL="0" lvl="0" indent="0" algn="l">
                        <a:spcBef>
                          <a:spcPts val="0"/>
                        </a:spcBef>
                        <a:spcAft>
                          <a:spcPts val="0"/>
                        </a:spcAft>
                        <a:buNone/>
                      </a:pPr>
                      <a:r>
                        <a:rPr lang="ja-JP" altLang="en-US" sz="1050"/>
                        <a:t>などによる、販社単位・行レベルのアクセス制御など、必要な権限設計を行う。</a:t>
                      </a:r>
                    </a:p>
                  </a:txBody>
                  <a:tcPr marL="91425" marR="91425" marT="91425" marB="91425" anchor="ctr">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extLst>
                  <a:ext uri="{0D108BD9-81ED-4DB2-BD59-A6C34878D82A}">
                    <a16:rowId xmlns:a16="http://schemas.microsoft.com/office/drawing/2014/main" val="10001"/>
                  </a:ext>
                </a:extLst>
              </a:tr>
              <a:tr h="596125">
                <a:tc>
                  <a:txBody>
                    <a:bodyPr/>
                    <a:lstStyle/>
                    <a:p>
                      <a:pPr marL="0" lvl="0" indent="0" algn="l" rtl="0">
                        <a:spcBef>
                          <a:spcPts val="0"/>
                        </a:spcBef>
                        <a:spcAft>
                          <a:spcPts val="0"/>
                        </a:spcAft>
                        <a:buNone/>
                      </a:pPr>
                      <a:endParaRPr sz="1200" b="1"/>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alpha val="0"/>
                        </a:srgbClr>
                      </a:solidFill>
                      <a:prstDash val="solid"/>
                      <a:round/>
                      <a:headEnd type="none" w="sm" len="sm"/>
                      <a:tailEnd type="none" w="sm" len="sm"/>
                    </a:lnT>
                    <a:lnB w="9525" cap="flat" cmpd="sng">
                      <a:solidFill>
                        <a:srgbClr val="B7B7B7"/>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ja-JP" altLang="en-US" sz="1200"/>
                        <a:t>追加対応</a:t>
                      </a:r>
                      <a:endParaRPr sz="1200"/>
                    </a:p>
                  </a:txBody>
                  <a:tcPr marL="91425" marR="91425" marT="91425" marB="91425" anchor="ctr">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ja-JP" sz="1200">
                          <a:solidFill>
                            <a:schemeClr val="dk1"/>
                          </a:solidFill>
                        </a:rPr>
                        <a:t>穴開け追加</a:t>
                      </a:r>
                      <a:endParaRPr sz="1200"/>
                    </a:p>
                  </a:txBody>
                  <a:tcPr marL="91425" marR="91425" marT="91425" marB="91425" anchor="ctr">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ja-JP" altLang="en-US" sz="1050"/>
                        <a:t>恒久対応で追加されるAPI基盤との通信に必要な接続先・通信経路を確認。</a:t>
                      </a:r>
                    </a:p>
                    <a:p>
                      <a:pPr marL="0" lvl="0" indent="0" algn="l">
                        <a:spcBef>
                          <a:spcPts val="0"/>
                        </a:spcBef>
                        <a:spcAft>
                          <a:spcPts val="0"/>
                        </a:spcAft>
                        <a:buNone/>
                      </a:pPr>
                      <a:r>
                        <a:rPr lang="ja-JP" altLang="en-US" sz="1050"/>
                        <a:t>必要なネットワーク接続許可を追加する。</a:t>
                      </a:r>
                    </a:p>
                    <a:p>
                      <a:pPr marL="0" lvl="0" indent="0" algn="l">
                        <a:spcBef>
                          <a:spcPts val="0"/>
                        </a:spcBef>
                        <a:spcAft>
                          <a:spcPts val="0"/>
                        </a:spcAft>
                        <a:buNone/>
                      </a:pPr>
                      <a:r>
                        <a:rPr lang="ja-JP" altLang="en-US" sz="1050"/>
                        <a:t>具体的な対象や設定内容は関係者確認後に確定。</a:t>
                      </a:r>
                    </a:p>
                  </a:txBody>
                  <a:tcPr marL="91425" marR="91425" marT="91425" marB="91425" anchor="ctr">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extLst>
                  <a:ext uri="{0D108BD9-81ED-4DB2-BD59-A6C34878D82A}">
                    <a16:rowId xmlns:a16="http://schemas.microsoft.com/office/drawing/2014/main" val="10002"/>
                  </a:ext>
                </a:extLst>
              </a:tr>
              <a:tr h="451900">
                <a:tc rowSpan="4">
                  <a:txBody>
                    <a:bodyPr/>
                    <a:lstStyle/>
                    <a:p>
                      <a:pPr marL="0" lvl="0" indent="0" algn="l" rtl="0">
                        <a:spcBef>
                          <a:spcPts val="0"/>
                        </a:spcBef>
                        <a:spcAft>
                          <a:spcPts val="0"/>
                        </a:spcAft>
                        <a:buNone/>
                      </a:pPr>
                      <a:r>
                        <a:rPr lang="ja-JP" sz="1200" b="1"/>
                        <a:t>API基盤開発</a:t>
                      </a:r>
                      <a:endParaRPr sz="1200" b="1"/>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4">
                      <a:solidFill>
                        <a:srgbClr val="B7B7B7"/>
                      </a:solidFill>
                    </a:lnB>
                    <a:solidFill>
                      <a:srgbClr val="F3F3F3"/>
                    </a:solidFill>
                  </a:tcPr>
                </a:tc>
                <a:tc>
                  <a:txBody>
                    <a:bodyPr/>
                    <a:lstStyle/>
                    <a:p>
                      <a:pPr marL="0" lvl="0" indent="0" algn="l" rtl="0">
                        <a:spcBef>
                          <a:spcPts val="0"/>
                        </a:spcBef>
                        <a:spcAft>
                          <a:spcPts val="0"/>
                        </a:spcAft>
                        <a:buNone/>
                      </a:pPr>
                      <a:r>
                        <a:rPr lang="ja-JP" altLang="en-US" sz="1200"/>
                        <a:t>設計</a:t>
                      </a:r>
                      <a:endParaRPr sz="1200"/>
                    </a:p>
                  </a:txBody>
                  <a:tcPr marL="91425" marR="91425" marT="91425" marB="91425" anchor="ctr">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ja-JP" sz="1200"/>
                        <a:t>設計</a:t>
                      </a:r>
                      <a:endParaRPr sz="1200"/>
                    </a:p>
                  </a:txBody>
                  <a:tcPr marL="91425" marR="91425" marT="91425" marB="91425" anchor="ctr">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ja-JP" altLang="en-US" sz="1050"/>
                        <a:t>モビリコからデータ活用基盤を利用するためのAPI基盤について、APIの入出力、認証、データ取得方法、エラー時の扱いなど、必要な仕様を整理。</a:t>
                      </a:r>
                      <a:endParaRPr sz="1050"/>
                    </a:p>
                  </a:txBody>
                  <a:tcPr marL="91425" marR="91425" marT="91425" marB="91425" anchor="ctr">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extLst>
                  <a:ext uri="{0D108BD9-81ED-4DB2-BD59-A6C34878D82A}">
                    <a16:rowId xmlns:a16="http://schemas.microsoft.com/office/drawing/2014/main" val="10003"/>
                  </a:ext>
                </a:extLst>
              </a:tr>
              <a:tr h="451900">
                <a:tc vMerge="1">
                  <a:txBody>
                    <a:bodyPr/>
                    <a:lstStyle/>
                    <a:p>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alpha val="0"/>
                        </a:srgbClr>
                      </a:solidFill>
                      <a:prstDash val="solid"/>
                      <a:round/>
                      <a:headEnd type="none" w="sm" len="sm"/>
                      <a:tailEnd type="none" w="sm" len="sm"/>
                    </a:lnT>
                    <a:lnB w="9525" cap="flat" cmpd="sng">
                      <a:solidFill>
                        <a:srgbClr val="B7B7B7"/>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ja-JP" altLang="en-US" sz="1200"/>
                        <a:t>実装</a:t>
                      </a:r>
                      <a:endParaRPr sz="1200"/>
                    </a:p>
                  </a:txBody>
                  <a:tcPr marL="91425" marR="91425" marT="91425" marB="91425" anchor="ctr">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ja-JP" sz="1200"/>
                        <a:t>実装</a:t>
                      </a:r>
                      <a:endParaRPr sz="1200"/>
                    </a:p>
                  </a:txBody>
                  <a:tcPr marL="91425" marR="91425" marT="91425" marB="91425" anchor="ctr">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ja-JP" altLang="en-US" sz="1050"/>
                        <a:t>設計内容に基づいて、Application Gateway、API Management、mobilico-api等、恒久対応に必要なAPI基盤の設定・処理を実装する。</a:t>
                      </a:r>
                      <a:endParaRPr sz="1050"/>
                    </a:p>
                  </a:txBody>
                  <a:tcPr marL="91425" marR="91425" marT="91425" marB="91425" anchor="ctr">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extLst>
                  <a:ext uri="{0D108BD9-81ED-4DB2-BD59-A6C34878D82A}">
                    <a16:rowId xmlns:a16="http://schemas.microsoft.com/office/drawing/2014/main" val="10004"/>
                  </a:ext>
                </a:extLst>
              </a:tr>
              <a:tr h="451900">
                <a:tc vMerge="1">
                  <a:txBody>
                    <a:bodyPr/>
                    <a:lstStyle/>
                    <a:p>
                      <a:endParaRPr/>
                    </a:p>
                  </a:txBody>
                  <a:tcPr marL="91425" marR="91425" marT="91425" marB="91425">
                    <a:lnL w="9524">
                      <a:solidFill>
                        <a:srgbClr val="B7B7B7"/>
                      </a:solidFill>
                    </a:lnL>
                    <a:lnR w="9524">
                      <a:solidFill>
                        <a:srgbClr val="B7B7B7"/>
                      </a:solidFill>
                    </a:lnR>
                    <a:lnT w="9524">
                      <a:solidFill>
                        <a:srgbClr val="B7B7B7">
                          <a:alpha val="0"/>
                        </a:srgbClr>
                      </a:solidFill>
                    </a:lnT>
                    <a:lnB w="9524">
                      <a:solidFill>
                        <a:srgbClr val="B7B7B7"/>
                      </a:solidFill>
                    </a:lnB>
                    <a:solidFill>
                      <a:srgbClr val="F3F3F3"/>
                    </a:solidFill>
                  </a:tcPr>
                </a:tc>
                <a:tc>
                  <a:txBody>
                    <a:bodyPr/>
                    <a:lstStyle/>
                    <a:p>
                      <a:pPr marL="0" lvl="0" indent="0" algn="l">
                        <a:spcBef>
                          <a:spcPts val="0"/>
                        </a:spcBef>
                        <a:spcAft>
                          <a:spcPts val="0"/>
                        </a:spcAft>
                        <a:buNone/>
                      </a:pPr>
                      <a:r>
                        <a:rPr lang="ja-JP" altLang="en-US" sz="1200"/>
                        <a:t>試験</a:t>
                      </a:r>
                      <a:endParaRPr lang="ja-JP" altLang="en-US" sz="1200" dirty="0"/>
                    </a:p>
                  </a:txBody>
                  <a:tcPr marL="91425" marR="91425" marT="91425" marB="91425" anchor="ctr">
                    <a:lnL w="9524">
                      <a:solidFill>
                        <a:srgbClr val="B7B7B7"/>
                      </a:solidFill>
                    </a:lnL>
                    <a:lnR w="9524">
                      <a:solidFill>
                        <a:srgbClr val="B7B7B7"/>
                      </a:solidFill>
                    </a:lnR>
                    <a:lnT w="9524">
                      <a:solidFill>
                        <a:srgbClr val="B7B7B7"/>
                      </a:solidFill>
                    </a:lnT>
                    <a:lnB w="9524">
                      <a:solidFill>
                        <a:srgbClr val="B7B7B7"/>
                      </a:solidFill>
                    </a:lnB>
                  </a:tcPr>
                </a:tc>
                <a:tc>
                  <a:txBody>
                    <a:bodyPr/>
                    <a:lstStyle/>
                    <a:p>
                      <a:pPr marL="0" lvl="0" indent="0" algn="l">
                        <a:spcBef>
                          <a:spcPts val="0"/>
                        </a:spcBef>
                        <a:spcAft>
                          <a:spcPts val="0"/>
                        </a:spcAft>
                        <a:buNone/>
                      </a:pPr>
                      <a:r>
                        <a:rPr lang="ja-JP" altLang="en-US" sz="1200"/>
                        <a:t>単体試験</a:t>
                      </a:r>
                      <a:endParaRPr lang="ja-JP" altLang="en-US" sz="1200" dirty="0"/>
                    </a:p>
                  </a:txBody>
                  <a:tcPr marL="91425" marR="91425" marT="91425" marB="91425" anchor="ctr">
                    <a:lnL w="9524">
                      <a:solidFill>
                        <a:srgbClr val="B7B7B7"/>
                      </a:solidFill>
                    </a:lnL>
                    <a:lnR w="9524">
                      <a:solidFill>
                        <a:srgbClr val="B7B7B7"/>
                      </a:solidFill>
                    </a:lnR>
                    <a:lnT w="9524">
                      <a:solidFill>
                        <a:srgbClr val="B7B7B7"/>
                      </a:solidFill>
                    </a:lnT>
                    <a:lnB w="9524">
                      <a:solidFill>
                        <a:srgbClr val="B7B7B7"/>
                      </a:solidFill>
                    </a:lnB>
                  </a:tcPr>
                </a:tc>
                <a:tc>
                  <a:txBody>
                    <a:bodyPr/>
                    <a:lstStyle/>
                    <a:p>
                      <a:pPr marL="0" lvl="0" indent="0" algn="l">
                        <a:spcBef>
                          <a:spcPts val="0"/>
                        </a:spcBef>
                        <a:spcAft>
                          <a:spcPts val="0"/>
                        </a:spcAft>
                        <a:buNone/>
                      </a:pPr>
                      <a:r>
                        <a:rPr lang="ja-JP" altLang="en-US" sz="1050"/>
                        <a:t>実装したAPIや各種設定について、個々の機能が設計通り動作することを確認する。</a:t>
                      </a:r>
                    </a:p>
                    <a:p>
                      <a:pPr marL="0" lvl="0" indent="0" algn="l">
                        <a:spcBef>
                          <a:spcPts val="0"/>
                        </a:spcBef>
                        <a:spcAft>
                          <a:spcPts val="0"/>
                        </a:spcAft>
                        <a:buNone/>
                      </a:pPr>
                      <a:r>
                        <a:rPr lang="ja-JP" altLang="en-US" sz="1050"/>
                        <a:t>正常系に加えて、認証失敗や不正な入力など、想定可能な異常系についても確認。</a:t>
                      </a:r>
                    </a:p>
                  </a:txBody>
                  <a:tcPr marL="91425" marR="91425" marT="91425" marB="91425" anchor="ctr">
                    <a:lnL w="9524">
                      <a:solidFill>
                        <a:srgbClr val="B7B7B7"/>
                      </a:solidFill>
                    </a:lnL>
                    <a:lnR w="9524">
                      <a:solidFill>
                        <a:srgbClr val="B7B7B7"/>
                      </a:solidFill>
                    </a:lnR>
                    <a:lnT w="9524">
                      <a:solidFill>
                        <a:srgbClr val="B7B7B7"/>
                      </a:solidFill>
                    </a:lnT>
                    <a:lnB w="9524">
                      <a:solidFill>
                        <a:srgbClr val="B7B7B7"/>
                      </a:solidFill>
                    </a:lnB>
                  </a:tcPr>
                </a:tc>
                <a:extLst>
                  <a:ext uri="{0D108BD9-81ED-4DB2-BD59-A6C34878D82A}">
                    <a16:rowId xmlns:a16="http://schemas.microsoft.com/office/drawing/2014/main" val="601354464"/>
                  </a:ext>
                </a:extLst>
              </a:tr>
              <a:tr h="528820">
                <a:tc vMerge="1">
                  <a:txBody>
                    <a:bodyPr/>
                    <a:lstStyle/>
                    <a:p>
                      <a:endParaRPr/>
                    </a:p>
                  </a:txBody>
                  <a:tcPr marL="91425" marR="91425" marT="91425" marB="91425">
                    <a:lnL w="9524">
                      <a:solidFill>
                        <a:srgbClr val="B7B7B7"/>
                      </a:solidFill>
                    </a:lnL>
                    <a:lnR w="9524">
                      <a:solidFill>
                        <a:srgbClr val="B7B7B7"/>
                      </a:solidFill>
                    </a:lnR>
                    <a:lnT w="9524">
                      <a:solidFill>
                        <a:srgbClr val="B7B7B7">
                          <a:alpha val="0"/>
                        </a:srgbClr>
                      </a:solidFill>
                    </a:lnT>
                    <a:lnB w="9524">
                      <a:solidFill>
                        <a:srgbClr val="B7B7B7"/>
                      </a:solidFill>
                    </a:lnB>
                    <a:solidFill>
                      <a:srgbClr val="F3F3F3"/>
                    </a:solidFill>
                  </a:tcPr>
                </a:tc>
                <a:tc>
                  <a:txBody>
                    <a:bodyPr/>
                    <a:lstStyle/>
                    <a:p>
                      <a:pPr marL="0" lvl="0" indent="0" algn="l">
                        <a:spcBef>
                          <a:spcPts val="0"/>
                        </a:spcBef>
                        <a:spcAft>
                          <a:spcPts val="0"/>
                        </a:spcAft>
                        <a:buNone/>
                      </a:pPr>
                      <a:r>
                        <a:rPr lang="ja-JP" altLang="en-US" sz="1200"/>
                        <a:t>監視</a:t>
                      </a:r>
                      <a:endParaRPr lang="ja-JP" altLang="en-US" sz="1200" dirty="0"/>
                    </a:p>
                  </a:txBody>
                  <a:tcPr marL="91425" marR="91425" marT="91425" marB="91425" anchor="ctr">
                    <a:lnL w="9524">
                      <a:solidFill>
                        <a:srgbClr val="B7B7B7"/>
                      </a:solidFill>
                    </a:lnL>
                    <a:lnR w="9524">
                      <a:solidFill>
                        <a:srgbClr val="B7B7B7"/>
                      </a:solidFill>
                    </a:lnR>
                    <a:lnT w="9524">
                      <a:solidFill>
                        <a:srgbClr val="B7B7B7"/>
                      </a:solidFill>
                    </a:lnT>
                    <a:lnB w="9524">
                      <a:solidFill>
                        <a:srgbClr val="B7B7B7"/>
                      </a:solidFill>
                    </a:lnB>
                  </a:tcPr>
                </a:tc>
                <a:tc>
                  <a:txBody>
                    <a:bodyPr/>
                    <a:lstStyle/>
                    <a:p>
                      <a:pPr marL="0" lvl="0" indent="0" algn="l">
                        <a:spcBef>
                          <a:spcPts val="0"/>
                        </a:spcBef>
                        <a:spcAft>
                          <a:spcPts val="0"/>
                        </a:spcAft>
                        <a:buNone/>
                      </a:pPr>
                      <a:r>
                        <a:rPr lang="ja-JP" altLang="en-US" sz="1200"/>
                        <a:t>監視設定</a:t>
                      </a:r>
                      <a:endParaRPr lang="ja-JP" altLang="en-US" sz="1200" dirty="0"/>
                    </a:p>
                  </a:txBody>
                  <a:tcPr marL="91425" marR="91425" marT="91425" marB="91425" anchor="ctr">
                    <a:lnL w="9524">
                      <a:solidFill>
                        <a:srgbClr val="B7B7B7"/>
                      </a:solidFill>
                    </a:lnL>
                    <a:lnR w="9524">
                      <a:solidFill>
                        <a:srgbClr val="B7B7B7"/>
                      </a:solidFill>
                    </a:lnR>
                    <a:lnT w="9524">
                      <a:solidFill>
                        <a:srgbClr val="B7B7B7"/>
                      </a:solidFill>
                    </a:lnT>
                    <a:lnB w="9524">
                      <a:solidFill>
                        <a:srgbClr val="B7B7B7"/>
                      </a:solidFill>
                    </a:lnB>
                  </a:tcPr>
                </a:tc>
                <a:tc>
                  <a:txBody>
                    <a:bodyPr/>
                    <a:lstStyle/>
                    <a:p>
                      <a:pPr marL="0" lvl="0" indent="0" algn="l">
                        <a:spcBef>
                          <a:spcPts val="0"/>
                        </a:spcBef>
                        <a:spcAft>
                          <a:spcPts val="0"/>
                        </a:spcAft>
                        <a:buNone/>
                      </a:pPr>
                      <a:r>
                        <a:rPr lang="ja-JP" altLang="en-US" sz="1050"/>
                        <a:t>恒久対応後にAPI基盤を監視できるように、Azure Monitor等を利用した「必要な</a:t>
                      </a:r>
                      <a:r>
                        <a:rPr lang="ja-JP" altLang="en-US" sz="1050" b="0"/>
                        <a:t>監視設定</a:t>
                      </a:r>
                      <a:r>
                        <a:rPr lang="ja-JP" altLang="en-US" sz="1050" b="1"/>
                        <a:t>」</a:t>
                      </a:r>
                      <a:r>
                        <a:rPr lang="ja-JP" altLang="en-US" sz="1050" b="0"/>
                        <a:t>を行う。</a:t>
                      </a:r>
                    </a:p>
                    <a:p>
                      <a:pPr marL="0" lvl="0" indent="0" algn="l">
                        <a:spcBef>
                          <a:spcPts val="0"/>
                        </a:spcBef>
                        <a:spcAft>
                          <a:spcPts val="0"/>
                        </a:spcAft>
                        <a:buNone/>
                      </a:pPr>
                      <a:r>
                        <a:rPr lang="ja-JP" altLang="en-US" sz="1050" b="0"/>
                        <a:t>具体的な監視項目、閾値、通知先は関係者と確認して確定。</a:t>
                      </a:r>
                    </a:p>
                  </a:txBody>
                  <a:tcPr marL="91425" marR="91425" marT="91425" marB="91425" anchor="ctr">
                    <a:lnL w="9524">
                      <a:solidFill>
                        <a:srgbClr val="B7B7B7"/>
                      </a:solidFill>
                    </a:lnL>
                    <a:lnR w="9524">
                      <a:solidFill>
                        <a:srgbClr val="B7B7B7"/>
                      </a:solidFill>
                    </a:lnR>
                    <a:lnT w="9524">
                      <a:solidFill>
                        <a:srgbClr val="B7B7B7"/>
                      </a:solidFill>
                    </a:lnT>
                    <a:lnB w="9524">
                      <a:solidFill>
                        <a:srgbClr val="B7B7B7"/>
                      </a:solidFill>
                    </a:lnB>
                  </a:tcPr>
                </a:tc>
                <a:extLst>
                  <a:ext uri="{0D108BD9-81ED-4DB2-BD59-A6C34878D82A}">
                    <a16:rowId xmlns:a16="http://schemas.microsoft.com/office/drawing/2014/main" val="3948937764"/>
                  </a:ext>
                </a:extLst>
              </a:tr>
              <a:tr h="451900">
                <a:tc>
                  <a:txBody>
                    <a:bodyPr/>
                    <a:lstStyle/>
                    <a:p>
                      <a:pPr marL="0" lvl="0" indent="0" algn="l" rtl="0">
                        <a:spcBef>
                          <a:spcPts val="0"/>
                        </a:spcBef>
                        <a:spcAft>
                          <a:spcPts val="0"/>
                        </a:spcAft>
                        <a:buNone/>
                      </a:pPr>
                      <a:r>
                        <a:rPr lang="ja-JP" sz="1200" b="1"/>
                        <a:t>基本開発</a:t>
                      </a:r>
                      <a:endParaRPr sz="1200" b="1"/>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ja-JP" altLang="en-US" sz="1200"/>
                        <a:t>接続変更</a:t>
                      </a:r>
                      <a:endParaRPr sz="1200"/>
                    </a:p>
                  </a:txBody>
                  <a:tcPr marL="91425" marR="91425" marT="91425" marB="91425" anchor="ctr">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ja-JP" sz="1200"/>
                        <a:t>向き先変更</a:t>
                      </a:r>
                      <a:endParaRPr sz="1200"/>
                    </a:p>
                  </a:txBody>
                  <a:tcPr marL="91425" marR="91425" marT="91425" marB="91425" anchor="ctr">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ja-JP" altLang="en-US" sz="1050"/>
                        <a:t>暫定対応から恒久対応へ切り替えるため、必要な接続先や設定を恒久API基盤側へ変更する。</a:t>
                      </a:r>
                    </a:p>
                    <a:p>
                      <a:pPr marL="0" lvl="0" indent="0" algn="l">
                        <a:spcBef>
                          <a:spcPts val="0"/>
                        </a:spcBef>
                        <a:spcAft>
                          <a:spcPts val="0"/>
                        </a:spcAft>
                        <a:buNone/>
                      </a:pPr>
                      <a:r>
                        <a:rPr lang="ja-JP" altLang="en-US" sz="1050"/>
                        <a:t>具体的な変更対象は関係者確認後に確定。</a:t>
                      </a:r>
                    </a:p>
                  </a:txBody>
                  <a:tcPr marL="91425" marR="91425" marT="91425" marB="91425" anchor="ctr">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extLst>
                  <a:ext uri="{0D108BD9-81ED-4DB2-BD59-A6C34878D82A}">
                    <a16:rowId xmlns:a16="http://schemas.microsoft.com/office/drawing/2014/main" val="10005"/>
                  </a:ext>
                </a:extLst>
              </a:tr>
              <a:tr h="451900">
                <a:tc rowSpan="2">
                  <a:txBody>
                    <a:bodyPr/>
                    <a:lstStyle/>
                    <a:p>
                      <a:pPr marL="0" lvl="0" indent="0" algn="l" rtl="0">
                        <a:spcBef>
                          <a:spcPts val="0"/>
                        </a:spcBef>
                        <a:spcAft>
                          <a:spcPts val="0"/>
                        </a:spcAft>
                        <a:buNone/>
                      </a:pPr>
                      <a:r>
                        <a:rPr lang="ja-JP" sz="1200" b="1"/>
                        <a:t>テスト</a:t>
                      </a:r>
                      <a:endParaRPr sz="1200" b="1"/>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ja-JP" altLang="en-US" sz="1200"/>
                        <a:t>結合テスト</a:t>
                      </a:r>
                      <a:endParaRPr sz="1200"/>
                    </a:p>
                  </a:txBody>
                  <a:tcPr marL="91425" marR="91425" marT="91425" marB="91425" anchor="ctr">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ja-JP" altLang="en-US" sz="1200"/>
                        <a:t>結合テスト</a:t>
                      </a:r>
                      <a:endParaRPr sz="1200"/>
                    </a:p>
                  </a:txBody>
                  <a:tcPr marL="91425" marR="91425" marT="91425" marB="91425" anchor="ctr">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ja-JP" altLang="en-US" sz="1050"/>
                        <a:t>モビリコ、API基盤、データ活用基盤を接続して、データ取得・認証・アクセス制御などが一連の処理として正常に動作することを確認。</a:t>
                      </a:r>
                    </a:p>
                  </a:txBody>
                  <a:tcPr marL="91425" marR="91425" marT="91425" marB="91425" anchor="ctr">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extLst>
                  <a:ext uri="{0D108BD9-81ED-4DB2-BD59-A6C34878D82A}">
                    <a16:rowId xmlns:a16="http://schemas.microsoft.com/office/drawing/2014/main" val="10006"/>
                  </a:ext>
                </a:extLst>
              </a:tr>
              <a:tr h="451900">
                <a:tc vMerge="1">
                  <a:txBody>
                    <a:bodyPr/>
                    <a:lstStyle/>
                    <a:p>
                      <a:endParaRPr lang="en-US" altLang="ja-JP"/>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ja-JP" altLang="en-US" sz="1200"/>
                        <a:t>機能テスト</a:t>
                      </a:r>
                      <a:endParaRPr sz="1200"/>
                    </a:p>
                  </a:txBody>
                  <a:tcPr marL="91425" marR="91425" marT="91425" marB="91425" anchor="ctr">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ja-JP" altLang="en-US" sz="1200"/>
                        <a:t>機能テスト</a:t>
                      </a:r>
                      <a:endParaRPr sz="1200"/>
                    </a:p>
                  </a:txBody>
                  <a:tcPr marL="91425" marR="91425" marT="91425" marB="91425" anchor="ctr">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ja-JP" altLang="en-US" sz="1050"/>
                        <a:t>車両データ検索、店舗情報検索、整備履歴検索、ヘルスチェックなど、モビリコで利用する機能が恒久構成でも想定通り利用できることを確認。</a:t>
                      </a:r>
                    </a:p>
                  </a:txBody>
                  <a:tcPr marL="91425" marR="91425" marT="91425" marB="91425" anchor="ctr">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extLst>
                  <a:ext uri="{0D108BD9-81ED-4DB2-BD59-A6C34878D82A}">
                    <a16:rowId xmlns:a16="http://schemas.microsoft.com/office/drawing/2014/main" val="10007"/>
                  </a:ext>
                </a:extLst>
              </a:tr>
              <a:tr h="528820">
                <a:tc>
                  <a:txBody>
                    <a:bodyPr/>
                    <a:lstStyle/>
                    <a:p>
                      <a:pPr marL="0" lvl="0" indent="0" algn="l" rtl="0">
                        <a:spcBef>
                          <a:spcPts val="0"/>
                        </a:spcBef>
                        <a:spcAft>
                          <a:spcPts val="0"/>
                        </a:spcAft>
                        <a:buNone/>
                      </a:pPr>
                      <a:r>
                        <a:rPr lang="ja-JP" sz="1200" b="1"/>
                        <a:t>リリース</a:t>
                      </a:r>
                      <a:endParaRPr sz="1200" b="1"/>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ja-JP" altLang="en-US" sz="1200"/>
                        <a:t>本番対応</a:t>
                      </a:r>
                      <a:endParaRPr sz="1200"/>
                    </a:p>
                  </a:txBody>
                  <a:tcPr marL="91425" marR="91425" marT="91425" marB="91425" anchor="ctr">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ja-JP" altLang="en-US" sz="1200"/>
                        <a:t>リリース作業</a:t>
                      </a:r>
                      <a:endParaRPr sz="1200"/>
                    </a:p>
                  </a:txBody>
                  <a:tcPr marL="91425" marR="91425" marT="91425" marB="91425" anchor="ctr">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lvl="0" indent="0" algn="l" rtl="0">
                        <a:spcBef>
                          <a:spcPts val="0"/>
                        </a:spcBef>
                        <a:spcAft>
                          <a:spcPts val="0"/>
                        </a:spcAft>
                        <a:buNone/>
                      </a:pPr>
                      <a:r>
                        <a:rPr lang="ja-JP" altLang="en-US" sz="1050"/>
                        <a:t>テスト完了後、恒久対応のAPI基盤や接続設定を本番環境へ反映して、暫定構成から恒久構成へ切り替える。</a:t>
                      </a:r>
                      <a:endParaRPr lang="en-US" altLang="ja-JP" sz="1050"/>
                    </a:p>
                    <a:p>
                      <a:pPr marL="0" lvl="0" indent="0" algn="l">
                        <a:spcBef>
                          <a:spcPts val="0"/>
                        </a:spcBef>
                        <a:spcAft>
                          <a:spcPts val="0"/>
                        </a:spcAft>
                        <a:buNone/>
                      </a:pPr>
                      <a:r>
                        <a:rPr lang="ja-JP" altLang="en-US" sz="1050"/>
                        <a:t>切り替え後に正常稼働を確認。</a:t>
                      </a:r>
                    </a:p>
                  </a:txBody>
                  <a:tcPr marL="91425" marR="91425" marT="91425" marB="91425" anchor="ctr">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872" name="Google Shape;872;g3f689329f10_0_122"/>
          <p:cNvSpPr txBox="1"/>
          <p:nvPr/>
        </p:nvSpPr>
        <p:spPr>
          <a:xfrm>
            <a:off x="222018" y="208103"/>
            <a:ext cx="2637600" cy="2310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ja-JP" sz="1500" b="1">
                <a:solidFill>
                  <a:schemeClr val="dk1"/>
                </a:solidFill>
              </a:rPr>
              <a:t>恒久対応追加開発</a:t>
            </a:r>
            <a:endParaRPr sz="1500" b="1">
              <a:solidFill>
                <a:schemeClr val="dk1"/>
              </a:solidFill>
            </a:endParaRPr>
          </a:p>
        </p:txBody>
      </p:sp>
    </p:spTree>
    <p:extLst>
      <p:ext uri="{BB962C8B-B14F-4D97-AF65-F5344CB8AC3E}">
        <p14:creationId xmlns:p14="http://schemas.microsoft.com/office/powerpoint/2010/main" val="477015335"/>
      </p:ext>
    </p:extLst>
  </p:cSld>
  <p:clrMapOvr>
    <a:masterClrMapping/>
  </p:clrMapOvr>
</p:sld>
</file>

<file path=ppt/theme/theme1.xml><?xml version="1.0" encoding="utf-8"?>
<a:theme xmlns:a="http://schemas.openxmlformats.org/drawingml/2006/main" name="Office テーマ">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D23F1E4B07BBC341A8F6905F09A2526F" ma:contentTypeVersion="17" ma:contentTypeDescription="新しいドキュメントを作成します。" ma:contentTypeScope="" ma:versionID="1437aaece15ac943c27d84c7bd287707">
  <xsd:schema xmlns:xsd="http://www.w3.org/2001/XMLSchema" xmlns:xs="http://www.w3.org/2001/XMLSchema" xmlns:p="http://schemas.microsoft.com/office/2006/metadata/properties" xmlns:ns2="879ce5c7-7ac0-470a-8fb0-80b8dfe33f1c" xmlns:ns3="00dc9add-bb5d-4974-938e-6de906df2254" targetNamespace="http://schemas.microsoft.com/office/2006/metadata/properties" ma:root="true" ma:fieldsID="a41d73b5ccc80413fe00e27c354e6c45" ns2:_="" ns3:_="">
    <xsd:import namespace="879ce5c7-7ac0-470a-8fb0-80b8dfe33f1c"/>
    <xsd:import namespace="00dc9add-bb5d-4974-938e-6de906df225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CONTENTS" minOccurs="0"/>
                <xsd:element ref="ns2:_x8cc7__x6599__x8aac__x660e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9ce5c7-7ac0-470a-8fb0-80b8dfe33f1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画像タグ" ma:readOnly="false" ma:fieldId="{5cf76f15-5ced-4ddc-b409-7134ff3c332f}" ma:taxonomyMulti="true" ma:sspId="def91d17-8bee-472f-b8e3-30905430c63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CONTENTS" ma:index="22" nillable="true" ma:displayName="CONTENTS" ma:format="Dropdown" ma:internalName="CONTENTS">
      <xsd:simpleType>
        <xsd:restriction base="dms:Text">
          <xsd:maxLength value="255"/>
        </xsd:restriction>
      </xsd:simpleType>
    </xsd:element>
    <xsd:element name="_x8cc7__x6599__x8aac__x660e_" ma:index="23" nillable="true" ma:displayName="資料説明" ma:format="Dropdown" ma:internalName="_x8cc7__x6599__x8aac__x660e_">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0dc9add-bb5d-4974-938e-6de906df2254" elementFormDefault="qualified">
    <xsd:import namespace="http://schemas.microsoft.com/office/2006/documentManagement/types"/>
    <xsd:import namespace="http://schemas.microsoft.com/office/infopath/2007/PartnerControls"/>
    <xsd:element name="SharedWithUsers" ma:index="12"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共有相手の詳細情報" ma:internalName="SharedWithDetails" ma:readOnly="true">
      <xsd:simpleType>
        <xsd:restriction base="dms:Note">
          <xsd:maxLength value="255"/>
        </xsd:restriction>
      </xsd:simpleType>
    </xsd:element>
    <xsd:element name="TaxCatchAll" ma:index="20" nillable="true" ma:displayName="Taxonomy Catch All Column" ma:hidden="true" ma:list="{f5f91764-4324-4dd1-9de8-4bb0ffe7790b}" ma:internalName="TaxCatchAll" ma:showField="CatchAllData" ma:web="00dc9add-bb5d-4974-938e-6de906df225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79ce5c7-7ac0-470a-8fb0-80b8dfe33f1c">
      <Terms xmlns="http://schemas.microsoft.com/office/infopath/2007/PartnerControls"/>
    </lcf76f155ced4ddcb4097134ff3c332f>
    <TaxCatchAll xmlns="00dc9add-bb5d-4974-938e-6de906df2254" xsi:nil="true"/>
    <CONTENTS xmlns="879ce5c7-7ac0-470a-8fb0-80b8dfe33f1c" xsi:nil="true"/>
    <_x8cc7__x6599__x8aac__x660e_ xmlns="879ce5c7-7ac0-470a-8fb0-80b8dfe33f1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A1EC215-DA79-4BBB-BB2E-ADBE8FA1A3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79ce5c7-7ac0-470a-8fb0-80b8dfe33f1c"/>
    <ds:schemaRef ds:uri="00dc9add-bb5d-4974-938e-6de906df225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FB14483-7D51-4F35-871F-0D1BC29F50AC}">
  <ds:schemaRefs>
    <ds:schemaRef ds:uri="http://schemas.microsoft.com/office/2006/metadata/properties"/>
    <ds:schemaRef ds:uri="http://schemas.microsoft.com/office/infopath/2007/PartnerControls"/>
    <ds:schemaRef ds:uri="879ce5c7-7ac0-470a-8fb0-80b8dfe33f1c"/>
    <ds:schemaRef ds:uri="00dc9add-bb5d-4974-938e-6de906df2254"/>
  </ds:schemaRefs>
</ds:datastoreItem>
</file>

<file path=customXml/itemProps3.xml><?xml version="1.0" encoding="utf-8"?>
<ds:datastoreItem xmlns:ds="http://schemas.openxmlformats.org/officeDocument/2006/customXml" ds:itemID="{D84693AD-466B-4B53-8831-41B461A28A5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テーマ</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140</cp:revision>
  <dcterms:created xsi:type="dcterms:W3CDTF">2026-08-07T02:42:38Z</dcterms:created>
  <dcterms:modified xsi:type="dcterms:W3CDTF">2026-08-07T03:06:16Z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0x010100D23F1E4B07BBC341A8F6905F09A2526F</vt:lpwstr>
  </property>
  <property fmtid="{D5CDD505-2E9C-101B-9397-08002B2CF9AE}" pid="3" name="MediaServiceImageTags">
    <vt:lpwstr/>
  </property>
</Properties>
</file>