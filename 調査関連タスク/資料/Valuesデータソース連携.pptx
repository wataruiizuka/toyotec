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4"/>
    <p:sldMasterId id="2147483667" r:id="rId5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5" r:id="rId11"/>
    <p:sldId id="261" r:id="rId12"/>
    <p:sldId id="262" r:id="rId13"/>
    <p:sldId id="263" r:id="rId14"/>
    <p:sldId id="264" r:id="rId15"/>
  </p:sldIdLst>
  <p:sldSz cx="9144000" cy="5143500" type="screen16x9"/>
  <p:notesSz cx="6858000" cy="9144000"/>
  <p:embeddedFontLst>
    <p:embeddedFont>
      <p:font typeface="Zen Kaku Gothic New" panose="020B0604020202020204" charset="-128"/>
      <p:regular r:id="rId17"/>
      <p:bold r:id="rId18"/>
    </p:embeddedFont>
    <p:embeddedFont>
      <p:font typeface="Arial Black" panose="020B0A04020102020204" pitchFamily="34" charset="0"/>
      <p:regular r:id="rId19"/>
      <p:bold r:id="rId20"/>
    </p:embeddedFont>
    <p:embeddedFont>
      <p:font typeface="Meiryo" panose="020B0604030504040204" pitchFamily="34" charset="-128"/>
      <p:regular r:id="rId21"/>
      <p:bold r:id="rId22"/>
      <p:italic r:id="rId23"/>
      <p:boldItalic r:id="rId24"/>
    </p:embeddedFont>
    <p:embeddedFont>
      <p:font typeface="Microsoft Yahei" panose="020B0503020204020204" pitchFamily="34" charset="-122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7" dt="2026-09-14T22:36:42.922"/>
    <p1510:client id="{1B055627-D890-5005-FC83-09730DEFF20A}" v="13" dt="2026-09-15T00:51:47.947"/>
    <p1510:client id="{E7CD34A0-7F12-47A2-A293-E177F3AB960D}" v="70" dt="2026-09-15T01:02:37.201"/>
  </p1510:revLst>
</p1510:revInfo>
</file>

<file path=ppt/tableStyles.xml><?xml version="1.0" encoding="utf-8"?>
<a:tblStyleLst xmlns:a="http://schemas.openxmlformats.org/drawingml/2006/main" def="{56F8E8DF-BE3D-4F1B-A73A-B7E46FDAAC99}">
  <a:tblStyle styleId="{56F8E8DF-BE3D-4F1B-A73A-B7E46FDAAC99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64" y="15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8.fntdata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font" Target="fonts/font3.fntdata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b570c82c7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5228" y="1052885"/>
            <a:ext cx="5641800" cy="284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" name="Google Shape;258;g3fb570c82c7_0_425:notes"/>
          <p:cNvSpPr txBox="1">
            <a:spLocks noGrp="1"/>
          </p:cNvSpPr>
          <p:nvPr>
            <p:ph type="body" idx="1"/>
          </p:nvPr>
        </p:nvSpPr>
        <p:spPr>
          <a:xfrm>
            <a:off x="705228" y="4053606"/>
            <a:ext cx="5641800" cy="3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9" name="Google Shape;259;g3fb570c82c7_0_425:notes"/>
          <p:cNvSpPr txBox="1">
            <a:spLocks noGrp="1"/>
          </p:cNvSpPr>
          <p:nvPr>
            <p:ph type="sldNum" idx="12"/>
          </p:nvPr>
        </p:nvSpPr>
        <p:spPr>
          <a:xfrm>
            <a:off x="3994658" y="8000462"/>
            <a:ext cx="3056100" cy="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ja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b570c82c7_0_6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5228" y="1052885"/>
            <a:ext cx="5641800" cy="284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g3fb570c82c7_0_637:notes"/>
          <p:cNvSpPr txBox="1">
            <a:spLocks noGrp="1"/>
          </p:cNvSpPr>
          <p:nvPr>
            <p:ph type="body" idx="1"/>
          </p:nvPr>
        </p:nvSpPr>
        <p:spPr>
          <a:xfrm>
            <a:off x="705228" y="4053606"/>
            <a:ext cx="5641800" cy="3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g3fb570c82c7_0_637:notes"/>
          <p:cNvSpPr txBox="1">
            <a:spLocks noGrp="1"/>
          </p:cNvSpPr>
          <p:nvPr>
            <p:ph type="sldNum" idx="12"/>
          </p:nvPr>
        </p:nvSpPr>
        <p:spPr>
          <a:xfrm>
            <a:off x="3994658" y="8000462"/>
            <a:ext cx="3056100" cy="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ja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b570c82c7_0_6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5228" y="1052885"/>
            <a:ext cx="5641800" cy="284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g3fb570c82c7_0_645:notes"/>
          <p:cNvSpPr txBox="1">
            <a:spLocks noGrp="1"/>
          </p:cNvSpPr>
          <p:nvPr>
            <p:ph type="body" idx="1"/>
          </p:nvPr>
        </p:nvSpPr>
        <p:spPr>
          <a:xfrm>
            <a:off x="705228" y="4053606"/>
            <a:ext cx="5641800" cy="3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3" name="Google Shape;273;g3fb570c82c7_0_645:notes"/>
          <p:cNvSpPr txBox="1">
            <a:spLocks noGrp="1"/>
          </p:cNvSpPr>
          <p:nvPr>
            <p:ph type="sldNum" idx="12"/>
          </p:nvPr>
        </p:nvSpPr>
        <p:spPr>
          <a:xfrm>
            <a:off x="3994658" y="8000462"/>
            <a:ext cx="3056100" cy="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ja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b570c82c7_0_16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g3fb570c82c7_0_16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0" name="Google Shape;280;g3fb570c82c7_0_160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ja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fb570c82c7_0_6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8538" y="1052513"/>
            <a:ext cx="5054600" cy="28432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0" name="Google Shape;730;g3fb570c82c7_0_658:notes"/>
          <p:cNvSpPr txBox="1">
            <a:spLocks noGrp="1"/>
          </p:cNvSpPr>
          <p:nvPr>
            <p:ph type="body" idx="1"/>
          </p:nvPr>
        </p:nvSpPr>
        <p:spPr>
          <a:xfrm>
            <a:off x="705228" y="4053606"/>
            <a:ext cx="5641800" cy="3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31" name="Google Shape;731;g3fb570c82c7_0_658:notes"/>
          <p:cNvSpPr txBox="1">
            <a:spLocks noGrp="1"/>
          </p:cNvSpPr>
          <p:nvPr>
            <p:ph type="sldNum" idx="12"/>
          </p:nvPr>
        </p:nvSpPr>
        <p:spPr>
          <a:xfrm>
            <a:off x="3994658" y="8000462"/>
            <a:ext cx="3056100" cy="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ja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fb570c82c7_0_6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8538" y="1052513"/>
            <a:ext cx="5054600" cy="28432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8" name="Google Shape;738;g3fb570c82c7_0_652:notes"/>
          <p:cNvSpPr txBox="1">
            <a:spLocks noGrp="1"/>
          </p:cNvSpPr>
          <p:nvPr>
            <p:ph type="body" idx="1"/>
          </p:nvPr>
        </p:nvSpPr>
        <p:spPr>
          <a:xfrm>
            <a:off x="705228" y="4053606"/>
            <a:ext cx="5641800" cy="3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39" name="Google Shape;739;g3fb570c82c7_0_652:notes"/>
          <p:cNvSpPr txBox="1">
            <a:spLocks noGrp="1"/>
          </p:cNvSpPr>
          <p:nvPr>
            <p:ph type="sldNum" idx="12"/>
          </p:nvPr>
        </p:nvSpPr>
        <p:spPr>
          <a:xfrm>
            <a:off x="3994658" y="8000462"/>
            <a:ext cx="3056100" cy="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ja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3fb570c82c7_0_2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8538" y="1052513"/>
            <a:ext cx="5054600" cy="28432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1" name="Google Shape;751;g3fb570c82c7_0_2315:notes"/>
          <p:cNvSpPr txBox="1">
            <a:spLocks noGrp="1"/>
          </p:cNvSpPr>
          <p:nvPr>
            <p:ph type="body" idx="1"/>
          </p:nvPr>
        </p:nvSpPr>
        <p:spPr>
          <a:xfrm>
            <a:off x="705228" y="4053606"/>
            <a:ext cx="5641800" cy="3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52" name="Google Shape;752;g3fb570c82c7_0_2315:notes"/>
          <p:cNvSpPr txBox="1">
            <a:spLocks noGrp="1"/>
          </p:cNvSpPr>
          <p:nvPr>
            <p:ph type="sldNum" idx="12"/>
          </p:nvPr>
        </p:nvSpPr>
        <p:spPr>
          <a:xfrm>
            <a:off x="3994658" y="8000462"/>
            <a:ext cx="3056100" cy="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ja"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fb570c82c7_0_2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8538" y="1052513"/>
            <a:ext cx="5054600" cy="28432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8" name="Google Shape;758;g3fb570c82c7_0_2322:notes"/>
          <p:cNvSpPr txBox="1">
            <a:spLocks noGrp="1"/>
          </p:cNvSpPr>
          <p:nvPr>
            <p:ph type="body" idx="1"/>
          </p:nvPr>
        </p:nvSpPr>
        <p:spPr>
          <a:xfrm>
            <a:off x="705228" y="4053606"/>
            <a:ext cx="5641800" cy="3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59" name="Google Shape;759;g3fb570c82c7_0_2322:notes"/>
          <p:cNvSpPr txBox="1">
            <a:spLocks noGrp="1"/>
          </p:cNvSpPr>
          <p:nvPr>
            <p:ph type="sldNum" idx="12"/>
          </p:nvPr>
        </p:nvSpPr>
        <p:spPr>
          <a:xfrm>
            <a:off x="3994658" y="8000462"/>
            <a:ext cx="3056100" cy="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ja"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fb570c82c7_0_20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5228" y="1052885"/>
            <a:ext cx="5641800" cy="284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5" name="Google Shape;765;g3fb570c82c7_0_2079:notes"/>
          <p:cNvSpPr txBox="1">
            <a:spLocks noGrp="1"/>
          </p:cNvSpPr>
          <p:nvPr>
            <p:ph type="body" idx="1"/>
          </p:nvPr>
        </p:nvSpPr>
        <p:spPr>
          <a:xfrm>
            <a:off x="705228" y="4053606"/>
            <a:ext cx="5641800" cy="3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6" name="Google Shape;766;g3fb570c82c7_0_2079:notes"/>
          <p:cNvSpPr txBox="1">
            <a:spLocks noGrp="1"/>
          </p:cNvSpPr>
          <p:nvPr>
            <p:ph type="sldNum" idx="12"/>
          </p:nvPr>
        </p:nvSpPr>
        <p:spPr>
          <a:xfrm>
            <a:off x="3994658" y="8000462"/>
            <a:ext cx="3056100" cy="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ja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 スライド" type="title">
  <p:cSld name="TITL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>
            <a:spLocks noGrp="1"/>
          </p:cNvSpPr>
          <p:nvPr>
            <p:ph type="ctrTitle"/>
          </p:nvPr>
        </p:nvSpPr>
        <p:spPr>
          <a:xfrm>
            <a:off x="688032" y="1175108"/>
            <a:ext cx="7791900" cy="1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Arial"/>
              <a:buNone/>
              <a:defRPr sz="54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R="0" lv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7" name="Google Shape;57;p14"/>
          <p:cNvSpPr/>
          <p:nvPr/>
        </p:nvSpPr>
        <p:spPr>
          <a:xfrm>
            <a:off x="0" y="5086350"/>
            <a:ext cx="9144000" cy="777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spcFirstLastPara="1" wrap="square" lIns="71550" tIns="35775" rIns="71550" bIns="35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 type="obj">
  <p:cSld name="OBJEC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9118" y="15466"/>
            <a:ext cx="7992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319118" y="689446"/>
            <a:ext cx="8363400" cy="25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15"/>
          <p:cNvSpPr/>
          <p:nvPr/>
        </p:nvSpPr>
        <p:spPr>
          <a:xfrm rot="10800000">
            <a:off x="0" y="501395"/>
            <a:ext cx="9144000" cy="34200"/>
          </a:xfrm>
          <a:prstGeom prst="rect">
            <a:avLst/>
          </a:prstGeom>
          <a:gradFill>
            <a:gsLst>
              <a:gs pos="0">
                <a:schemeClr val="lt1"/>
              </a:gs>
              <a:gs pos="86000">
                <a:srgbClr val="FF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txBody>
          <a:bodyPr spcFirstLastPara="1" wrap="square" lIns="71550" tIns="35775" rIns="71550" bIns="35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5"/>
          <p:cNvSpPr txBox="1">
            <a:spLocks noGrp="1"/>
          </p:cNvSpPr>
          <p:nvPr>
            <p:ph type="sldNum" idx="12"/>
          </p:nvPr>
        </p:nvSpPr>
        <p:spPr>
          <a:xfrm>
            <a:off x="7900057" y="4851350"/>
            <a:ext cx="124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7F7F7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7F7F7F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7F7F7F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7F7F7F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7F7F7F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7F7F7F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7F7F7F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7F7F7F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7F7F7F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0" y="5086350"/>
            <a:ext cx="9144000" cy="777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spcFirstLastPara="1" wrap="square" lIns="71550" tIns="35775" rIns="71550" bIns="35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封面">
  <p:cSld name="封面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6"/>
          <p:cNvGrpSpPr/>
          <p:nvPr/>
        </p:nvGrpSpPr>
        <p:grpSpPr>
          <a:xfrm>
            <a:off x="2193852" y="314996"/>
            <a:ext cx="9055894" cy="3963572"/>
            <a:chOff x="3176" y="1154113"/>
            <a:chExt cx="12074525" cy="5284763"/>
          </a:xfrm>
        </p:grpSpPr>
        <p:sp>
          <p:nvSpPr>
            <p:cNvPr id="66" name="Google Shape;66;p16"/>
            <p:cNvSpPr/>
            <p:nvPr/>
          </p:nvSpPr>
          <p:spPr>
            <a:xfrm>
              <a:off x="5800726" y="1603375"/>
              <a:ext cx="5419731" cy="3006723"/>
            </a:xfrm>
            <a:custGeom>
              <a:avLst/>
              <a:gdLst/>
              <a:ahLst/>
              <a:cxnLst/>
              <a:rect l="l" t="t" r="r" b="b"/>
              <a:pathLst>
                <a:path w="13080" h="7256" extrusionOk="0">
                  <a:moveTo>
                    <a:pt x="3872" y="6474"/>
                  </a:moveTo>
                  <a:cubicBezTo>
                    <a:pt x="3728" y="6348"/>
                    <a:pt x="3764" y="6334"/>
                    <a:pt x="3700" y="6194"/>
                  </a:cubicBezTo>
                  <a:cubicBezTo>
                    <a:pt x="3643" y="6054"/>
                    <a:pt x="3614" y="6082"/>
                    <a:pt x="3571" y="5963"/>
                  </a:cubicBezTo>
                  <a:cubicBezTo>
                    <a:pt x="3528" y="5851"/>
                    <a:pt x="3442" y="5740"/>
                    <a:pt x="3378" y="5663"/>
                  </a:cubicBezTo>
                  <a:cubicBezTo>
                    <a:pt x="3306" y="5586"/>
                    <a:pt x="3235" y="5495"/>
                    <a:pt x="3235" y="5495"/>
                  </a:cubicBezTo>
                  <a:cubicBezTo>
                    <a:pt x="3099" y="5355"/>
                    <a:pt x="3099" y="5355"/>
                    <a:pt x="3099" y="5355"/>
                  </a:cubicBezTo>
                  <a:cubicBezTo>
                    <a:pt x="3099" y="5355"/>
                    <a:pt x="3027" y="5348"/>
                    <a:pt x="3027" y="5278"/>
                  </a:cubicBezTo>
                  <a:cubicBezTo>
                    <a:pt x="3027" y="5208"/>
                    <a:pt x="3049" y="5103"/>
                    <a:pt x="3049" y="5103"/>
                  </a:cubicBezTo>
                  <a:cubicBezTo>
                    <a:pt x="3049" y="5103"/>
                    <a:pt x="3149" y="4992"/>
                    <a:pt x="3192" y="4950"/>
                  </a:cubicBezTo>
                  <a:cubicBezTo>
                    <a:pt x="3235" y="4908"/>
                    <a:pt x="3263" y="4845"/>
                    <a:pt x="3228" y="4810"/>
                  </a:cubicBezTo>
                  <a:cubicBezTo>
                    <a:pt x="3192" y="4775"/>
                    <a:pt x="3163" y="4747"/>
                    <a:pt x="3163" y="4747"/>
                  </a:cubicBezTo>
                  <a:cubicBezTo>
                    <a:pt x="3163" y="4747"/>
                    <a:pt x="3113" y="4747"/>
                    <a:pt x="3077" y="4747"/>
                  </a:cubicBezTo>
                  <a:cubicBezTo>
                    <a:pt x="3041" y="4747"/>
                    <a:pt x="2891" y="4754"/>
                    <a:pt x="2891" y="4754"/>
                  </a:cubicBezTo>
                  <a:cubicBezTo>
                    <a:pt x="2891" y="4754"/>
                    <a:pt x="2827" y="4698"/>
                    <a:pt x="2805" y="4698"/>
                  </a:cubicBezTo>
                  <a:cubicBezTo>
                    <a:pt x="2777" y="4698"/>
                    <a:pt x="2770" y="4733"/>
                    <a:pt x="2734" y="4733"/>
                  </a:cubicBezTo>
                  <a:cubicBezTo>
                    <a:pt x="2698" y="4733"/>
                    <a:pt x="2705" y="4726"/>
                    <a:pt x="2662" y="4726"/>
                  </a:cubicBezTo>
                  <a:cubicBezTo>
                    <a:pt x="2619" y="4726"/>
                    <a:pt x="2619" y="4740"/>
                    <a:pt x="2591" y="4719"/>
                  </a:cubicBezTo>
                  <a:cubicBezTo>
                    <a:pt x="2569" y="4698"/>
                    <a:pt x="2498" y="4628"/>
                    <a:pt x="2498" y="4628"/>
                  </a:cubicBezTo>
                  <a:cubicBezTo>
                    <a:pt x="2505" y="4551"/>
                    <a:pt x="2505" y="4551"/>
                    <a:pt x="2505" y="4551"/>
                  </a:cubicBezTo>
                  <a:cubicBezTo>
                    <a:pt x="2505" y="4551"/>
                    <a:pt x="2491" y="4502"/>
                    <a:pt x="2512" y="4481"/>
                  </a:cubicBezTo>
                  <a:cubicBezTo>
                    <a:pt x="2526" y="4460"/>
                    <a:pt x="2533" y="4432"/>
                    <a:pt x="2533" y="4432"/>
                  </a:cubicBezTo>
                  <a:cubicBezTo>
                    <a:pt x="2505" y="4397"/>
                    <a:pt x="2498" y="4369"/>
                    <a:pt x="2462" y="4390"/>
                  </a:cubicBezTo>
                  <a:cubicBezTo>
                    <a:pt x="2426" y="4411"/>
                    <a:pt x="2426" y="4418"/>
                    <a:pt x="2390" y="4418"/>
                  </a:cubicBezTo>
                  <a:cubicBezTo>
                    <a:pt x="2362" y="4418"/>
                    <a:pt x="2262" y="4418"/>
                    <a:pt x="2290" y="4460"/>
                  </a:cubicBezTo>
                  <a:cubicBezTo>
                    <a:pt x="2319" y="4502"/>
                    <a:pt x="2355" y="4551"/>
                    <a:pt x="2355" y="4551"/>
                  </a:cubicBezTo>
                  <a:cubicBezTo>
                    <a:pt x="2355" y="4551"/>
                    <a:pt x="2440" y="4600"/>
                    <a:pt x="2376" y="4649"/>
                  </a:cubicBezTo>
                  <a:cubicBezTo>
                    <a:pt x="2312" y="4691"/>
                    <a:pt x="2333" y="4677"/>
                    <a:pt x="2312" y="4719"/>
                  </a:cubicBezTo>
                  <a:cubicBezTo>
                    <a:pt x="2297" y="4768"/>
                    <a:pt x="2226" y="4733"/>
                    <a:pt x="2197" y="4719"/>
                  </a:cubicBezTo>
                  <a:cubicBezTo>
                    <a:pt x="2176" y="4712"/>
                    <a:pt x="2161" y="4649"/>
                    <a:pt x="2154" y="4621"/>
                  </a:cubicBezTo>
                  <a:cubicBezTo>
                    <a:pt x="2147" y="4600"/>
                    <a:pt x="2111" y="4621"/>
                    <a:pt x="2068" y="4593"/>
                  </a:cubicBezTo>
                  <a:cubicBezTo>
                    <a:pt x="2025" y="4558"/>
                    <a:pt x="1990" y="4516"/>
                    <a:pt x="2033" y="4495"/>
                  </a:cubicBezTo>
                  <a:cubicBezTo>
                    <a:pt x="2083" y="4481"/>
                    <a:pt x="2118" y="4453"/>
                    <a:pt x="2040" y="4397"/>
                  </a:cubicBezTo>
                  <a:cubicBezTo>
                    <a:pt x="1961" y="4341"/>
                    <a:pt x="1983" y="4286"/>
                    <a:pt x="1990" y="4265"/>
                  </a:cubicBezTo>
                  <a:cubicBezTo>
                    <a:pt x="2004" y="4237"/>
                    <a:pt x="2025" y="4265"/>
                    <a:pt x="1904" y="4216"/>
                  </a:cubicBezTo>
                  <a:cubicBezTo>
                    <a:pt x="1789" y="4167"/>
                    <a:pt x="1825" y="4167"/>
                    <a:pt x="1775" y="4118"/>
                  </a:cubicBezTo>
                  <a:cubicBezTo>
                    <a:pt x="1718" y="4062"/>
                    <a:pt x="1610" y="4013"/>
                    <a:pt x="1582" y="4013"/>
                  </a:cubicBezTo>
                  <a:cubicBezTo>
                    <a:pt x="1553" y="4013"/>
                    <a:pt x="1532" y="4034"/>
                    <a:pt x="1560" y="4090"/>
                  </a:cubicBezTo>
                  <a:cubicBezTo>
                    <a:pt x="1582" y="4139"/>
                    <a:pt x="1553" y="4139"/>
                    <a:pt x="1689" y="4237"/>
                  </a:cubicBezTo>
                  <a:cubicBezTo>
                    <a:pt x="1825" y="4328"/>
                    <a:pt x="1832" y="4279"/>
                    <a:pt x="1839" y="4307"/>
                  </a:cubicBezTo>
                  <a:cubicBezTo>
                    <a:pt x="1854" y="4328"/>
                    <a:pt x="1918" y="4348"/>
                    <a:pt x="1954" y="4390"/>
                  </a:cubicBezTo>
                  <a:cubicBezTo>
                    <a:pt x="1983" y="4439"/>
                    <a:pt x="1983" y="4467"/>
                    <a:pt x="1983" y="4467"/>
                  </a:cubicBezTo>
                  <a:cubicBezTo>
                    <a:pt x="1983" y="4467"/>
                    <a:pt x="1918" y="4467"/>
                    <a:pt x="1904" y="4467"/>
                  </a:cubicBezTo>
                  <a:cubicBezTo>
                    <a:pt x="1889" y="4460"/>
                    <a:pt x="1875" y="4495"/>
                    <a:pt x="1875" y="4495"/>
                  </a:cubicBezTo>
                  <a:cubicBezTo>
                    <a:pt x="1875" y="4495"/>
                    <a:pt x="1911" y="4537"/>
                    <a:pt x="1882" y="4551"/>
                  </a:cubicBezTo>
                  <a:cubicBezTo>
                    <a:pt x="1847" y="4565"/>
                    <a:pt x="1839" y="4614"/>
                    <a:pt x="1804" y="4614"/>
                  </a:cubicBezTo>
                  <a:cubicBezTo>
                    <a:pt x="1768" y="4614"/>
                    <a:pt x="1811" y="4642"/>
                    <a:pt x="1768" y="4663"/>
                  </a:cubicBezTo>
                  <a:cubicBezTo>
                    <a:pt x="1718" y="4684"/>
                    <a:pt x="1754" y="4691"/>
                    <a:pt x="1739" y="4705"/>
                  </a:cubicBezTo>
                  <a:cubicBezTo>
                    <a:pt x="1732" y="4719"/>
                    <a:pt x="1732" y="4740"/>
                    <a:pt x="1718" y="4733"/>
                  </a:cubicBezTo>
                  <a:cubicBezTo>
                    <a:pt x="1703" y="4733"/>
                    <a:pt x="1696" y="4747"/>
                    <a:pt x="1610" y="4691"/>
                  </a:cubicBezTo>
                  <a:cubicBezTo>
                    <a:pt x="1525" y="4628"/>
                    <a:pt x="1525" y="4628"/>
                    <a:pt x="1525" y="4628"/>
                  </a:cubicBezTo>
                  <a:cubicBezTo>
                    <a:pt x="1525" y="4628"/>
                    <a:pt x="1482" y="4572"/>
                    <a:pt x="1567" y="4593"/>
                  </a:cubicBezTo>
                  <a:cubicBezTo>
                    <a:pt x="1653" y="4621"/>
                    <a:pt x="1689" y="4635"/>
                    <a:pt x="1718" y="4614"/>
                  </a:cubicBezTo>
                  <a:cubicBezTo>
                    <a:pt x="1746" y="4593"/>
                    <a:pt x="1746" y="4593"/>
                    <a:pt x="1746" y="4565"/>
                  </a:cubicBezTo>
                  <a:cubicBezTo>
                    <a:pt x="1746" y="4544"/>
                    <a:pt x="1761" y="4544"/>
                    <a:pt x="1739" y="4516"/>
                  </a:cubicBezTo>
                  <a:cubicBezTo>
                    <a:pt x="1718" y="4481"/>
                    <a:pt x="1796" y="4446"/>
                    <a:pt x="1725" y="4418"/>
                  </a:cubicBezTo>
                  <a:cubicBezTo>
                    <a:pt x="1661" y="4390"/>
                    <a:pt x="1632" y="4383"/>
                    <a:pt x="1596" y="4348"/>
                  </a:cubicBezTo>
                  <a:cubicBezTo>
                    <a:pt x="1560" y="4314"/>
                    <a:pt x="1596" y="4341"/>
                    <a:pt x="1510" y="4272"/>
                  </a:cubicBezTo>
                  <a:cubicBezTo>
                    <a:pt x="1417" y="4202"/>
                    <a:pt x="1417" y="4209"/>
                    <a:pt x="1396" y="4181"/>
                  </a:cubicBezTo>
                  <a:cubicBezTo>
                    <a:pt x="1374" y="4153"/>
                    <a:pt x="1346" y="4062"/>
                    <a:pt x="1331" y="4062"/>
                  </a:cubicBezTo>
                  <a:cubicBezTo>
                    <a:pt x="1324" y="4062"/>
                    <a:pt x="1274" y="4090"/>
                    <a:pt x="1210" y="4118"/>
                  </a:cubicBezTo>
                  <a:cubicBezTo>
                    <a:pt x="1145" y="4146"/>
                    <a:pt x="1181" y="4195"/>
                    <a:pt x="1131" y="4188"/>
                  </a:cubicBezTo>
                  <a:cubicBezTo>
                    <a:pt x="1074" y="4174"/>
                    <a:pt x="1095" y="4181"/>
                    <a:pt x="1038" y="4174"/>
                  </a:cubicBezTo>
                  <a:cubicBezTo>
                    <a:pt x="988" y="4167"/>
                    <a:pt x="938" y="4167"/>
                    <a:pt x="931" y="4174"/>
                  </a:cubicBezTo>
                  <a:cubicBezTo>
                    <a:pt x="916" y="4181"/>
                    <a:pt x="916" y="4237"/>
                    <a:pt x="916" y="4237"/>
                  </a:cubicBezTo>
                  <a:cubicBezTo>
                    <a:pt x="916" y="4237"/>
                    <a:pt x="916" y="4237"/>
                    <a:pt x="881" y="4286"/>
                  </a:cubicBezTo>
                  <a:cubicBezTo>
                    <a:pt x="838" y="4328"/>
                    <a:pt x="802" y="4314"/>
                    <a:pt x="773" y="4348"/>
                  </a:cubicBezTo>
                  <a:cubicBezTo>
                    <a:pt x="737" y="4390"/>
                    <a:pt x="687" y="4404"/>
                    <a:pt x="687" y="4453"/>
                  </a:cubicBezTo>
                  <a:cubicBezTo>
                    <a:pt x="687" y="4502"/>
                    <a:pt x="702" y="4481"/>
                    <a:pt x="644" y="4579"/>
                  </a:cubicBezTo>
                  <a:cubicBezTo>
                    <a:pt x="587" y="4684"/>
                    <a:pt x="609" y="4719"/>
                    <a:pt x="566" y="4719"/>
                  </a:cubicBezTo>
                  <a:cubicBezTo>
                    <a:pt x="523" y="4726"/>
                    <a:pt x="487" y="4733"/>
                    <a:pt x="466" y="4740"/>
                  </a:cubicBezTo>
                  <a:cubicBezTo>
                    <a:pt x="437" y="4747"/>
                    <a:pt x="373" y="4754"/>
                    <a:pt x="373" y="4754"/>
                  </a:cubicBezTo>
                  <a:cubicBezTo>
                    <a:pt x="373" y="4754"/>
                    <a:pt x="337" y="4803"/>
                    <a:pt x="315" y="4775"/>
                  </a:cubicBezTo>
                  <a:cubicBezTo>
                    <a:pt x="294" y="4747"/>
                    <a:pt x="301" y="4691"/>
                    <a:pt x="287" y="4719"/>
                  </a:cubicBezTo>
                  <a:cubicBezTo>
                    <a:pt x="265" y="4740"/>
                    <a:pt x="294" y="4859"/>
                    <a:pt x="280" y="4859"/>
                  </a:cubicBezTo>
                  <a:cubicBezTo>
                    <a:pt x="265" y="4859"/>
                    <a:pt x="237" y="4859"/>
                    <a:pt x="222" y="4852"/>
                  </a:cubicBezTo>
                  <a:cubicBezTo>
                    <a:pt x="215" y="4852"/>
                    <a:pt x="215" y="4747"/>
                    <a:pt x="194" y="4754"/>
                  </a:cubicBezTo>
                  <a:cubicBezTo>
                    <a:pt x="179" y="4761"/>
                    <a:pt x="172" y="4754"/>
                    <a:pt x="101" y="4726"/>
                  </a:cubicBezTo>
                  <a:cubicBezTo>
                    <a:pt x="36" y="4698"/>
                    <a:pt x="36" y="4691"/>
                    <a:pt x="22" y="4684"/>
                  </a:cubicBezTo>
                  <a:cubicBezTo>
                    <a:pt x="0" y="4677"/>
                    <a:pt x="72" y="4460"/>
                    <a:pt x="51" y="4321"/>
                  </a:cubicBezTo>
                  <a:cubicBezTo>
                    <a:pt x="29" y="4188"/>
                    <a:pt x="36" y="4202"/>
                    <a:pt x="72" y="4160"/>
                  </a:cubicBezTo>
                  <a:cubicBezTo>
                    <a:pt x="101" y="4111"/>
                    <a:pt x="129" y="4118"/>
                    <a:pt x="330" y="4146"/>
                  </a:cubicBezTo>
                  <a:cubicBezTo>
                    <a:pt x="523" y="4181"/>
                    <a:pt x="587" y="4125"/>
                    <a:pt x="580" y="4090"/>
                  </a:cubicBezTo>
                  <a:cubicBezTo>
                    <a:pt x="573" y="4062"/>
                    <a:pt x="594" y="3880"/>
                    <a:pt x="594" y="3880"/>
                  </a:cubicBezTo>
                  <a:cubicBezTo>
                    <a:pt x="594" y="3880"/>
                    <a:pt x="537" y="3852"/>
                    <a:pt x="530" y="3831"/>
                  </a:cubicBezTo>
                  <a:cubicBezTo>
                    <a:pt x="523" y="3810"/>
                    <a:pt x="530" y="3782"/>
                    <a:pt x="501" y="3782"/>
                  </a:cubicBezTo>
                  <a:cubicBezTo>
                    <a:pt x="480" y="3782"/>
                    <a:pt x="408" y="3761"/>
                    <a:pt x="394" y="3740"/>
                  </a:cubicBezTo>
                  <a:cubicBezTo>
                    <a:pt x="387" y="3726"/>
                    <a:pt x="365" y="3663"/>
                    <a:pt x="365" y="3663"/>
                  </a:cubicBezTo>
                  <a:cubicBezTo>
                    <a:pt x="365" y="3663"/>
                    <a:pt x="401" y="3663"/>
                    <a:pt x="401" y="3656"/>
                  </a:cubicBezTo>
                  <a:cubicBezTo>
                    <a:pt x="408" y="3642"/>
                    <a:pt x="415" y="3656"/>
                    <a:pt x="466" y="3649"/>
                  </a:cubicBezTo>
                  <a:cubicBezTo>
                    <a:pt x="508" y="3635"/>
                    <a:pt x="573" y="3642"/>
                    <a:pt x="573" y="3642"/>
                  </a:cubicBezTo>
                  <a:cubicBezTo>
                    <a:pt x="544" y="3587"/>
                    <a:pt x="544" y="3587"/>
                    <a:pt x="544" y="3587"/>
                  </a:cubicBezTo>
                  <a:cubicBezTo>
                    <a:pt x="544" y="3587"/>
                    <a:pt x="530" y="3531"/>
                    <a:pt x="580" y="3545"/>
                  </a:cubicBezTo>
                  <a:cubicBezTo>
                    <a:pt x="630" y="3552"/>
                    <a:pt x="695" y="3594"/>
                    <a:pt x="702" y="3587"/>
                  </a:cubicBezTo>
                  <a:cubicBezTo>
                    <a:pt x="702" y="3580"/>
                    <a:pt x="702" y="3531"/>
                    <a:pt x="709" y="3524"/>
                  </a:cubicBezTo>
                  <a:cubicBezTo>
                    <a:pt x="716" y="3510"/>
                    <a:pt x="737" y="3482"/>
                    <a:pt x="737" y="3482"/>
                  </a:cubicBezTo>
                  <a:cubicBezTo>
                    <a:pt x="737" y="3482"/>
                    <a:pt x="745" y="3468"/>
                    <a:pt x="773" y="3475"/>
                  </a:cubicBezTo>
                  <a:cubicBezTo>
                    <a:pt x="809" y="3482"/>
                    <a:pt x="816" y="3419"/>
                    <a:pt x="816" y="3419"/>
                  </a:cubicBezTo>
                  <a:cubicBezTo>
                    <a:pt x="816" y="3419"/>
                    <a:pt x="866" y="3370"/>
                    <a:pt x="895" y="3377"/>
                  </a:cubicBezTo>
                  <a:cubicBezTo>
                    <a:pt x="924" y="3384"/>
                    <a:pt x="981" y="3356"/>
                    <a:pt x="974" y="3328"/>
                  </a:cubicBezTo>
                  <a:cubicBezTo>
                    <a:pt x="966" y="3300"/>
                    <a:pt x="1038" y="3202"/>
                    <a:pt x="1038" y="3202"/>
                  </a:cubicBezTo>
                  <a:cubicBezTo>
                    <a:pt x="1038" y="3202"/>
                    <a:pt x="1038" y="3167"/>
                    <a:pt x="1059" y="3160"/>
                  </a:cubicBezTo>
                  <a:cubicBezTo>
                    <a:pt x="1081" y="3160"/>
                    <a:pt x="1131" y="3174"/>
                    <a:pt x="1138" y="3153"/>
                  </a:cubicBezTo>
                  <a:cubicBezTo>
                    <a:pt x="1152" y="3139"/>
                    <a:pt x="1167" y="3076"/>
                    <a:pt x="1167" y="3097"/>
                  </a:cubicBezTo>
                  <a:cubicBezTo>
                    <a:pt x="1174" y="3118"/>
                    <a:pt x="1260" y="3097"/>
                    <a:pt x="1260" y="3097"/>
                  </a:cubicBezTo>
                  <a:cubicBezTo>
                    <a:pt x="1260" y="3097"/>
                    <a:pt x="1260" y="3027"/>
                    <a:pt x="1260" y="3020"/>
                  </a:cubicBezTo>
                  <a:cubicBezTo>
                    <a:pt x="1260" y="3006"/>
                    <a:pt x="1260" y="2860"/>
                    <a:pt x="1246" y="2846"/>
                  </a:cubicBezTo>
                  <a:cubicBezTo>
                    <a:pt x="1231" y="2832"/>
                    <a:pt x="1210" y="2797"/>
                    <a:pt x="1224" y="2783"/>
                  </a:cubicBezTo>
                  <a:cubicBezTo>
                    <a:pt x="1246" y="2769"/>
                    <a:pt x="1288" y="2720"/>
                    <a:pt x="1296" y="2699"/>
                  </a:cubicBezTo>
                  <a:cubicBezTo>
                    <a:pt x="1296" y="2685"/>
                    <a:pt x="1288" y="2685"/>
                    <a:pt x="1310" y="2671"/>
                  </a:cubicBezTo>
                  <a:cubicBezTo>
                    <a:pt x="1331" y="2657"/>
                    <a:pt x="1439" y="2671"/>
                    <a:pt x="1424" y="2678"/>
                  </a:cubicBezTo>
                  <a:cubicBezTo>
                    <a:pt x="1410" y="2692"/>
                    <a:pt x="1396" y="2671"/>
                    <a:pt x="1396" y="2713"/>
                  </a:cubicBezTo>
                  <a:cubicBezTo>
                    <a:pt x="1396" y="2755"/>
                    <a:pt x="1417" y="2755"/>
                    <a:pt x="1424" y="2776"/>
                  </a:cubicBezTo>
                  <a:cubicBezTo>
                    <a:pt x="1432" y="2790"/>
                    <a:pt x="1489" y="2832"/>
                    <a:pt x="1482" y="2846"/>
                  </a:cubicBezTo>
                  <a:cubicBezTo>
                    <a:pt x="1474" y="2853"/>
                    <a:pt x="1474" y="2874"/>
                    <a:pt x="1489" y="2887"/>
                  </a:cubicBezTo>
                  <a:cubicBezTo>
                    <a:pt x="1503" y="2901"/>
                    <a:pt x="1553" y="2929"/>
                    <a:pt x="1546" y="2943"/>
                  </a:cubicBezTo>
                  <a:cubicBezTo>
                    <a:pt x="1539" y="2950"/>
                    <a:pt x="1532" y="2950"/>
                    <a:pt x="1503" y="2957"/>
                  </a:cubicBezTo>
                  <a:cubicBezTo>
                    <a:pt x="1474" y="2957"/>
                    <a:pt x="1446" y="2943"/>
                    <a:pt x="1410" y="2943"/>
                  </a:cubicBezTo>
                  <a:cubicBezTo>
                    <a:pt x="1374" y="2950"/>
                    <a:pt x="1360" y="2985"/>
                    <a:pt x="1360" y="2985"/>
                  </a:cubicBezTo>
                  <a:cubicBezTo>
                    <a:pt x="1389" y="3041"/>
                    <a:pt x="1389" y="3041"/>
                    <a:pt x="1389" y="3041"/>
                  </a:cubicBezTo>
                  <a:cubicBezTo>
                    <a:pt x="1389" y="3041"/>
                    <a:pt x="1374" y="3034"/>
                    <a:pt x="1410" y="3055"/>
                  </a:cubicBezTo>
                  <a:cubicBezTo>
                    <a:pt x="1446" y="3069"/>
                    <a:pt x="1396" y="3062"/>
                    <a:pt x="1467" y="3055"/>
                  </a:cubicBezTo>
                  <a:cubicBezTo>
                    <a:pt x="1539" y="3055"/>
                    <a:pt x="1546" y="2999"/>
                    <a:pt x="1575" y="3013"/>
                  </a:cubicBezTo>
                  <a:cubicBezTo>
                    <a:pt x="1603" y="3027"/>
                    <a:pt x="1596" y="3055"/>
                    <a:pt x="1596" y="3055"/>
                  </a:cubicBezTo>
                  <a:cubicBezTo>
                    <a:pt x="1596" y="3055"/>
                    <a:pt x="1746" y="3062"/>
                    <a:pt x="1775" y="3048"/>
                  </a:cubicBezTo>
                  <a:cubicBezTo>
                    <a:pt x="1804" y="3034"/>
                    <a:pt x="1804" y="2999"/>
                    <a:pt x="1854" y="2992"/>
                  </a:cubicBezTo>
                  <a:cubicBezTo>
                    <a:pt x="1904" y="2992"/>
                    <a:pt x="1954" y="2957"/>
                    <a:pt x="1975" y="2999"/>
                  </a:cubicBezTo>
                  <a:cubicBezTo>
                    <a:pt x="1997" y="3034"/>
                    <a:pt x="1983" y="3034"/>
                    <a:pt x="2018" y="3027"/>
                  </a:cubicBezTo>
                  <a:cubicBezTo>
                    <a:pt x="2054" y="3027"/>
                    <a:pt x="2104" y="2901"/>
                    <a:pt x="2111" y="2880"/>
                  </a:cubicBezTo>
                  <a:cubicBezTo>
                    <a:pt x="2111" y="2867"/>
                    <a:pt x="2040" y="2894"/>
                    <a:pt x="2097" y="2818"/>
                  </a:cubicBezTo>
                  <a:cubicBezTo>
                    <a:pt x="2147" y="2748"/>
                    <a:pt x="2161" y="2706"/>
                    <a:pt x="2176" y="2699"/>
                  </a:cubicBezTo>
                  <a:cubicBezTo>
                    <a:pt x="2183" y="2685"/>
                    <a:pt x="2061" y="2594"/>
                    <a:pt x="2140" y="2622"/>
                  </a:cubicBezTo>
                  <a:cubicBezTo>
                    <a:pt x="2219" y="2650"/>
                    <a:pt x="2262" y="2692"/>
                    <a:pt x="2283" y="2692"/>
                  </a:cubicBezTo>
                  <a:cubicBezTo>
                    <a:pt x="2304" y="2699"/>
                    <a:pt x="2383" y="2727"/>
                    <a:pt x="2369" y="2713"/>
                  </a:cubicBezTo>
                  <a:cubicBezTo>
                    <a:pt x="2355" y="2699"/>
                    <a:pt x="2297" y="2671"/>
                    <a:pt x="2312" y="2650"/>
                  </a:cubicBezTo>
                  <a:cubicBezTo>
                    <a:pt x="2326" y="2629"/>
                    <a:pt x="2362" y="2629"/>
                    <a:pt x="2312" y="2608"/>
                  </a:cubicBezTo>
                  <a:cubicBezTo>
                    <a:pt x="2262" y="2587"/>
                    <a:pt x="2254" y="2566"/>
                    <a:pt x="2226" y="2587"/>
                  </a:cubicBezTo>
                  <a:cubicBezTo>
                    <a:pt x="2204" y="2608"/>
                    <a:pt x="2204" y="2601"/>
                    <a:pt x="2190" y="2573"/>
                  </a:cubicBezTo>
                  <a:cubicBezTo>
                    <a:pt x="2183" y="2545"/>
                    <a:pt x="2190" y="2545"/>
                    <a:pt x="2197" y="2524"/>
                  </a:cubicBezTo>
                  <a:cubicBezTo>
                    <a:pt x="2204" y="2503"/>
                    <a:pt x="2240" y="2496"/>
                    <a:pt x="2262" y="2496"/>
                  </a:cubicBezTo>
                  <a:cubicBezTo>
                    <a:pt x="2283" y="2489"/>
                    <a:pt x="2297" y="2482"/>
                    <a:pt x="2283" y="2468"/>
                  </a:cubicBezTo>
                  <a:cubicBezTo>
                    <a:pt x="2269" y="2447"/>
                    <a:pt x="2226" y="2447"/>
                    <a:pt x="2262" y="2419"/>
                  </a:cubicBezTo>
                  <a:cubicBezTo>
                    <a:pt x="2297" y="2398"/>
                    <a:pt x="2283" y="2391"/>
                    <a:pt x="2340" y="2398"/>
                  </a:cubicBezTo>
                  <a:cubicBezTo>
                    <a:pt x="2398" y="2405"/>
                    <a:pt x="2383" y="2419"/>
                    <a:pt x="2455" y="2412"/>
                  </a:cubicBezTo>
                  <a:cubicBezTo>
                    <a:pt x="2519" y="2398"/>
                    <a:pt x="2605" y="2398"/>
                    <a:pt x="2612" y="2391"/>
                  </a:cubicBezTo>
                  <a:cubicBezTo>
                    <a:pt x="2619" y="2384"/>
                    <a:pt x="2619" y="2328"/>
                    <a:pt x="2619" y="2328"/>
                  </a:cubicBezTo>
                  <a:cubicBezTo>
                    <a:pt x="2641" y="2328"/>
                    <a:pt x="2641" y="2328"/>
                    <a:pt x="2641" y="2328"/>
                  </a:cubicBezTo>
                  <a:cubicBezTo>
                    <a:pt x="2641" y="2328"/>
                    <a:pt x="2576" y="2307"/>
                    <a:pt x="2548" y="2307"/>
                  </a:cubicBezTo>
                  <a:cubicBezTo>
                    <a:pt x="2519" y="2300"/>
                    <a:pt x="2526" y="2272"/>
                    <a:pt x="2448" y="2300"/>
                  </a:cubicBezTo>
                  <a:cubicBezTo>
                    <a:pt x="2369" y="2335"/>
                    <a:pt x="2319" y="2370"/>
                    <a:pt x="2297" y="2370"/>
                  </a:cubicBezTo>
                  <a:cubicBezTo>
                    <a:pt x="2276" y="2370"/>
                    <a:pt x="2190" y="2356"/>
                    <a:pt x="2190" y="2356"/>
                  </a:cubicBezTo>
                  <a:cubicBezTo>
                    <a:pt x="2154" y="2300"/>
                    <a:pt x="2154" y="2300"/>
                    <a:pt x="2154" y="2300"/>
                  </a:cubicBezTo>
                  <a:cubicBezTo>
                    <a:pt x="2154" y="2300"/>
                    <a:pt x="2133" y="2272"/>
                    <a:pt x="2126" y="2251"/>
                  </a:cubicBezTo>
                  <a:cubicBezTo>
                    <a:pt x="2118" y="2237"/>
                    <a:pt x="2118" y="2223"/>
                    <a:pt x="2111" y="2188"/>
                  </a:cubicBezTo>
                  <a:cubicBezTo>
                    <a:pt x="2104" y="2160"/>
                    <a:pt x="2104" y="2119"/>
                    <a:pt x="2104" y="2119"/>
                  </a:cubicBezTo>
                  <a:cubicBezTo>
                    <a:pt x="2104" y="2119"/>
                    <a:pt x="2097" y="2091"/>
                    <a:pt x="2097" y="2070"/>
                  </a:cubicBezTo>
                  <a:cubicBezTo>
                    <a:pt x="2097" y="2049"/>
                    <a:pt x="2126" y="2028"/>
                    <a:pt x="2133" y="2014"/>
                  </a:cubicBezTo>
                  <a:cubicBezTo>
                    <a:pt x="2133" y="2000"/>
                    <a:pt x="2176" y="1874"/>
                    <a:pt x="2204" y="1846"/>
                  </a:cubicBezTo>
                  <a:cubicBezTo>
                    <a:pt x="2226" y="1811"/>
                    <a:pt x="2347" y="1720"/>
                    <a:pt x="2347" y="1692"/>
                  </a:cubicBezTo>
                  <a:cubicBezTo>
                    <a:pt x="2355" y="1671"/>
                    <a:pt x="2390" y="1552"/>
                    <a:pt x="2390" y="1552"/>
                  </a:cubicBezTo>
                  <a:cubicBezTo>
                    <a:pt x="2390" y="1552"/>
                    <a:pt x="2347" y="1517"/>
                    <a:pt x="2319" y="1503"/>
                  </a:cubicBezTo>
                  <a:cubicBezTo>
                    <a:pt x="2290" y="1482"/>
                    <a:pt x="2319" y="1517"/>
                    <a:pt x="2254" y="1531"/>
                  </a:cubicBezTo>
                  <a:cubicBezTo>
                    <a:pt x="2197" y="1552"/>
                    <a:pt x="2161" y="1566"/>
                    <a:pt x="2140" y="1601"/>
                  </a:cubicBezTo>
                  <a:cubicBezTo>
                    <a:pt x="2118" y="1643"/>
                    <a:pt x="2118" y="1713"/>
                    <a:pt x="2097" y="1741"/>
                  </a:cubicBezTo>
                  <a:cubicBezTo>
                    <a:pt x="2076" y="1762"/>
                    <a:pt x="2083" y="1804"/>
                    <a:pt x="2054" y="1832"/>
                  </a:cubicBezTo>
                  <a:cubicBezTo>
                    <a:pt x="2018" y="1867"/>
                    <a:pt x="2018" y="1874"/>
                    <a:pt x="1975" y="1916"/>
                  </a:cubicBezTo>
                  <a:cubicBezTo>
                    <a:pt x="1932" y="1958"/>
                    <a:pt x="1897" y="2035"/>
                    <a:pt x="1889" y="2042"/>
                  </a:cubicBezTo>
                  <a:cubicBezTo>
                    <a:pt x="1889" y="2056"/>
                    <a:pt x="1882" y="2084"/>
                    <a:pt x="1882" y="2140"/>
                  </a:cubicBezTo>
                  <a:cubicBezTo>
                    <a:pt x="1889" y="2188"/>
                    <a:pt x="1897" y="2209"/>
                    <a:pt x="1925" y="2244"/>
                  </a:cubicBezTo>
                  <a:cubicBezTo>
                    <a:pt x="1947" y="2272"/>
                    <a:pt x="2011" y="2363"/>
                    <a:pt x="1954" y="2426"/>
                  </a:cubicBezTo>
                  <a:cubicBezTo>
                    <a:pt x="1904" y="2496"/>
                    <a:pt x="1847" y="2447"/>
                    <a:pt x="1847" y="2552"/>
                  </a:cubicBezTo>
                  <a:cubicBezTo>
                    <a:pt x="1854" y="2664"/>
                    <a:pt x="1832" y="2727"/>
                    <a:pt x="1818" y="2755"/>
                  </a:cubicBezTo>
                  <a:cubicBezTo>
                    <a:pt x="1796" y="2776"/>
                    <a:pt x="1696" y="2853"/>
                    <a:pt x="1696" y="2860"/>
                  </a:cubicBezTo>
                  <a:cubicBezTo>
                    <a:pt x="1696" y="2867"/>
                    <a:pt x="1711" y="2894"/>
                    <a:pt x="1661" y="2894"/>
                  </a:cubicBezTo>
                  <a:cubicBezTo>
                    <a:pt x="1618" y="2894"/>
                    <a:pt x="1603" y="2894"/>
                    <a:pt x="1589" y="2894"/>
                  </a:cubicBezTo>
                  <a:cubicBezTo>
                    <a:pt x="1582" y="2887"/>
                    <a:pt x="1560" y="2860"/>
                    <a:pt x="1553" y="2825"/>
                  </a:cubicBezTo>
                  <a:cubicBezTo>
                    <a:pt x="1546" y="2790"/>
                    <a:pt x="1539" y="2776"/>
                    <a:pt x="1525" y="2734"/>
                  </a:cubicBezTo>
                  <a:cubicBezTo>
                    <a:pt x="1510" y="2699"/>
                    <a:pt x="1510" y="2678"/>
                    <a:pt x="1496" y="2643"/>
                  </a:cubicBezTo>
                  <a:cubicBezTo>
                    <a:pt x="1482" y="2608"/>
                    <a:pt x="1496" y="2552"/>
                    <a:pt x="1474" y="2538"/>
                  </a:cubicBezTo>
                  <a:cubicBezTo>
                    <a:pt x="1460" y="2524"/>
                    <a:pt x="1439" y="2447"/>
                    <a:pt x="1439" y="2447"/>
                  </a:cubicBezTo>
                  <a:cubicBezTo>
                    <a:pt x="1439" y="2447"/>
                    <a:pt x="1396" y="2482"/>
                    <a:pt x="1367" y="2496"/>
                  </a:cubicBezTo>
                  <a:cubicBezTo>
                    <a:pt x="1346" y="2503"/>
                    <a:pt x="1360" y="2524"/>
                    <a:pt x="1339" y="2531"/>
                  </a:cubicBezTo>
                  <a:cubicBezTo>
                    <a:pt x="1310" y="2531"/>
                    <a:pt x="1310" y="2538"/>
                    <a:pt x="1281" y="2573"/>
                  </a:cubicBezTo>
                  <a:cubicBezTo>
                    <a:pt x="1253" y="2601"/>
                    <a:pt x="1231" y="2608"/>
                    <a:pt x="1210" y="2615"/>
                  </a:cubicBezTo>
                  <a:cubicBezTo>
                    <a:pt x="1195" y="2615"/>
                    <a:pt x="1188" y="2643"/>
                    <a:pt x="1160" y="2622"/>
                  </a:cubicBezTo>
                  <a:cubicBezTo>
                    <a:pt x="1138" y="2601"/>
                    <a:pt x="1138" y="2594"/>
                    <a:pt x="1124" y="2580"/>
                  </a:cubicBezTo>
                  <a:cubicBezTo>
                    <a:pt x="1117" y="2566"/>
                    <a:pt x="1067" y="2538"/>
                    <a:pt x="1067" y="2538"/>
                  </a:cubicBezTo>
                  <a:cubicBezTo>
                    <a:pt x="1067" y="2538"/>
                    <a:pt x="1059" y="2559"/>
                    <a:pt x="1067" y="2510"/>
                  </a:cubicBezTo>
                  <a:cubicBezTo>
                    <a:pt x="1067" y="2468"/>
                    <a:pt x="1074" y="2447"/>
                    <a:pt x="1081" y="2419"/>
                  </a:cubicBezTo>
                  <a:cubicBezTo>
                    <a:pt x="1095" y="2398"/>
                    <a:pt x="1095" y="2398"/>
                    <a:pt x="1095" y="2398"/>
                  </a:cubicBezTo>
                  <a:cubicBezTo>
                    <a:pt x="1095" y="2398"/>
                    <a:pt x="1088" y="2398"/>
                    <a:pt x="1095" y="2370"/>
                  </a:cubicBezTo>
                  <a:cubicBezTo>
                    <a:pt x="1110" y="2342"/>
                    <a:pt x="1081" y="2335"/>
                    <a:pt x="1067" y="2321"/>
                  </a:cubicBezTo>
                  <a:cubicBezTo>
                    <a:pt x="1052" y="2307"/>
                    <a:pt x="1045" y="2342"/>
                    <a:pt x="1052" y="2307"/>
                  </a:cubicBezTo>
                  <a:cubicBezTo>
                    <a:pt x="1059" y="2279"/>
                    <a:pt x="1052" y="2091"/>
                    <a:pt x="1052" y="2091"/>
                  </a:cubicBezTo>
                  <a:cubicBezTo>
                    <a:pt x="1052" y="2091"/>
                    <a:pt x="1102" y="2070"/>
                    <a:pt x="1095" y="2056"/>
                  </a:cubicBezTo>
                  <a:cubicBezTo>
                    <a:pt x="1095" y="2042"/>
                    <a:pt x="1145" y="2000"/>
                    <a:pt x="1145" y="2000"/>
                  </a:cubicBezTo>
                  <a:cubicBezTo>
                    <a:pt x="1145" y="2000"/>
                    <a:pt x="1188" y="1993"/>
                    <a:pt x="1203" y="1965"/>
                  </a:cubicBezTo>
                  <a:cubicBezTo>
                    <a:pt x="1224" y="1937"/>
                    <a:pt x="1238" y="1895"/>
                    <a:pt x="1281" y="1874"/>
                  </a:cubicBezTo>
                  <a:cubicBezTo>
                    <a:pt x="1317" y="1853"/>
                    <a:pt x="1331" y="1839"/>
                    <a:pt x="1339" y="1825"/>
                  </a:cubicBezTo>
                  <a:cubicBezTo>
                    <a:pt x="1346" y="1818"/>
                    <a:pt x="1324" y="1860"/>
                    <a:pt x="1353" y="1797"/>
                  </a:cubicBezTo>
                  <a:cubicBezTo>
                    <a:pt x="1381" y="1741"/>
                    <a:pt x="1489" y="1671"/>
                    <a:pt x="1510" y="1622"/>
                  </a:cubicBezTo>
                  <a:cubicBezTo>
                    <a:pt x="1539" y="1573"/>
                    <a:pt x="1567" y="1489"/>
                    <a:pt x="1567" y="1489"/>
                  </a:cubicBezTo>
                  <a:cubicBezTo>
                    <a:pt x="1567" y="1489"/>
                    <a:pt x="1539" y="1454"/>
                    <a:pt x="1575" y="1413"/>
                  </a:cubicBezTo>
                  <a:cubicBezTo>
                    <a:pt x="1603" y="1371"/>
                    <a:pt x="1646" y="1357"/>
                    <a:pt x="1668" y="1336"/>
                  </a:cubicBezTo>
                  <a:cubicBezTo>
                    <a:pt x="1696" y="1315"/>
                    <a:pt x="1725" y="1280"/>
                    <a:pt x="1718" y="1273"/>
                  </a:cubicBezTo>
                  <a:cubicBezTo>
                    <a:pt x="1703" y="1273"/>
                    <a:pt x="1732" y="1280"/>
                    <a:pt x="1732" y="1266"/>
                  </a:cubicBezTo>
                  <a:cubicBezTo>
                    <a:pt x="1739" y="1245"/>
                    <a:pt x="1761" y="1217"/>
                    <a:pt x="1761" y="1217"/>
                  </a:cubicBezTo>
                  <a:cubicBezTo>
                    <a:pt x="1711" y="1210"/>
                    <a:pt x="1725" y="1217"/>
                    <a:pt x="1696" y="1231"/>
                  </a:cubicBezTo>
                  <a:cubicBezTo>
                    <a:pt x="1668" y="1238"/>
                    <a:pt x="1682" y="1224"/>
                    <a:pt x="1668" y="1210"/>
                  </a:cubicBezTo>
                  <a:cubicBezTo>
                    <a:pt x="1653" y="1196"/>
                    <a:pt x="1653" y="1196"/>
                    <a:pt x="1661" y="1189"/>
                  </a:cubicBezTo>
                  <a:cubicBezTo>
                    <a:pt x="1668" y="1175"/>
                    <a:pt x="1689" y="1161"/>
                    <a:pt x="1689" y="1161"/>
                  </a:cubicBezTo>
                  <a:cubicBezTo>
                    <a:pt x="1689" y="1161"/>
                    <a:pt x="1703" y="1189"/>
                    <a:pt x="1739" y="1154"/>
                  </a:cubicBezTo>
                  <a:cubicBezTo>
                    <a:pt x="1782" y="1119"/>
                    <a:pt x="1847" y="1084"/>
                    <a:pt x="1847" y="1084"/>
                  </a:cubicBezTo>
                  <a:cubicBezTo>
                    <a:pt x="1947" y="1007"/>
                    <a:pt x="1947" y="1007"/>
                    <a:pt x="1947" y="1007"/>
                  </a:cubicBezTo>
                  <a:cubicBezTo>
                    <a:pt x="1947" y="1007"/>
                    <a:pt x="2033" y="979"/>
                    <a:pt x="2047" y="979"/>
                  </a:cubicBezTo>
                  <a:cubicBezTo>
                    <a:pt x="2061" y="986"/>
                    <a:pt x="2076" y="986"/>
                    <a:pt x="2083" y="986"/>
                  </a:cubicBezTo>
                  <a:cubicBezTo>
                    <a:pt x="2090" y="986"/>
                    <a:pt x="2118" y="986"/>
                    <a:pt x="2147" y="958"/>
                  </a:cubicBezTo>
                  <a:cubicBezTo>
                    <a:pt x="2169" y="937"/>
                    <a:pt x="2154" y="916"/>
                    <a:pt x="2190" y="909"/>
                  </a:cubicBezTo>
                  <a:cubicBezTo>
                    <a:pt x="2226" y="902"/>
                    <a:pt x="2254" y="909"/>
                    <a:pt x="2276" y="888"/>
                  </a:cubicBezTo>
                  <a:cubicBezTo>
                    <a:pt x="2297" y="860"/>
                    <a:pt x="2548" y="888"/>
                    <a:pt x="2548" y="888"/>
                  </a:cubicBezTo>
                  <a:cubicBezTo>
                    <a:pt x="2548" y="888"/>
                    <a:pt x="2655" y="916"/>
                    <a:pt x="2669" y="937"/>
                  </a:cubicBezTo>
                  <a:cubicBezTo>
                    <a:pt x="2684" y="958"/>
                    <a:pt x="2734" y="972"/>
                    <a:pt x="2712" y="1000"/>
                  </a:cubicBezTo>
                  <a:cubicBezTo>
                    <a:pt x="2684" y="1021"/>
                    <a:pt x="2712" y="1056"/>
                    <a:pt x="2727" y="1063"/>
                  </a:cubicBezTo>
                  <a:cubicBezTo>
                    <a:pt x="2741" y="1070"/>
                    <a:pt x="2741" y="1007"/>
                    <a:pt x="2770" y="1014"/>
                  </a:cubicBezTo>
                  <a:cubicBezTo>
                    <a:pt x="2791" y="1021"/>
                    <a:pt x="2805" y="1056"/>
                    <a:pt x="2827" y="1063"/>
                  </a:cubicBezTo>
                  <a:cubicBezTo>
                    <a:pt x="2848" y="1070"/>
                    <a:pt x="2948" y="1077"/>
                    <a:pt x="2963" y="1084"/>
                  </a:cubicBezTo>
                  <a:cubicBezTo>
                    <a:pt x="2977" y="1098"/>
                    <a:pt x="2999" y="1112"/>
                    <a:pt x="3041" y="1133"/>
                  </a:cubicBezTo>
                  <a:cubicBezTo>
                    <a:pt x="3077" y="1154"/>
                    <a:pt x="3349" y="1259"/>
                    <a:pt x="3356" y="1273"/>
                  </a:cubicBezTo>
                  <a:cubicBezTo>
                    <a:pt x="3363" y="1287"/>
                    <a:pt x="3335" y="1392"/>
                    <a:pt x="3335" y="1392"/>
                  </a:cubicBezTo>
                  <a:cubicBezTo>
                    <a:pt x="3335" y="1392"/>
                    <a:pt x="3342" y="1427"/>
                    <a:pt x="3306" y="1433"/>
                  </a:cubicBezTo>
                  <a:cubicBezTo>
                    <a:pt x="3270" y="1433"/>
                    <a:pt x="3306" y="1427"/>
                    <a:pt x="3249" y="1433"/>
                  </a:cubicBezTo>
                  <a:cubicBezTo>
                    <a:pt x="3192" y="1440"/>
                    <a:pt x="3199" y="1468"/>
                    <a:pt x="3156" y="1454"/>
                  </a:cubicBezTo>
                  <a:cubicBezTo>
                    <a:pt x="3120" y="1440"/>
                    <a:pt x="3127" y="1440"/>
                    <a:pt x="3099" y="1420"/>
                  </a:cubicBezTo>
                  <a:cubicBezTo>
                    <a:pt x="3070" y="1406"/>
                    <a:pt x="3041" y="1378"/>
                    <a:pt x="3013" y="1392"/>
                  </a:cubicBezTo>
                  <a:cubicBezTo>
                    <a:pt x="2984" y="1413"/>
                    <a:pt x="2999" y="1440"/>
                    <a:pt x="2948" y="1413"/>
                  </a:cubicBezTo>
                  <a:cubicBezTo>
                    <a:pt x="2898" y="1378"/>
                    <a:pt x="2870" y="1371"/>
                    <a:pt x="2870" y="1371"/>
                  </a:cubicBezTo>
                  <a:cubicBezTo>
                    <a:pt x="2870" y="1371"/>
                    <a:pt x="2848" y="1385"/>
                    <a:pt x="2848" y="1392"/>
                  </a:cubicBezTo>
                  <a:cubicBezTo>
                    <a:pt x="2855" y="1406"/>
                    <a:pt x="2870" y="1385"/>
                    <a:pt x="2906" y="1427"/>
                  </a:cubicBezTo>
                  <a:cubicBezTo>
                    <a:pt x="2934" y="1461"/>
                    <a:pt x="2984" y="1489"/>
                    <a:pt x="2977" y="1510"/>
                  </a:cubicBezTo>
                  <a:cubicBezTo>
                    <a:pt x="2977" y="1531"/>
                    <a:pt x="2999" y="1538"/>
                    <a:pt x="2977" y="1559"/>
                  </a:cubicBezTo>
                  <a:cubicBezTo>
                    <a:pt x="2963" y="1573"/>
                    <a:pt x="2963" y="1601"/>
                    <a:pt x="2963" y="1601"/>
                  </a:cubicBezTo>
                  <a:cubicBezTo>
                    <a:pt x="2963" y="1601"/>
                    <a:pt x="2991" y="1636"/>
                    <a:pt x="2984" y="1650"/>
                  </a:cubicBezTo>
                  <a:cubicBezTo>
                    <a:pt x="2977" y="1664"/>
                    <a:pt x="2977" y="1699"/>
                    <a:pt x="2977" y="1713"/>
                  </a:cubicBezTo>
                  <a:cubicBezTo>
                    <a:pt x="2977" y="1720"/>
                    <a:pt x="2999" y="1755"/>
                    <a:pt x="2999" y="1755"/>
                  </a:cubicBezTo>
                  <a:cubicBezTo>
                    <a:pt x="2999" y="1755"/>
                    <a:pt x="3027" y="1734"/>
                    <a:pt x="3063" y="1769"/>
                  </a:cubicBezTo>
                  <a:cubicBezTo>
                    <a:pt x="3099" y="1797"/>
                    <a:pt x="3149" y="1797"/>
                    <a:pt x="3149" y="1797"/>
                  </a:cubicBezTo>
                  <a:cubicBezTo>
                    <a:pt x="3149" y="1755"/>
                    <a:pt x="3149" y="1755"/>
                    <a:pt x="3149" y="1755"/>
                  </a:cubicBezTo>
                  <a:cubicBezTo>
                    <a:pt x="3149" y="1755"/>
                    <a:pt x="3135" y="1748"/>
                    <a:pt x="3120" y="1720"/>
                  </a:cubicBezTo>
                  <a:cubicBezTo>
                    <a:pt x="3099" y="1699"/>
                    <a:pt x="3077" y="1664"/>
                    <a:pt x="3077" y="1657"/>
                  </a:cubicBezTo>
                  <a:cubicBezTo>
                    <a:pt x="3070" y="1643"/>
                    <a:pt x="3070" y="1608"/>
                    <a:pt x="3077" y="1608"/>
                  </a:cubicBezTo>
                  <a:cubicBezTo>
                    <a:pt x="3092" y="1608"/>
                    <a:pt x="3113" y="1615"/>
                    <a:pt x="3156" y="1636"/>
                  </a:cubicBezTo>
                  <a:cubicBezTo>
                    <a:pt x="3199" y="1650"/>
                    <a:pt x="3285" y="1713"/>
                    <a:pt x="3306" y="1678"/>
                  </a:cubicBezTo>
                  <a:cubicBezTo>
                    <a:pt x="3328" y="1643"/>
                    <a:pt x="3321" y="1636"/>
                    <a:pt x="3306" y="1601"/>
                  </a:cubicBezTo>
                  <a:cubicBezTo>
                    <a:pt x="3292" y="1566"/>
                    <a:pt x="3270" y="1587"/>
                    <a:pt x="3285" y="1545"/>
                  </a:cubicBezTo>
                  <a:cubicBezTo>
                    <a:pt x="3306" y="1503"/>
                    <a:pt x="3263" y="1538"/>
                    <a:pt x="3349" y="1468"/>
                  </a:cubicBezTo>
                  <a:cubicBezTo>
                    <a:pt x="3435" y="1399"/>
                    <a:pt x="3507" y="1420"/>
                    <a:pt x="3521" y="1420"/>
                  </a:cubicBezTo>
                  <a:cubicBezTo>
                    <a:pt x="3535" y="1420"/>
                    <a:pt x="3592" y="1385"/>
                    <a:pt x="3585" y="1371"/>
                  </a:cubicBezTo>
                  <a:cubicBezTo>
                    <a:pt x="3578" y="1364"/>
                    <a:pt x="3592" y="1343"/>
                    <a:pt x="3578" y="1308"/>
                  </a:cubicBezTo>
                  <a:cubicBezTo>
                    <a:pt x="3557" y="1273"/>
                    <a:pt x="3521" y="1203"/>
                    <a:pt x="3521" y="1203"/>
                  </a:cubicBezTo>
                  <a:cubicBezTo>
                    <a:pt x="3521" y="1203"/>
                    <a:pt x="3485" y="1140"/>
                    <a:pt x="3507" y="1140"/>
                  </a:cubicBezTo>
                  <a:cubicBezTo>
                    <a:pt x="3528" y="1147"/>
                    <a:pt x="3550" y="1161"/>
                    <a:pt x="3614" y="1189"/>
                  </a:cubicBezTo>
                  <a:cubicBezTo>
                    <a:pt x="3685" y="1217"/>
                    <a:pt x="3714" y="1224"/>
                    <a:pt x="3728" y="1231"/>
                  </a:cubicBezTo>
                  <a:cubicBezTo>
                    <a:pt x="3743" y="1238"/>
                    <a:pt x="3757" y="1266"/>
                    <a:pt x="3728" y="1266"/>
                  </a:cubicBezTo>
                  <a:cubicBezTo>
                    <a:pt x="3693" y="1266"/>
                    <a:pt x="3671" y="1287"/>
                    <a:pt x="3664" y="1301"/>
                  </a:cubicBezTo>
                  <a:cubicBezTo>
                    <a:pt x="3657" y="1315"/>
                    <a:pt x="3700" y="1350"/>
                    <a:pt x="3700" y="1350"/>
                  </a:cubicBezTo>
                  <a:cubicBezTo>
                    <a:pt x="3700" y="1350"/>
                    <a:pt x="3764" y="1350"/>
                    <a:pt x="3778" y="1350"/>
                  </a:cubicBezTo>
                  <a:cubicBezTo>
                    <a:pt x="3793" y="1350"/>
                    <a:pt x="3793" y="1301"/>
                    <a:pt x="3793" y="1273"/>
                  </a:cubicBezTo>
                  <a:cubicBezTo>
                    <a:pt x="3793" y="1252"/>
                    <a:pt x="3893" y="1266"/>
                    <a:pt x="3907" y="1259"/>
                  </a:cubicBezTo>
                  <a:cubicBezTo>
                    <a:pt x="3922" y="1245"/>
                    <a:pt x="3957" y="1203"/>
                    <a:pt x="3979" y="1189"/>
                  </a:cubicBezTo>
                  <a:cubicBezTo>
                    <a:pt x="4007" y="1175"/>
                    <a:pt x="4100" y="1147"/>
                    <a:pt x="4086" y="1161"/>
                  </a:cubicBezTo>
                  <a:cubicBezTo>
                    <a:pt x="4079" y="1175"/>
                    <a:pt x="4100" y="1217"/>
                    <a:pt x="4100" y="1203"/>
                  </a:cubicBezTo>
                  <a:cubicBezTo>
                    <a:pt x="4100" y="1189"/>
                    <a:pt x="4129" y="1133"/>
                    <a:pt x="4143" y="1133"/>
                  </a:cubicBezTo>
                  <a:cubicBezTo>
                    <a:pt x="4158" y="1133"/>
                    <a:pt x="4201" y="1147"/>
                    <a:pt x="4201" y="1147"/>
                  </a:cubicBezTo>
                  <a:cubicBezTo>
                    <a:pt x="4201" y="1147"/>
                    <a:pt x="4179" y="1203"/>
                    <a:pt x="4208" y="1203"/>
                  </a:cubicBezTo>
                  <a:cubicBezTo>
                    <a:pt x="4244" y="1210"/>
                    <a:pt x="4287" y="1238"/>
                    <a:pt x="4294" y="1210"/>
                  </a:cubicBezTo>
                  <a:cubicBezTo>
                    <a:pt x="4308" y="1189"/>
                    <a:pt x="4287" y="1196"/>
                    <a:pt x="4358" y="1175"/>
                  </a:cubicBezTo>
                  <a:cubicBezTo>
                    <a:pt x="4437" y="1161"/>
                    <a:pt x="4401" y="1161"/>
                    <a:pt x="4451" y="1154"/>
                  </a:cubicBezTo>
                  <a:cubicBezTo>
                    <a:pt x="4501" y="1154"/>
                    <a:pt x="4530" y="1189"/>
                    <a:pt x="4551" y="1189"/>
                  </a:cubicBezTo>
                  <a:cubicBezTo>
                    <a:pt x="4580" y="1189"/>
                    <a:pt x="4594" y="1133"/>
                    <a:pt x="4594" y="1133"/>
                  </a:cubicBezTo>
                  <a:cubicBezTo>
                    <a:pt x="4601" y="1091"/>
                    <a:pt x="4601" y="1091"/>
                    <a:pt x="4601" y="1091"/>
                  </a:cubicBezTo>
                  <a:cubicBezTo>
                    <a:pt x="4573" y="1077"/>
                    <a:pt x="4573" y="1077"/>
                    <a:pt x="4573" y="1077"/>
                  </a:cubicBezTo>
                  <a:cubicBezTo>
                    <a:pt x="4573" y="1077"/>
                    <a:pt x="4601" y="1077"/>
                    <a:pt x="4587" y="1063"/>
                  </a:cubicBezTo>
                  <a:cubicBezTo>
                    <a:pt x="4580" y="1056"/>
                    <a:pt x="4616" y="1049"/>
                    <a:pt x="4637" y="1049"/>
                  </a:cubicBezTo>
                  <a:cubicBezTo>
                    <a:pt x="4659" y="1042"/>
                    <a:pt x="4723" y="1063"/>
                    <a:pt x="4752" y="1070"/>
                  </a:cubicBezTo>
                  <a:cubicBezTo>
                    <a:pt x="4787" y="1084"/>
                    <a:pt x="4909" y="1077"/>
                    <a:pt x="4988" y="1133"/>
                  </a:cubicBezTo>
                  <a:cubicBezTo>
                    <a:pt x="5059" y="1189"/>
                    <a:pt x="5074" y="1196"/>
                    <a:pt x="5088" y="1196"/>
                  </a:cubicBezTo>
                  <a:cubicBezTo>
                    <a:pt x="5102" y="1203"/>
                    <a:pt x="5159" y="1182"/>
                    <a:pt x="5159" y="1182"/>
                  </a:cubicBezTo>
                  <a:cubicBezTo>
                    <a:pt x="5159" y="1182"/>
                    <a:pt x="5181" y="1175"/>
                    <a:pt x="5159" y="1161"/>
                  </a:cubicBezTo>
                  <a:cubicBezTo>
                    <a:pt x="5131" y="1140"/>
                    <a:pt x="5109" y="1147"/>
                    <a:pt x="5109" y="1140"/>
                  </a:cubicBezTo>
                  <a:cubicBezTo>
                    <a:pt x="5109" y="1126"/>
                    <a:pt x="5088" y="1070"/>
                    <a:pt x="5081" y="1070"/>
                  </a:cubicBezTo>
                  <a:cubicBezTo>
                    <a:pt x="5074" y="1070"/>
                    <a:pt x="5059" y="1063"/>
                    <a:pt x="5052" y="1070"/>
                  </a:cubicBezTo>
                  <a:cubicBezTo>
                    <a:pt x="5045" y="1077"/>
                    <a:pt x="5002" y="1042"/>
                    <a:pt x="5002" y="1035"/>
                  </a:cubicBezTo>
                  <a:cubicBezTo>
                    <a:pt x="5002" y="1021"/>
                    <a:pt x="5002" y="986"/>
                    <a:pt x="5016" y="986"/>
                  </a:cubicBezTo>
                  <a:cubicBezTo>
                    <a:pt x="5024" y="979"/>
                    <a:pt x="4952" y="979"/>
                    <a:pt x="4995" y="937"/>
                  </a:cubicBezTo>
                  <a:cubicBezTo>
                    <a:pt x="5031" y="888"/>
                    <a:pt x="5102" y="832"/>
                    <a:pt x="5102" y="825"/>
                  </a:cubicBezTo>
                  <a:cubicBezTo>
                    <a:pt x="5095" y="811"/>
                    <a:pt x="5109" y="644"/>
                    <a:pt x="5109" y="644"/>
                  </a:cubicBezTo>
                  <a:cubicBezTo>
                    <a:pt x="5109" y="644"/>
                    <a:pt x="5152" y="665"/>
                    <a:pt x="5167" y="651"/>
                  </a:cubicBezTo>
                  <a:cubicBezTo>
                    <a:pt x="5181" y="630"/>
                    <a:pt x="5195" y="588"/>
                    <a:pt x="5195" y="588"/>
                  </a:cubicBezTo>
                  <a:cubicBezTo>
                    <a:pt x="5245" y="581"/>
                    <a:pt x="5245" y="581"/>
                    <a:pt x="5245" y="581"/>
                  </a:cubicBezTo>
                  <a:cubicBezTo>
                    <a:pt x="5245" y="581"/>
                    <a:pt x="5267" y="616"/>
                    <a:pt x="5267" y="623"/>
                  </a:cubicBezTo>
                  <a:cubicBezTo>
                    <a:pt x="5260" y="630"/>
                    <a:pt x="5238" y="658"/>
                    <a:pt x="5267" y="658"/>
                  </a:cubicBezTo>
                  <a:cubicBezTo>
                    <a:pt x="5288" y="658"/>
                    <a:pt x="5353" y="700"/>
                    <a:pt x="5353" y="700"/>
                  </a:cubicBezTo>
                  <a:cubicBezTo>
                    <a:pt x="5353" y="700"/>
                    <a:pt x="5374" y="783"/>
                    <a:pt x="5360" y="783"/>
                  </a:cubicBezTo>
                  <a:cubicBezTo>
                    <a:pt x="5346" y="783"/>
                    <a:pt x="5353" y="825"/>
                    <a:pt x="5353" y="825"/>
                  </a:cubicBezTo>
                  <a:cubicBezTo>
                    <a:pt x="5353" y="825"/>
                    <a:pt x="5338" y="797"/>
                    <a:pt x="5331" y="832"/>
                  </a:cubicBezTo>
                  <a:cubicBezTo>
                    <a:pt x="5317" y="867"/>
                    <a:pt x="5353" y="888"/>
                    <a:pt x="5353" y="888"/>
                  </a:cubicBezTo>
                  <a:cubicBezTo>
                    <a:pt x="5353" y="888"/>
                    <a:pt x="5388" y="874"/>
                    <a:pt x="5374" y="909"/>
                  </a:cubicBezTo>
                  <a:cubicBezTo>
                    <a:pt x="5367" y="944"/>
                    <a:pt x="5367" y="930"/>
                    <a:pt x="5374" y="958"/>
                  </a:cubicBezTo>
                  <a:cubicBezTo>
                    <a:pt x="5374" y="993"/>
                    <a:pt x="5403" y="1035"/>
                    <a:pt x="5403" y="1049"/>
                  </a:cubicBezTo>
                  <a:cubicBezTo>
                    <a:pt x="5403" y="1063"/>
                    <a:pt x="5403" y="1147"/>
                    <a:pt x="5403" y="1147"/>
                  </a:cubicBezTo>
                  <a:cubicBezTo>
                    <a:pt x="5403" y="1147"/>
                    <a:pt x="5424" y="1189"/>
                    <a:pt x="5439" y="1203"/>
                  </a:cubicBezTo>
                  <a:cubicBezTo>
                    <a:pt x="5453" y="1217"/>
                    <a:pt x="5489" y="1182"/>
                    <a:pt x="5453" y="1217"/>
                  </a:cubicBezTo>
                  <a:cubicBezTo>
                    <a:pt x="5410" y="1252"/>
                    <a:pt x="5431" y="1252"/>
                    <a:pt x="5403" y="1287"/>
                  </a:cubicBezTo>
                  <a:cubicBezTo>
                    <a:pt x="5374" y="1322"/>
                    <a:pt x="5353" y="1329"/>
                    <a:pt x="5338" y="1343"/>
                  </a:cubicBezTo>
                  <a:cubicBezTo>
                    <a:pt x="5324" y="1357"/>
                    <a:pt x="5281" y="1371"/>
                    <a:pt x="5281" y="1371"/>
                  </a:cubicBezTo>
                  <a:cubicBezTo>
                    <a:pt x="5281" y="1371"/>
                    <a:pt x="5381" y="1399"/>
                    <a:pt x="5396" y="1399"/>
                  </a:cubicBezTo>
                  <a:cubicBezTo>
                    <a:pt x="5410" y="1399"/>
                    <a:pt x="5524" y="1385"/>
                    <a:pt x="5524" y="1357"/>
                  </a:cubicBezTo>
                  <a:cubicBezTo>
                    <a:pt x="5524" y="1329"/>
                    <a:pt x="5589" y="1259"/>
                    <a:pt x="5553" y="1238"/>
                  </a:cubicBezTo>
                  <a:cubicBezTo>
                    <a:pt x="5524" y="1217"/>
                    <a:pt x="5517" y="1224"/>
                    <a:pt x="5510" y="1203"/>
                  </a:cubicBezTo>
                  <a:cubicBezTo>
                    <a:pt x="5510" y="1182"/>
                    <a:pt x="5496" y="1175"/>
                    <a:pt x="5510" y="1161"/>
                  </a:cubicBezTo>
                  <a:cubicBezTo>
                    <a:pt x="5517" y="1147"/>
                    <a:pt x="5539" y="1119"/>
                    <a:pt x="5510" y="1126"/>
                  </a:cubicBezTo>
                  <a:cubicBezTo>
                    <a:pt x="5481" y="1126"/>
                    <a:pt x="5481" y="1133"/>
                    <a:pt x="5467" y="1112"/>
                  </a:cubicBezTo>
                  <a:cubicBezTo>
                    <a:pt x="5453" y="1091"/>
                    <a:pt x="5460" y="1119"/>
                    <a:pt x="5439" y="1063"/>
                  </a:cubicBezTo>
                  <a:cubicBezTo>
                    <a:pt x="5417" y="1007"/>
                    <a:pt x="5453" y="979"/>
                    <a:pt x="5453" y="979"/>
                  </a:cubicBezTo>
                  <a:cubicBezTo>
                    <a:pt x="5453" y="979"/>
                    <a:pt x="5481" y="1007"/>
                    <a:pt x="5460" y="958"/>
                  </a:cubicBezTo>
                  <a:cubicBezTo>
                    <a:pt x="5439" y="909"/>
                    <a:pt x="5410" y="895"/>
                    <a:pt x="5410" y="881"/>
                  </a:cubicBezTo>
                  <a:cubicBezTo>
                    <a:pt x="5403" y="860"/>
                    <a:pt x="5417" y="846"/>
                    <a:pt x="5410" y="818"/>
                  </a:cubicBezTo>
                  <a:cubicBezTo>
                    <a:pt x="5410" y="790"/>
                    <a:pt x="5496" y="776"/>
                    <a:pt x="5496" y="776"/>
                  </a:cubicBezTo>
                  <a:cubicBezTo>
                    <a:pt x="5496" y="776"/>
                    <a:pt x="5503" y="734"/>
                    <a:pt x="5489" y="713"/>
                  </a:cubicBezTo>
                  <a:cubicBezTo>
                    <a:pt x="5467" y="700"/>
                    <a:pt x="5439" y="665"/>
                    <a:pt x="5439" y="665"/>
                  </a:cubicBezTo>
                  <a:cubicBezTo>
                    <a:pt x="5439" y="665"/>
                    <a:pt x="5446" y="644"/>
                    <a:pt x="5446" y="637"/>
                  </a:cubicBezTo>
                  <a:cubicBezTo>
                    <a:pt x="5453" y="623"/>
                    <a:pt x="5489" y="644"/>
                    <a:pt x="5503" y="658"/>
                  </a:cubicBezTo>
                  <a:cubicBezTo>
                    <a:pt x="5510" y="672"/>
                    <a:pt x="5553" y="700"/>
                    <a:pt x="5553" y="700"/>
                  </a:cubicBezTo>
                  <a:cubicBezTo>
                    <a:pt x="5553" y="700"/>
                    <a:pt x="5539" y="720"/>
                    <a:pt x="5546" y="741"/>
                  </a:cubicBezTo>
                  <a:cubicBezTo>
                    <a:pt x="5553" y="762"/>
                    <a:pt x="5560" y="811"/>
                    <a:pt x="5560" y="811"/>
                  </a:cubicBezTo>
                  <a:cubicBezTo>
                    <a:pt x="5560" y="811"/>
                    <a:pt x="5574" y="846"/>
                    <a:pt x="5582" y="853"/>
                  </a:cubicBezTo>
                  <a:cubicBezTo>
                    <a:pt x="5589" y="860"/>
                    <a:pt x="5567" y="867"/>
                    <a:pt x="5589" y="860"/>
                  </a:cubicBezTo>
                  <a:cubicBezTo>
                    <a:pt x="5610" y="860"/>
                    <a:pt x="5703" y="881"/>
                    <a:pt x="5703" y="881"/>
                  </a:cubicBezTo>
                  <a:cubicBezTo>
                    <a:pt x="5703" y="881"/>
                    <a:pt x="5710" y="818"/>
                    <a:pt x="5696" y="818"/>
                  </a:cubicBezTo>
                  <a:cubicBezTo>
                    <a:pt x="5675" y="825"/>
                    <a:pt x="5660" y="832"/>
                    <a:pt x="5646" y="825"/>
                  </a:cubicBezTo>
                  <a:cubicBezTo>
                    <a:pt x="5625" y="811"/>
                    <a:pt x="5617" y="783"/>
                    <a:pt x="5617" y="783"/>
                  </a:cubicBezTo>
                  <a:cubicBezTo>
                    <a:pt x="5617" y="783"/>
                    <a:pt x="5617" y="762"/>
                    <a:pt x="5625" y="748"/>
                  </a:cubicBezTo>
                  <a:cubicBezTo>
                    <a:pt x="5632" y="734"/>
                    <a:pt x="5682" y="706"/>
                    <a:pt x="5682" y="706"/>
                  </a:cubicBezTo>
                  <a:cubicBezTo>
                    <a:pt x="5682" y="706"/>
                    <a:pt x="5725" y="713"/>
                    <a:pt x="5753" y="713"/>
                  </a:cubicBezTo>
                  <a:cubicBezTo>
                    <a:pt x="5782" y="713"/>
                    <a:pt x="5896" y="790"/>
                    <a:pt x="5896" y="790"/>
                  </a:cubicBezTo>
                  <a:cubicBezTo>
                    <a:pt x="5918" y="811"/>
                    <a:pt x="5918" y="811"/>
                    <a:pt x="5918" y="811"/>
                  </a:cubicBezTo>
                  <a:cubicBezTo>
                    <a:pt x="5918" y="811"/>
                    <a:pt x="5925" y="762"/>
                    <a:pt x="5947" y="776"/>
                  </a:cubicBezTo>
                  <a:cubicBezTo>
                    <a:pt x="5961" y="783"/>
                    <a:pt x="5961" y="783"/>
                    <a:pt x="5961" y="783"/>
                  </a:cubicBezTo>
                  <a:cubicBezTo>
                    <a:pt x="5961" y="783"/>
                    <a:pt x="5968" y="748"/>
                    <a:pt x="5939" y="734"/>
                  </a:cubicBezTo>
                  <a:cubicBezTo>
                    <a:pt x="5904" y="727"/>
                    <a:pt x="5861" y="679"/>
                    <a:pt x="5861" y="679"/>
                  </a:cubicBezTo>
                  <a:cubicBezTo>
                    <a:pt x="5861" y="679"/>
                    <a:pt x="5825" y="623"/>
                    <a:pt x="5832" y="595"/>
                  </a:cubicBezTo>
                  <a:cubicBezTo>
                    <a:pt x="5839" y="567"/>
                    <a:pt x="5832" y="553"/>
                    <a:pt x="5846" y="553"/>
                  </a:cubicBezTo>
                  <a:cubicBezTo>
                    <a:pt x="5861" y="553"/>
                    <a:pt x="5947" y="546"/>
                    <a:pt x="5975" y="532"/>
                  </a:cubicBezTo>
                  <a:cubicBezTo>
                    <a:pt x="6004" y="525"/>
                    <a:pt x="6040" y="539"/>
                    <a:pt x="6083" y="525"/>
                  </a:cubicBezTo>
                  <a:cubicBezTo>
                    <a:pt x="6125" y="511"/>
                    <a:pt x="6133" y="504"/>
                    <a:pt x="6168" y="511"/>
                  </a:cubicBezTo>
                  <a:cubicBezTo>
                    <a:pt x="6211" y="525"/>
                    <a:pt x="6183" y="490"/>
                    <a:pt x="6176" y="469"/>
                  </a:cubicBezTo>
                  <a:cubicBezTo>
                    <a:pt x="6168" y="455"/>
                    <a:pt x="6161" y="378"/>
                    <a:pt x="6161" y="399"/>
                  </a:cubicBezTo>
                  <a:cubicBezTo>
                    <a:pt x="6161" y="413"/>
                    <a:pt x="6161" y="322"/>
                    <a:pt x="6247" y="308"/>
                  </a:cubicBezTo>
                  <a:cubicBezTo>
                    <a:pt x="6326" y="301"/>
                    <a:pt x="6397" y="287"/>
                    <a:pt x="6490" y="273"/>
                  </a:cubicBezTo>
                  <a:cubicBezTo>
                    <a:pt x="6591" y="252"/>
                    <a:pt x="6605" y="217"/>
                    <a:pt x="6605" y="217"/>
                  </a:cubicBezTo>
                  <a:cubicBezTo>
                    <a:pt x="6605" y="217"/>
                    <a:pt x="6676" y="210"/>
                    <a:pt x="6691" y="210"/>
                  </a:cubicBezTo>
                  <a:cubicBezTo>
                    <a:pt x="6698" y="210"/>
                    <a:pt x="6719" y="196"/>
                    <a:pt x="6748" y="203"/>
                  </a:cubicBezTo>
                  <a:cubicBezTo>
                    <a:pt x="6784" y="210"/>
                    <a:pt x="6798" y="224"/>
                    <a:pt x="6820" y="224"/>
                  </a:cubicBezTo>
                  <a:cubicBezTo>
                    <a:pt x="6841" y="224"/>
                    <a:pt x="6963" y="203"/>
                    <a:pt x="6963" y="203"/>
                  </a:cubicBezTo>
                  <a:cubicBezTo>
                    <a:pt x="6963" y="203"/>
                    <a:pt x="6963" y="182"/>
                    <a:pt x="6977" y="168"/>
                  </a:cubicBezTo>
                  <a:cubicBezTo>
                    <a:pt x="6984" y="154"/>
                    <a:pt x="6998" y="126"/>
                    <a:pt x="7013" y="126"/>
                  </a:cubicBezTo>
                  <a:cubicBezTo>
                    <a:pt x="7034" y="133"/>
                    <a:pt x="7056" y="140"/>
                    <a:pt x="7056" y="126"/>
                  </a:cubicBezTo>
                  <a:cubicBezTo>
                    <a:pt x="7063" y="105"/>
                    <a:pt x="7134" y="0"/>
                    <a:pt x="7184" y="21"/>
                  </a:cubicBezTo>
                  <a:cubicBezTo>
                    <a:pt x="7235" y="35"/>
                    <a:pt x="7349" y="35"/>
                    <a:pt x="7349" y="42"/>
                  </a:cubicBezTo>
                  <a:cubicBezTo>
                    <a:pt x="7349" y="56"/>
                    <a:pt x="7370" y="84"/>
                    <a:pt x="7370" y="84"/>
                  </a:cubicBezTo>
                  <a:cubicBezTo>
                    <a:pt x="7370" y="84"/>
                    <a:pt x="7363" y="105"/>
                    <a:pt x="7399" y="112"/>
                  </a:cubicBezTo>
                  <a:cubicBezTo>
                    <a:pt x="7442" y="126"/>
                    <a:pt x="7464" y="140"/>
                    <a:pt x="7464" y="140"/>
                  </a:cubicBezTo>
                  <a:cubicBezTo>
                    <a:pt x="7464" y="140"/>
                    <a:pt x="7578" y="140"/>
                    <a:pt x="7599" y="140"/>
                  </a:cubicBezTo>
                  <a:cubicBezTo>
                    <a:pt x="7628" y="133"/>
                    <a:pt x="7828" y="175"/>
                    <a:pt x="7828" y="182"/>
                  </a:cubicBezTo>
                  <a:cubicBezTo>
                    <a:pt x="7828" y="196"/>
                    <a:pt x="7893" y="294"/>
                    <a:pt x="7857" y="308"/>
                  </a:cubicBezTo>
                  <a:cubicBezTo>
                    <a:pt x="7821" y="329"/>
                    <a:pt x="7864" y="329"/>
                    <a:pt x="7778" y="399"/>
                  </a:cubicBezTo>
                  <a:cubicBezTo>
                    <a:pt x="7692" y="462"/>
                    <a:pt x="7635" y="490"/>
                    <a:pt x="7585" y="511"/>
                  </a:cubicBezTo>
                  <a:cubicBezTo>
                    <a:pt x="7535" y="532"/>
                    <a:pt x="7514" y="595"/>
                    <a:pt x="7485" y="602"/>
                  </a:cubicBezTo>
                  <a:cubicBezTo>
                    <a:pt x="7449" y="609"/>
                    <a:pt x="7442" y="630"/>
                    <a:pt x="7442" y="630"/>
                  </a:cubicBezTo>
                  <a:cubicBezTo>
                    <a:pt x="7442" y="630"/>
                    <a:pt x="7485" y="623"/>
                    <a:pt x="7506" y="616"/>
                  </a:cubicBezTo>
                  <a:cubicBezTo>
                    <a:pt x="7521" y="609"/>
                    <a:pt x="7692" y="581"/>
                    <a:pt x="7692" y="581"/>
                  </a:cubicBezTo>
                  <a:cubicBezTo>
                    <a:pt x="7692" y="581"/>
                    <a:pt x="7607" y="546"/>
                    <a:pt x="7664" y="518"/>
                  </a:cubicBezTo>
                  <a:cubicBezTo>
                    <a:pt x="7721" y="490"/>
                    <a:pt x="7735" y="497"/>
                    <a:pt x="7735" y="497"/>
                  </a:cubicBezTo>
                  <a:cubicBezTo>
                    <a:pt x="7735" y="497"/>
                    <a:pt x="7771" y="497"/>
                    <a:pt x="7786" y="504"/>
                  </a:cubicBezTo>
                  <a:cubicBezTo>
                    <a:pt x="7807" y="504"/>
                    <a:pt x="7828" y="518"/>
                    <a:pt x="7857" y="539"/>
                  </a:cubicBezTo>
                  <a:cubicBezTo>
                    <a:pt x="7893" y="560"/>
                    <a:pt x="7879" y="560"/>
                    <a:pt x="7900" y="539"/>
                  </a:cubicBezTo>
                  <a:cubicBezTo>
                    <a:pt x="7929" y="511"/>
                    <a:pt x="7950" y="497"/>
                    <a:pt x="7979" y="504"/>
                  </a:cubicBezTo>
                  <a:cubicBezTo>
                    <a:pt x="8014" y="511"/>
                    <a:pt x="8186" y="532"/>
                    <a:pt x="8236" y="539"/>
                  </a:cubicBezTo>
                  <a:cubicBezTo>
                    <a:pt x="8279" y="539"/>
                    <a:pt x="8193" y="574"/>
                    <a:pt x="8258" y="609"/>
                  </a:cubicBezTo>
                  <a:cubicBezTo>
                    <a:pt x="8322" y="637"/>
                    <a:pt x="8394" y="672"/>
                    <a:pt x="8408" y="672"/>
                  </a:cubicBezTo>
                  <a:cubicBezTo>
                    <a:pt x="8422" y="665"/>
                    <a:pt x="8523" y="637"/>
                    <a:pt x="8523" y="637"/>
                  </a:cubicBezTo>
                  <a:cubicBezTo>
                    <a:pt x="8523" y="637"/>
                    <a:pt x="8523" y="637"/>
                    <a:pt x="8544" y="595"/>
                  </a:cubicBezTo>
                  <a:cubicBezTo>
                    <a:pt x="8558" y="553"/>
                    <a:pt x="8551" y="560"/>
                    <a:pt x="8551" y="539"/>
                  </a:cubicBezTo>
                  <a:cubicBezTo>
                    <a:pt x="8558" y="525"/>
                    <a:pt x="8573" y="511"/>
                    <a:pt x="8587" y="497"/>
                  </a:cubicBezTo>
                  <a:cubicBezTo>
                    <a:pt x="8608" y="483"/>
                    <a:pt x="8608" y="469"/>
                    <a:pt x="8658" y="497"/>
                  </a:cubicBezTo>
                  <a:cubicBezTo>
                    <a:pt x="8709" y="532"/>
                    <a:pt x="8716" y="546"/>
                    <a:pt x="8716" y="546"/>
                  </a:cubicBezTo>
                  <a:cubicBezTo>
                    <a:pt x="8716" y="546"/>
                    <a:pt x="8802" y="539"/>
                    <a:pt x="8895" y="616"/>
                  </a:cubicBezTo>
                  <a:cubicBezTo>
                    <a:pt x="8988" y="686"/>
                    <a:pt x="8966" y="706"/>
                    <a:pt x="8973" y="720"/>
                  </a:cubicBezTo>
                  <a:cubicBezTo>
                    <a:pt x="8973" y="741"/>
                    <a:pt x="8966" y="783"/>
                    <a:pt x="8973" y="797"/>
                  </a:cubicBezTo>
                  <a:cubicBezTo>
                    <a:pt x="8973" y="811"/>
                    <a:pt x="8973" y="783"/>
                    <a:pt x="9023" y="832"/>
                  </a:cubicBezTo>
                  <a:cubicBezTo>
                    <a:pt x="9073" y="888"/>
                    <a:pt x="9174" y="888"/>
                    <a:pt x="9166" y="888"/>
                  </a:cubicBezTo>
                  <a:cubicBezTo>
                    <a:pt x="9152" y="888"/>
                    <a:pt x="9174" y="846"/>
                    <a:pt x="9159" y="825"/>
                  </a:cubicBezTo>
                  <a:cubicBezTo>
                    <a:pt x="9145" y="804"/>
                    <a:pt x="9166" y="811"/>
                    <a:pt x="9188" y="790"/>
                  </a:cubicBezTo>
                  <a:cubicBezTo>
                    <a:pt x="9202" y="776"/>
                    <a:pt x="9238" y="783"/>
                    <a:pt x="9238" y="783"/>
                  </a:cubicBezTo>
                  <a:cubicBezTo>
                    <a:pt x="9238" y="783"/>
                    <a:pt x="9252" y="790"/>
                    <a:pt x="9295" y="804"/>
                  </a:cubicBezTo>
                  <a:cubicBezTo>
                    <a:pt x="9331" y="811"/>
                    <a:pt x="9274" y="811"/>
                    <a:pt x="9374" y="811"/>
                  </a:cubicBezTo>
                  <a:cubicBezTo>
                    <a:pt x="9474" y="811"/>
                    <a:pt x="9474" y="783"/>
                    <a:pt x="9510" y="783"/>
                  </a:cubicBezTo>
                  <a:cubicBezTo>
                    <a:pt x="9539" y="783"/>
                    <a:pt x="9567" y="776"/>
                    <a:pt x="9574" y="783"/>
                  </a:cubicBezTo>
                  <a:cubicBezTo>
                    <a:pt x="9581" y="797"/>
                    <a:pt x="9581" y="804"/>
                    <a:pt x="9617" y="804"/>
                  </a:cubicBezTo>
                  <a:cubicBezTo>
                    <a:pt x="9653" y="811"/>
                    <a:pt x="9660" y="825"/>
                    <a:pt x="9646" y="790"/>
                  </a:cubicBezTo>
                  <a:cubicBezTo>
                    <a:pt x="9624" y="755"/>
                    <a:pt x="9603" y="727"/>
                    <a:pt x="9603" y="727"/>
                  </a:cubicBezTo>
                  <a:cubicBezTo>
                    <a:pt x="9574" y="713"/>
                    <a:pt x="9574" y="713"/>
                    <a:pt x="9574" y="713"/>
                  </a:cubicBezTo>
                  <a:cubicBezTo>
                    <a:pt x="9574" y="713"/>
                    <a:pt x="9560" y="706"/>
                    <a:pt x="9603" y="679"/>
                  </a:cubicBezTo>
                  <a:cubicBezTo>
                    <a:pt x="9646" y="651"/>
                    <a:pt x="9639" y="693"/>
                    <a:pt x="9675" y="686"/>
                  </a:cubicBezTo>
                  <a:cubicBezTo>
                    <a:pt x="9710" y="686"/>
                    <a:pt x="9796" y="672"/>
                    <a:pt x="9796" y="672"/>
                  </a:cubicBezTo>
                  <a:cubicBezTo>
                    <a:pt x="9796" y="672"/>
                    <a:pt x="9882" y="686"/>
                    <a:pt x="9954" y="713"/>
                  </a:cubicBezTo>
                  <a:cubicBezTo>
                    <a:pt x="10032" y="741"/>
                    <a:pt x="10175" y="755"/>
                    <a:pt x="10175" y="741"/>
                  </a:cubicBezTo>
                  <a:cubicBezTo>
                    <a:pt x="10175" y="734"/>
                    <a:pt x="10211" y="741"/>
                    <a:pt x="10233" y="741"/>
                  </a:cubicBezTo>
                  <a:cubicBezTo>
                    <a:pt x="10261" y="741"/>
                    <a:pt x="10333" y="811"/>
                    <a:pt x="10333" y="811"/>
                  </a:cubicBezTo>
                  <a:cubicBezTo>
                    <a:pt x="10333" y="811"/>
                    <a:pt x="10390" y="860"/>
                    <a:pt x="10419" y="874"/>
                  </a:cubicBezTo>
                  <a:cubicBezTo>
                    <a:pt x="10447" y="888"/>
                    <a:pt x="10454" y="895"/>
                    <a:pt x="10490" y="895"/>
                  </a:cubicBezTo>
                  <a:cubicBezTo>
                    <a:pt x="10526" y="895"/>
                    <a:pt x="10619" y="937"/>
                    <a:pt x="10619" y="930"/>
                  </a:cubicBezTo>
                  <a:cubicBezTo>
                    <a:pt x="10626" y="916"/>
                    <a:pt x="10741" y="923"/>
                    <a:pt x="10741" y="902"/>
                  </a:cubicBezTo>
                  <a:cubicBezTo>
                    <a:pt x="10734" y="874"/>
                    <a:pt x="10805" y="909"/>
                    <a:pt x="10898" y="923"/>
                  </a:cubicBezTo>
                  <a:cubicBezTo>
                    <a:pt x="10991" y="937"/>
                    <a:pt x="11005" y="958"/>
                    <a:pt x="11005" y="972"/>
                  </a:cubicBezTo>
                  <a:cubicBezTo>
                    <a:pt x="11013" y="979"/>
                    <a:pt x="11034" y="1028"/>
                    <a:pt x="11034" y="1028"/>
                  </a:cubicBezTo>
                  <a:cubicBezTo>
                    <a:pt x="11034" y="1028"/>
                    <a:pt x="11120" y="1063"/>
                    <a:pt x="11156" y="1063"/>
                  </a:cubicBezTo>
                  <a:cubicBezTo>
                    <a:pt x="11191" y="1056"/>
                    <a:pt x="11270" y="1063"/>
                    <a:pt x="11270" y="1063"/>
                  </a:cubicBezTo>
                  <a:cubicBezTo>
                    <a:pt x="11270" y="1063"/>
                    <a:pt x="11492" y="1042"/>
                    <a:pt x="11542" y="1042"/>
                  </a:cubicBezTo>
                  <a:cubicBezTo>
                    <a:pt x="11585" y="1035"/>
                    <a:pt x="11585" y="958"/>
                    <a:pt x="11592" y="993"/>
                  </a:cubicBezTo>
                  <a:cubicBezTo>
                    <a:pt x="11606" y="1028"/>
                    <a:pt x="11592" y="1077"/>
                    <a:pt x="11592" y="1077"/>
                  </a:cubicBezTo>
                  <a:cubicBezTo>
                    <a:pt x="11592" y="1077"/>
                    <a:pt x="11628" y="1126"/>
                    <a:pt x="11657" y="1119"/>
                  </a:cubicBezTo>
                  <a:cubicBezTo>
                    <a:pt x="11678" y="1112"/>
                    <a:pt x="11707" y="1105"/>
                    <a:pt x="11707" y="1105"/>
                  </a:cubicBezTo>
                  <a:cubicBezTo>
                    <a:pt x="11707" y="1105"/>
                    <a:pt x="11721" y="1098"/>
                    <a:pt x="11678" y="1070"/>
                  </a:cubicBezTo>
                  <a:cubicBezTo>
                    <a:pt x="11642" y="1042"/>
                    <a:pt x="11657" y="1000"/>
                    <a:pt x="11671" y="986"/>
                  </a:cubicBezTo>
                  <a:cubicBezTo>
                    <a:pt x="11685" y="979"/>
                    <a:pt x="12007" y="993"/>
                    <a:pt x="12122" y="1042"/>
                  </a:cubicBezTo>
                  <a:cubicBezTo>
                    <a:pt x="12236" y="1084"/>
                    <a:pt x="12601" y="1231"/>
                    <a:pt x="12644" y="1273"/>
                  </a:cubicBezTo>
                  <a:cubicBezTo>
                    <a:pt x="12687" y="1315"/>
                    <a:pt x="12716" y="1343"/>
                    <a:pt x="12723" y="1357"/>
                  </a:cubicBezTo>
                  <a:cubicBezTo>
                    <a:pt x="12737" y="1364"/>
                    <a:pt x="12766" y="1315"/>
                    <a:pt x="12766" y="1315"/>
                  </a:cubicBezTo>
                  <a:cubicBezTo>
                    <a:pt x="12766" y="1315"/>
                    <a:pt x="12837" y="1322"/>
                    <a:pt x="12866" y="1329"/>
                  </a:cubicBezTo>
                  <a:cubicBezTo>
                    <a:pt x="12887" y="1329"/>
                    <a:pt x="12887" y="1301"/>
                    <a:pt x="12959" y="1350"/>
                  </a:cubicBezTo>
                  <a:cubicBezTo>
                    <a:pt x="13030" y="1392"/>
                    <a:pt x="13038" y="1440"/>
                    <a:pt x="13038" y="1440"/>
                  </a:cubicBezTo>
                  <a:cubicBezTo>
                    <a:pt x="13038" y="1440"/>
                    <a:pt x="13080" y="1489"/>
                    <a:pt x="13030" y="1496"/>
                  </a:cubicBezTo>
                  <a:cubicBezTo>
                    <a:pt x="12973" y="1510"/>
                    <a:pt x="12952" y="1566"/>
                    <a:pt x="12952" y="1566"/>
                  </a:cubicBezTo>
                  <a:cubicBezTo>
                    <a:pt x="12952" y="1566"/>
                    <a:pt x="12966" y="1587"/>
                    <a:pt x="12966" y="1601"/>
                  </a:cubicBezTo>
                  <a:cubicBezTo>
                    <a:pt x="12966" y="1615"/>
                    <a:pt x="12952" y="1636"/>
                    <a:pt x="12959" y="1657"/>
                  </a:cubicBezTo>
                  <a:cubicBezTo>
                    <a:pt x="12966" y="1678"/>
                    <a:pt x="13002" y="1706"/>
                    <a:pt x="12987" y="1720"/>
                  </a:cubicBezTo>
                  <a:cubicBezTo>
                    <a:pt x="12973" y="1727"/>
                    <a:pt x="12987" y="1727"/>
                    <a:pt x="12952" y="1727"/>
                  </a:cubicBezTo>
                  <a:cubicBezTo>
                    <a:pt x="12923" y="1720"/>
                    <a:pt x="12866" y="1706"/>
                    <a:pt x="12859" y="1692"/>
                  </a:cubicBezTo>
                  <a:cubicBezTo>
                    <a:pt x="12844" y="1685"/>
                    <a:pt x="12844" y="1671"/>
                    <a:pt x="12823" y="1671"/>
                  </a:cubicBezTo>
                  <a:cubicBezTo>
                    <a:pt x="12801" y="1671"/>
                    <a:pt x="12723" y="1636"/>
                    <a:pt x="12723" y="1636"/>
                  </a:cubicBezTo>
                  <a:cubicBezTo>
                    <a:pt x="12694" y="1601"/>
                    <a:pt x="12694" y="1601"/>
                    <a:pt x="12694" y="1601"/>
                  </a:cubicBezTo>
                  <a:cubicBezTo>
                    <a:pt x="12665" y="1559"/>
                    <a:pt x="12665" y="1559"/>
                    <a:pt x="12665" y="1559"/>
                  </a:cubicBezTo>
                  <a:cubicBezTo>
                    <a:pt x="12665" y="1559"/>
                    <a:pt x="12537" y="1552"/>
                    <a:pt x="12530" y="1538"/>
                  </a:cubicBezTo>
                  <a:cubicBezTo>
                    <a:pt x="12530" y="1531"/>
                    <a:pt x="12494" y="1420"/>
                    <a:pt x="12487" y="1420"/>
                  </a:cubicBezTo>
                  <a:cubicBezTo>
                    <a:pt x="12479" y="1420"/>
                    <a:pt x="12436" y="1392"/>
                    <a:pt x="12451" y="1433"/>
                  </a:cubicBezTo>
                  <a:cubicBezTo>
                    <a:pt x="12458" y="1468"/>
                    <a:pt x="12458" y="1503"/>
                    <a:pt x="12458" y="1503"/>
                  </a:cubicBezTo>
                  <a:cubicBezTo>
                    <a:pt x="12458" y="1503"/>
                    <a:pt x="12530" y="1559"/>
                    <a:pt x="12515" y="1559"/>
                  </a:cubicBezTo>
                  <a:cubicBezTo>
                    <a:pt x="12494" y="1559"/>
                    <a:pt x="12501" y="1608"/>
                    <a:pt x="12487" y="1608"/>
                  </a:cubicBezTo>
                  <a:cubicBezTo>
                    <a:pt x="12479" y="1608"/>
                    <a:pt x="12436" y="1664"/>
                    <a:pt x="12422" y="1657"/>
                  </a:cubicBezTo>
                  <a:cubicBezTo>
                    <a:pt x="12408" y="1650"/>
                    <a:pt x="12372" y="1664"/>
                    <a:pt x="12365" y="1664"/>
                  </a:cubicBezTo>
                  <a:cubicBezTo>
                    <a:pt x="12351" y="1664"/>
                    <a:pt x="12351" y="1657"/>
                    <a:pt x="12336" y="1650"/>
                  </a:cubicBezTo>
                  <a:cubicBezTo>
                    <a:pt x="12322" y="1650"/>
                    <a:pt x="12286" y="1643"/>
                    <a:pt x="12286" y="1657"/>
                  </a:cubicBezTo>
                  <a:cubicBezTo>
                    <a:pt x="12279" y="1671"/>
                    <a:pt x="12301" y="1713"/>
                    <a:pt x="12322" y="1706"/>
                  </a:cubicBezTo>
                  <a:cubicBezTo>
                    <a:pt x="12343" y="1699"/>
                    <a:pt x="12408" y="1706"/>
                    <a:pt x="12408" y="1706"/>
                  </a:cubicBezTo>
                  <a:cubicBezTo>
                    <a:pt x="12408" y="1706"/>
                    <a:pt x="12494" y="1832"/>
                    <a:pt x="12487" y="1846"/>
                  </a:cubicBezTo>
                  <a:cubicBezTo>
                    <a:pt x="12487" y="1860"/>
                    <a:pt x="12580" y="1923"/>
                    <a:pt x="12565" y="1930"/>
                  </a:cubicBezTo>
                  <a:cubicBezTo>
                    <a:pt x="12544" y="1937"/>
                    <a:pt x="12551" y="1958"/>
                    <a:pt x="12537" y="1965"/>
                  </a:cubicBezTo>
                  <a:cubicBezTo>
                    <a:pt x="12530" y="1965"/>
                    <a:pt x="12544" y="1986"/>
                    <a:pt x="12544" y="1993"/>
                  </a:cubicBezTo>
                  <a:cubicBezTo>
                    <a:pt x="12544" y="2007"/>
                    <a:pt x="12465" y="1986"/>
                    <a:pt x="12394" y="2000"/>
                  </a:cubicBezTo>
                  <a:cubicBezTo>
                    <a:pt x="12322" y="2014"/>
                    <a:pt x="12229" y="2049"/>
                    <a:pt x="12200" y="2098"/>
                  </a:cubicBezTo>
                  <a:cubicBezTo>
                    <a:pt x="12172" y="2147"/>
                    <a:pt x="12136" y="2272"/>
                    <a:pt x="12107" y="2279"/>
                  </a:cubicBezTo>
                  <a:cubicBezTo>
                    <a:pt x="12086" y="2293"/>
                    <a:pt x="12050" y="2349"/>
                    <a:pt x="12050" y="2349"/>
                  </a:cubicBezTo>
                  <a:cubicBezTo>
                    <a:pt x="12050" y="2349"/>
                    <a:pt x="11986" y="2300"/>
                    <a:pt x="11979" y="2272"/>
                  </a:cubicBezTo>
                  <a:cubicBezTo>
                    <a:pt x="11971" y="2244"/>
                    <a:pt x="11821" y="2272"/>
                    <a:pt x="11814" y="2272"/>
                  </a:cubicBezTo>
                  <a:cubicBezTo>
                    <a:pt x="11807" y="2279"/>
                    <a:pt x="11828" y="2307"/>
                    <a:pt x="11814" y="2328"/>
                  </a:cubicBezTo>
                  <a:cubicBezTo>
                    <a:pt x="11807" y="2349"/>
                    <a:pt x="11843" y="2405"/>
                    <a:pt x="11807" y="2377"/>
                  </a:cubicBezTo>
                  <a:cubicBezTo>
                    <a:pt x="11764" y="2356"/>
                    <a:pt x="11750" y="2307"/>
                    <a:pt x="11750" y="2307"/>
                  </a:cubicBezTo>
                  <a:cubicBezTo>
                    <a:pt x="11750" y="2307"/>
                    <a:pt x="11735" y="2335"/>
                    <a:pt x="11721" y="2342"/>
                  </a:cubicBezTo>
                  <a:cubicBezTo>
                    <a:pt x="11707" y="2342"/>
                    <a:pt x="11657" y="2384"/>
                    <a:pt x="11635" y="2398"/>
                  </a:cubicBezTo>
                  <a:cubicBezTo>
                    <a:pt x="11606" y="2405"/>
                    <a:pt x="11599" y="2377"/>
                    <a:pt x="11606" y="2405"/>
                  </a:cubicBezTo>
                  <a:cubicBezTo>
                    <a:pt x="11621" y="2433"/>
                    <a:pt x="11614" y="2489"/>
                    <a:pt x="11606" y="2503"/>
                  </a:cubicBezTo>
                  <a:cubicBezTo>
                    <a:pt x="11592" y="2524"/>
                    <a:pt x="11606" y="2552"/>
                    <a:pt x="11614" y="2573"/>
                  </a:cubicBezTo>
                  <a:cubicBezTo>
                    <a:pt x="11621" y="2587"/>
                    <a:pt x="11714" y="2629"/>
                    <a:pt x="11699" y="2629"/>
                  </a:cubicBezTo>
                  <a:cubicBezTo>
                    <a:pt x="11692" y="2629"/>
                    <a:pt x="11707" y="2699"/>
                    <a:pt x="11707" y="2706"/>
                  </a:cubicBezTo>
                  <a:cubicBezTo>
                    <a:pt x="11707" y="2720"/>
                    <a:pt x="11750" y="2748"/>
                    <a:pt x="11735" y="2762"/>
                  </a:cubicBezTo>
                  <a:cubicBezTo>
                    <a:pt x="11721" y="2776"/>
                    <a:pt x="11750" y="2832"/>
                    <a:pt x="11728" y="2825"/>
                  </a:cubicBezTo>
                  <a:cubicBezTo>
                    <a:pt x="11707" y="2818"/>
                    <a:pt x="11678" y="2804"/>
                    <a:pt x="11678" y="2804"/>
                  </a:cubicBezTo>
                  <a:cubicBezTo>
                    <a:pt x="11678" y="2804"/>
                    <a:pt x="11735" y="2832"/>
                    <a:pt x="11692" y="2839"/>
                  </a:cubicBezTo>
                  <a:cubicBezTo>
                    <a:pt x="11649" y="2846"/>
                    <a:pt x="11649" y="2880"/>
                    <a:pt x="11649" y="2880"/>
                  </a:cubicBezTo>
                  <a:cubicBezTo>
                    <a:pt x="11649" y="2880"/>
                    <a:pt x="11671" y="2887"/>
                    <a:pt x="11671" y="2908"/>
                  </a:cubicBezTo>
                  <a:cubicBezTo>
                    <a:pt x="11671" y="2929"/>
                    <a:pt x="11728" y="2964"/>
                    <a:pt x="11707" y="2964"/>
                  </a:cubicBezTo>
                  <a:cubicBezTo>
                    <a:pt x="11692" y="2964"/>
                    <a:pt x="11671" y="2985"/>
                    <a:pt x="11649" y="2985"/>
                  </a:cubicBezTo>
                  <a:cubicBezTo>
                    <a:pt x="11635" y="2992"/>
                    <a:pt x="11614" y="3048"/>
                    <a:pt x="11614" y="3062"/>
                  </a:cubicBezTo>
                  <a:cubicBezTo>
                    <a:pt x="11621" y="3076"/>
                    <a:pt x="11606" y="3146"/>
                    <a:pt x="11614" y="3153"/>
                  </a:cubicBezTo>
                  <a:cubicBezTo>
                    <a:pt x="11621" y="3167"/>
                    <a:pt x="11535" y="3167"/>
                    <a:pt x="11535" y="3167"/>
                  </a:cubicBezTo>
                  <a:cubicBezTo>
                    <a:pt x="11535" y="3167"/>
                    <a:pt x="11578" y="3230"/>
                    <a:pt x="11564" y="3230"/>
                  </a:cubicBezTo>
                  <a:cubicBezTo>
                    <a:pt x="11549" y="3237"/>
                    <a:pt x="11542" y="3237"/>
                    <a:pt x="11528" y="3272"/>
                  </a:cubicBezTo>
                  <a:cubicBezTo>
                    <a:pt x="11513" y="3307"/>
                    <a:pt x="11492" y="3349"/>
                    <a:pt x="11478" y="3356"/>
                  </a:cubicBezTo>
                  <a:cubicBezTo>
                    <a:pt x="11456" y="3363"/>
                    <a:pt x="11449" y="3384"/>
                    <a:pt x="11449" y="3391"/>
                  </a:cubicBezTo>
                  <a:cubicBezTo>
                    <a:pt x="11449" y="3405"/>
                    <a:pt x="11385" y="3223"/>
                    <a:pt x="11370" y="3209"/>
                  </a:cubicBezTo>
                  <a:cubicBezTo>
                    <a:pt x="11356" y="3195"/>
                    <a:pt x="11335" y="3125"/>
                    <a:pt x="11335" y="3125"/>
                  </a:cubicBezTo>
                  <a:cubicBezTo>
                    <a:pt x="11313" y="3083"/>
                    <a:pt x="11313" y="3083"/>
                    <a:pt x="11313" y="3083"/>
                  </a:cubicBezTo>
                  <a:cubicBezTo>
                    <a:pt x="11313" y="3083"/>
                    <a:pt x="11299" y="3090"/>
                    <a:pt x="11284" y="3062"/>
                  </a:cubicBezTo>
                  <a:cubicBezTo>
                    <a:pt x="11263" y="3027"/>
                    <a:pt x="11206" y="2741"/>
                    <a:pt x="11206" y="2741"/>
                  </a:cubicBezTo>
                  <a:cubicBezTo>
                    <a:pt x="11206" y="2741"/>
                    <a:pt x="11249" y="2727"/>
                    <a:pt x="11242" y="2713"/>
                  </a:cubicBezTo>
                  <a:cubicBezTo>
                    <a:pt x="11234" y="2699"/>
                    <a:pt x="11220" y="2601"/>
                    <a:pt x="11220" y="2601"/>
                  </a:cubicBezTo>
                  <a:cubicBezTo>
                    <a:pt x="11220" y="2601"/>
                    <a:pt x="11342" y="2566"/>
                    <a:pt x="11349" y="2517"/>
                  </a:cubicBezTo>
                  <a:cubicBezTo>
                    <a:pt x="11349" y="2468"/>
                    <a:pt x="11406" y="2412"/>
                    <a:pt x="11442" y="2342"/>
                  </a:cubicBezTo>
                  <a:cubicBezTo>
                    <a:pt x="11471" y="2272"/>
                    <a:pt x="11499" y="2223"/>
                    <a:pt x="11499" y="2223"/>
                  </a:cubicBezTo>
                  <a:cubicBezTo>
                    <a:pt x="11499" y="2223"/>
                    <a:pt x="11564" y="2209"/>
                    <a:pt x="11585" y="2209"/>
                  </a:cubicBezTo>
                  <a:cubicBezTo>
                    <a:pt x="11599" y="2202"/>
                    <a:pt x="11599" y="2209"/>
                    <a:pt x="11592" y="2174"/>
                  </a:cubicBezTo>
                  <a:cubicBezTo>
                    <a:pt x="11585" y="2147"/>
                    <a:pt x="11556" y="2188"/>
                    <a:pt x="11564" y="2091"/>
                  </a:cubicBezTo>
                  <a:cubicBezTo>
                    <a:pt x="11578" y="1993"/>
                    <a:pt x="11585" y="1972"/>
                    <a:pt x="11585" y="1972"/>
                  </a:cubicBezTo>
                  <a:cubicBezTo>
                    <a:pt x="11585" y="1972"/>
                    <a:pt x="11549" y="1958"/>
                    <a:pt x="11535" y="1972"/>
                  </a:cubicBezTo>
                  <a:cubicBezTo>
                    <a:pt x="11521" y="1979"/>
                    <a:pt x="11485" y="2028"/>
                    <a:pt x="11492" y="2042"/>
                  </a:cubicBezTo>
                  <a:cubicBezTo>
                    <a:pt x="11499" y="2063"/>
                    <a:pt x="11528" y="2126"/>
                    <a:pt x="11478" y="2119"/>
                  </a:cubicBezTo>
                  <a:cubicBezTo>
                    <a:pt x="11428" y="2112"/>
                    <a:pt x="11370" y="2160"/>
                    <a:pt x="11377" y="2174"/>
                  </a:cubicBezTo>
                  <a:cubicBezTo>
                    <a:pt x="11377" y="2188"/>
                    <a:pt x="11399" y="2223"/>
                    <a:pt x="11399" y="2223"/>
                  </a:cubicBezTo>
                  <a:cubicBezTo>
                    <a:pt x="11370" y="2230"/>
                    <a:pt x="11370" y="2230"/>
                    <a:pt x="11370" y="2230"/>
                  </a:cubicBezTo>
                  <a:cubicBezTo>
                    <a:pt x="11370" y="2230"/>
                    <a:pt x="11349" y="2202"/>
                    <a:pt x="11342" y="2181"/>
                  </a:cubicBezTo>
                  <a:cubicBezTo>
                    <a:pt x="11327" y="2160"/>
                    <a:pt x="11342" y="2154"/>
                    <a:pt x="11320" y="2126"/>
                  </a:cubicBezTo>
                  <a:cubicBezTo>
                    <a:pt x="11306" y="2098"/>
                    <a:pt x="11306" y="2091"/>
                    <a:pt x="11292" y="2084"/>
                  </a:cubicBezTo>
                  <a:cubicBezTo>
                    <a:pt x="11277" y="2084"/>
                    <a:pt x="11327" y="2056"/>
                    <a:pt x="11263" y="2077"/>
                  </a:cubicBezTo>
                  <a:cubicBezTo>
                    <a:pt x="11199" y="2105"/>
                    <a:pt x="11242" y="2126"/>
                    <a:pt x="11170" y="2133"/>
                  </a:cubicBezTo>
                  <a:cubicBezTo>
                    <a:pt x="11106" y="2140"/>
                    <a:pt x="11106" y="2195"/>
                    <a:pt x="11098" y="2216"/>
                  </a:cubicBezTo>
                  <a:cubicBezTo>
                    <a:pt x="11098" y="2230"/>
                    <a:pt x="11098" y="2188"/>
                    <a:pt x="11063" y="2251"/>
                  </a:cubicBezTo>
                  <a:cubicBezTo>
                    <a:pt x="11027" y="2314"/>
                    <a:pt x="11048" y="2293"/>
                    <a:pt x="11020" y="2328"/>
                  </a:cubicBezTo>
                  <a:cubicBezTo>
                    <a:pt x="10998" y="2370"/>
                    <a:pt x="11070" y="2398"/>
                    <a:pt x="11063" y="2405"/>
                  </a:cubicBezTo>
                  <a:cubicBezTo>
                    <a:pt x="11056" y="2419"/>
                    <a:pt x="11034" y="2447"/>
                    <a:pt x="11034" y="2447"/>
                  </a:cubicBezTo>
                  <a:cubicBezTo>
                    <a:pt x="11034" y="2447"/>
                    <a:pt x="11027" y="2447"/>
                    <a:pt x="10977" y="2447"/>
                  </a:cubicBezTo>
                  <a:cubicBezTo>
                    <a:pt x="10934" y="2447"/>
                    <a:pt x="10855" y="2475"/>
                    <a:pt x="10841" y="2468"/>
                  </a:cubicBezTo>
                  <a:cubicBezTo>
                    <a:pt x="10827" y="2461"/>
                    <a:pt x="10848" y="2398"/>
                    <a:pt x="10848" y="2398"/>
                  </a:cubicBezTo>
                  <a:cubicBezTo>
                    <a:pt x="10848" y="2398"/>
                    <a:pt x="10726" y="2384"/>
                    <a:pt x="10705" y="2391"/>
                  </a:cubicBezTo>
                  <a:cubicBezTo>
                    <a:pt x="10691" y="2391"/>
                    <a:pt x="10698" y="2398"/>
                    <a:pt x="10683" y="2412"/>
                  </a:cubicBezTo>
                  <a:cubicBezTo>
                    <a:pt x="10669" y="2426"/>
                    <a:pt x="10719" y="2447"/>
                    <a:pt x="10655" y="2440"/>
                  </a:cubicBezTo>
                  <a:cubicBezTo>
                    <a:pt x="10590" y="2433"/>
                    <a:pt x="10547" y="2419"/>
                    <a:pt x="10512" y="2426"/>
                  </a:cubicBezTo>
                  <a:cubicBezTo>
                    <a:pt x="10476" y="2433"/>
                    <a:pt x="10447" y="2461"/>
                    <a:pt x="10447" y="2461"/>
                  </a:cubicBezTo>
                  <a:cubicBezTo>
                    <a:pt x="10426" y="2419"/>
                    <a:pt x="10426" y="2419"/>
                    <a:pt x="10426" y="2419"/>
                  </a:cubicBezTo>
                  <a:cubicBezTo>
                    <a:pt x="10218" y="2447"/>
                    <a:pt x="10218" y="2447"/>
                    <a:pt x="10218" y="2447"/>
                  </a:cubicBezTo>
                  <a:cubicBezTo>
                    <a:pt x="10218" y="2447"/>
                    <a:pt x="10240" y="2496"/>
                    <a:pt x="10190" y="2566"/>
                  </a:cubicBezTo>
                  <a:cubicBezTo>
                    <a:pt x="10140" y="2643"/>
                    <a:pt x="10039" y="2853"/>
                    <a:pt x="9989" y="2853"/>
                  </a:cubicBezTo>
                  <a:cubicBezTo>
                    <a:pt x="9946" y="2853"/>
                    <a:pt x="9825" y="2929"/>
                    <a:pt x="9861" y="2950"/>
                  </a:cubicBezTo>
                  <a:cubicBezTo>
                    <a:pt x="9896" y="2978"/>
                    <a:pt x="9918" y="2992"/>
                    <a:pt x="9932" y="2999"/>
                  </a:cubicBezTo>
                  <a:cubicBezTo>
                    <a:pt x="9954" y="2999"/>
                    <a:pt x="10018" y="2985"/>
                    <a:pt x="10025" y="3006"/>
                  </a:cubicBezTo>
                  <a:cubicBezTo>
                    <a:pt x="10032" y="3027"/>
                    <a:pt x="10082" y="3097"/>
                    <a:pt x="10082" y="3097"/>
                  </a:cubicBezTo>
                  <a:cubicBezTo>
                    <a:pt x="10082" y="3097"/>
                    <a:pt x="10061" y="3125"/>
                    <a:pt x="10125" y="3104"/>
                  </a:cubicBezTo>
                  <a:cubicBezTo>
                    <a:pt x="10190" y="3076"/>
                    <a:pt x="10132" y="3034"/>
                    <a:pt x="10132" y="3034"/>
                  </a:cubicBezTo>
                  <a:cubicBezTo>
                    <a:pt x="10132" y="3034"/>
                    <a:pt x="10240" y="3034"/>
                    <a:pt x="10240" y="3055"/>
                  </a:cubicBezTo>
                  <a:cubicBezTo>
                    <a:pt x="10247" y="3069"/>
                    <a:pt x="10311" y="3146"/>
                    <a:pt x="10297" y="3146"/>
                  </a:cubicBezTo>
                  <a:cubicBezTo>
                    <a:pt x="10283" y="3146"/>
                    <a:pt x="10340" y="3125"/>
                    <a:pt x="10347" y="3174"/>
                  </a:cubicBezTo>
                  <a:cubicBezTo>
                    <a:pt x="10354" y="3216"/>
                    <a:pt x="10354" y="3251"/>
                    <a:pt x="10369" y="3279"/>
                  </a:cubicBezTo>
                  <a:cubicBezTo>
                    <a:pt x="10376" y="3300"/>
                    <a:pt x="10361" y="3356"/>
                    <a:pt x="10361" y="3356"/>
                  </a:cubicBezTo>
                  <a:cubicBezTo>
                    <a:pt x="10361" y="3356"/>
                    <a:pt x="10397" y="3419"/>
                    <a:pt x="10390" y="3433"/>
                  </a:cubicBezTo>
                  <a:cubicBezTo>
                    <a:pt x="10383" y="3447"/>
                    <a:pt x="10419" y="3328"/>
                    <a:pt x="10397" y="3503"/>
                  </a:cubicBezTo>
                  <a:cubicBezTo>
                    <a:pt x="10376" y="3677"/>
                    <a:pt x="10404" y="3719"/>
                    <a:pt x="10390" y="3740"/>
                  </a:cubicBezTo>
                  <a:cubicBezTo>
                    <a:pt x="10383" y="3768"/>
                    <a:pt x="10390" y="3761"/>
                    <a:pt x="10361" y="3782"/>
                  </a:cubicBezTo>
                  <a:cubicBezTo>
                    <a:pt x="10340" y="3803"/>
                    <a:pt x="10340" y="3817"/>
                    <a:pt x="10318" y="3852"/>
                  </a:cubicBezTo>
                  <a:cubicBezTo>
                    <a:pt x="10297" y="3887"/>
                    <a:pt x="10326" y="3943"/>
                    <a:pt x="10311" y="3957"/>
                  </a:cubicBezTo>
                  <a:cubicBezTo>
                    <a:pt x="10297" y="3971"/>
                    <a:pt x="10290" y="4006"/>
                    <a:pt x="10254" y="4034"/>
                  </a:cubicBezTo>
                  <a:cubicBezTo>
                    <a:pt x="10218" y="4055"/>
                    <a:pt x="10104" y="4160"/>
                    <a:pt x="10061" y="4167"/>
                  </a:cubicBezTo>
                  <a:cubicBezTo>
                    <a:pt x="10018" y="4174"/>
                    <a:pt x="9911" y="4146"/>
                    <a:pt x="9911" y="4146"/>
                  </a:cubicBezTo>
                  <a:cubicBezTo>
                    <a:pt x="9911" y="4146"/>
                    <a:pt x="9889" y="4209"/>
                    <a:pt x="9868" y="4223"/>
                  </a:cubicBezTo>
                  <a:cubicBezTo>
                    <a:pt x="9853" y="4237"/>
                    <a:pt x="9818" y="4279"/>
                    <a:pt x="9818" y="4300"/>
                  </a:cubicBezTo>
                  <a:cubicBezTo>
                    <a:pt x="9818" y="4321"/>
                    <a:pt x="9789" y="4314"/>
                    <a:pt x="9810" y="4362"/>
                  </a:cubicBezTo>
                  <a:cubicBezTo>
                    <a:pt x="9825" y="4418"/>
                    <a:pt x="9775" y="4453"/>
                    <a:pt x="9775" y="4453"/>
                  </a:cubicBezTo>
                  <a:cubicBezTo>
                    <a:pt x="9775" y="4453"/>
                    <a:pt x="9753" y="4488"/>
                    <a:pt x="9753" y="4502"/>
                  </a:cubicBezTo>
                  <a:cubicBezTo>
                    <a:pt x="9760" y="4516"/>
                    <a:pt x="9818" y="4551"/>
                    <a:pt x="9818" y="4572"/>
                  </a:cubicBezTo>
                  <a:cubicBezTo>
                    <a:pt x="9818" y="4593"/>
                    <a:pt x="9911" y="4684"/>
                    <a:pt x="9903" y="4684"/>
                  </a:cubicBezTo>
                  <a:cubicBezTo>
                    <a:pt x="9889" y="4684"/>
                    <a:pt x="9918" y="4754"/>
                    <a:pt x="9896" y="4803"/>
                  </a:cubicBezTo>
                  <a:cubicBezTo>
                    <a:pt x="9868" y="4852"/>
                    <a:pt x="9818" y="4880"/>
                    <a:pt x="9818" y="4880"/>
                  </a:cubicBezTo>
                  <a:cubicBezTo>
                    <a:pt x="9818" y="4880"/>
                    <a:pt x="9753" y="4936"/>
                    <a:pt x="9732" y="4908"/>
                  </a:cubicBezTo>
                  <a:cubicBezTo>
                    <a:pt x="9703" y="4880"/>
                    <a:pt x="9675" y="4838"/>
                    <a:pt x="9675" y="4838"/>
                  </a:cubicBezTo>
                  <a:cubicBezTo>
                    <a:pt x="9675" y="4838"/>
                    <a:pt x="9667" y="4796"/>
                    <a:pt x="9660" y="4733"/>
                  </a:cubicBezTo>
                  <a:cubicBezTo>
                    <a:pt x="9653" y="4670"/>
                    <a:pt x="9632" y="4656"/>
                    <a:pt x="9646" y="4635"/>
                  </a:cubicBezTo>
                  <a:cubicBezTo>
                    <a:pt x="9653" y="4614"/>
                    <a:pt x="9639" y="4635"/>
                    <a:pt x="9589" y="4621"/>
                  </a:cubicBezTo>
                  <a:cubicBezTo>
                    <a:pt x="9546" y="4614"/>
                    <a:pt x="9553" y="4642"/>
                    <a:pt x="9546" y="4614"/>
                  </a:cubicBezTo>
                  <a:cubicBezTo>
                    <a:pt x="9539" y="4586"/>
                    <a:pt x="9546" y="4544"/>
                    <a:pt x="9539" y="4530"/>
                  </a:cubicBezTo>
                  <a:cubicBezTo>
                    <a:pt x="9531" y="4509"/>
                    <a:pt x="9531" y="4488"/>
                    <a:pt x="9496" y="4474"/>
                  </a:cubicBezTo>
                  <a:cubicBezTo>
                    <a:pt x="9460" y="4460"/>
                    <a:pt x="9395" y="4502"/>
                    <a:pt x="9395" y="4502"/>
                  </a:cubicBezTo>
                  <a:cubicBezTo>
                    <a:pt x="9395" y="4502"/>
                    <a:pt x="9381" y="4523"/>
                    <a:pt x="9353" y="4516"/>
                  </a:cubicBezTo>
                  <a:cubicBezTo>
                    <a:pt x="9324" y="4502"/>
                    <a:pt x="9238" y="4488"/>
                    <a:pt x="9245" y="4460"/>
                  </a:cubicBezTo>
                  <a:cubicBezTo>
                    <a:pt x="9252" y="4425"/>
                    <a:pt x="9267" y="4390"/>
                    <a:pt x="9252" y="4390"/>
                  </a:cubicBezTo>
                  <a:cubicBezTo>
                    <a:pt x="9231" y="4390"/>
                    <a:pt x="9159" y="4425"/>
                    <a:pt x="9131" y="4439"/>
                  </a:cubicBezTo>
                  <a:cubicBezTo>
                    <a:pt x="9109" y="4460"/>
                    <a:pt x="9116" y="4509"/>
                    <a:pt x="9102" y="4516"/>
                  </a:cubicBezTo>
                  <a:cubicBezTo>
                    <a:pt x="9095" y="4523"/>
                    <a:pt x="9045" y="4523"/>
                    <a:pt x="9059" y="4558"/>
                  </a:cubicBezTo>
                  <a:cubicBezTo>
                    <a:pt x="9073" y="4593"/>
                    <a:pt x="9102" y="4642"/>
                    <a:pt x="9124" y="4642"/>
                  </a:cubicBezTo>
                  <a:cubicBezTo>
                    <a:pt x="9138" y="4649"/>
                    <a:pt x="9181" y="4621"/>
                    <a:pt x="9202" y="4621"/>
                  </a:cubicBezTo>
                  <a:cubicBezTo>
                    <a:pt x="9224" y="4621"/>
                    <a:pt x="9252" y="4593"/>
                    <a:pt x="9302" y="4621"/>
                  </a:cubicBezTo>
                  <a:cubicBezTo>
                    <a:pt x="9360" y="4649"/>
                    <a:pt x="9395" y="4663"/>
                    <a:pt x="9410" y="4663"/>
                  </a:cubicBezTo>
                  <a:cubicBezTo>
                    <a:pt x="9424" y="4670"/>
                    <a:pt x="9503" y="4691"/>
                    <a:pt x="9474" y="4698"/>
                  </a:cubicBezTo>
                  <a:cubicBezTo>
                    <a:pt x="9438" y="4705"/>
                    <a:pt x="9374" y="4719"/>
                    <a:pt x="9324" y="4733"/>
                  </a:cubicBezTo>
                  <a:cubicBezTo>
                    <a:pt x="9281" y="4747"/>
                    <a:pt x="9288" y="4747"/>
                    <a:pt x="9274" y="4768"/>
                  </a:cubicBezTo>
                  <a:cubicBezTo>
                    <a:pt x="9260" y="4789"/>
                    <a:pt x="9231" y="4824"/>
                    <a:pt x="9238" y="4831"/>
                  </a:cubicBezTo>
                  <a:cubicBezTo>
                    <a:pt x="9245" y="4845"/>
                    <a:pt x="9288" y="4894"/>
                    <a:pt x="9288" y="4894"/>
                  </a:cubicBezTo>
                  <a:cubicBezTo>
                    <a:pt x="9288" y="4894"/>
                    <a:pt x="9453" y="5055"/>
                    <a:pt x="9438" y="5096"/>
                  </a:cubicBezTo>
                  <a:cubicBezTo>
                    <a:pt x="9431" y="5138"/>
                    <a:pt x="9438" y="5173"/>
                    <a:pt x="9424" y="5194"/>
                  </a:cubicBezTo>
                  <a:cubicBezTo>
                    <a:pt x="9417" y="5215"/>
                    <a:pt x="9424" y="5208"/>
                    <a:pt x="9446" y="5243"/>
                  </a:cubicBezTo>
                  <a:cubicBezTo>
                    <a:pt x="9467" y="5278"/>
                    <a:pt x="9381" y="5481"/>
                    <a:pt x="9381" y="5481"/>
                  </a:cubicBezTo>
                  <a:cubicBezTo>
                    <a:pt x="9381" y="5481"/>
                    <a:pt x="9267" y="5698"/>
                    <a:pt x="9252" y="5705"/>
                  </a:cubicBezTo>
                  <a:cubicBezTo>
                    <a:pt x="9238" y="5719"/>
                    <a:pt x="9224" y="5788"/>
                    <a:pt x="9159" y="5802"/>
                  </a:cubicBezTo>
                  <a:cubicBezTo>
                    <a:pt x="9095" y="5809"/>
                    <a:pt x="9066" y="5816"/>
                    <a:pt x="9031" y="5816"/>
                  </a:cubicBezTo>
                  <a:cubicBezTo>
                    <a:pt x="8988" y="5823"/>
                    <a:pt x="8902" y="5858"/>
                    <a:pt x="8830" y="5879"/>
                  </a:cubicBezTo>
                  <a:cubicBezTo>
                    <a:pt x="8759" y="5907"/>
                    <a:pt x="8723" y="5893"/>
                    <a:pt x="8716" y="5900"/>
                  </a:cubicBezTo>
                  <a:cubicBezTo>
                    <a:pt x="8701" y="5914"/>
                    <a:pt x="8759" y="5956"/>
                    <a:pt x="8701" y="5914"/>
                  </a:cubicBezTo>
                  <a:cubicBezTo>
                    <a:pt x="8651" y="5872"/>
                    <a:pt x="8709" y="5851"/>
                    <a:pt x="8644" y="5858"/>
                  </a:cubicBezTo>
                  <a:cubicBezTo>
                    <a:pt x="8580" y="5872"/>
                    <a:pt x="8494" y="5893"/>
                    <a:pt x="8487" y="5928"/>
                  </a:cubicBezTo>
                  <a:cubicBezTo>
                    <a:pt x="8472" y="5963"/>
                    <a:pt x="8444" y="6019"/>
                    <a:pt x="8465" y="6033"/>
                  </a:cubicBezTo>
                  <a:cubicBezTo>
                    <a:pt x="8487" y="6054"/>
                    <a:pt x="8415" y="5984"/>
                    <a:pt x="8580" y="6152"/>
                  </a:cubicBezTo>
                  <a:cubicBezTo>
                    <a:pt x="8744" y="6320"/>
                    <a:pt x="8816" y="6390"/>
                    <a:pt x="8787" y="6453"/>
                  </a:cubicBezTo>
                  <a:cubicBezTo>
                    <a:pt x="8751" y="6508"/>
                    <a:pt x="8773" y="6571"/>
                    <a:pt x="8701" y="6613"/>
                  </a:cubicBezTo>
                  <a:cubicBezTo>
                    <a:pt x="8637" y="6655"/>
                    <a:pt x="8666" y="6634"/>
                    <a:pt x="8608" y="6683"/>
                  </a:cubicBezTo>
                  <a:cubicBezTo>
                    <a:pt x="8551" y="6732"/>
                    <a:pt x="8565" y="6781"/>
                    <a:pt x="8530" y="6746"/>
                  </a:cubicBezTo>
                  <a:cubicBezTo>
                    <a:pt x="8494" y="6711"/>
                    <a:pt x="8487" y="6711"/>
                    <a:pt x="8401" y="6613"/>
                  </a:cubicBezTo>
                  <a:cubicBezTo>
                    <a:pt x="8315" y="6522"/>
                    <a:pt x="8379" y="6550"/>
                    <a:pt x="8286" y="6508"/>
                  </a:cubicBezTo>
                  <a:cubicBezTo>
                    <a:pt x="8193" y="6474"/>
                    <a:pt x="8158" y="6446"/>
                    <a:pt x="8136" y="6439"/>
                  </a:cubicBezTo>
                  <a:cubicBezTo>
                    <a:pt x="8115" y="6432"/>
                    <a:pt x="8136" y="6446"/>
                    <a:pt x="8115" y="6495"/>
                  </a:cubicBezTo>
                  <a:cubicBezTo>
                    <a:pt x="8093" y="6536"/>
                    <a:pt x="8057" y="6606"/>
                    <a:pt x="8079" y="6641"/>
                  </a:cubicBezTo>
                  <a:cubicBezTo>
                    <a:pt x="8100" y="6683"/>
                    <a:pt x="8122" y="6725"/>
                    <a:pt x="8136" y="6746"/>
                  </a:cubicBezTo>
                  <a:cubicBezTo>
                    <a:pt x="8143" y="6767"/>
                    <a:pt x="8229" y="6844"/>
                    <a:pt x="8258" y="6858"/>
                  </a:cubicBezTo>
                  <a:cubicBezTo>
                    <a:pt x="8286" y="6879"/>
                    <a:pt x="8508" y="6984"/>
                    <a:pt x="8480" y="7040"/>
                  </a:cubicBezTo>
                  <a:cubicBezTo>
                    <a:pt x="8444" y="7096"/>
                    <a:pt x="8537" y="7180"/>
                    <a:pt x="8537" y="7180"/>
                  </a:cubicBezTo>
                  <a:cubicBezTo>
                    <a:pt x="8537" y="7180"/>
                    <a:pt x="8616" y="7229"/>
                    <a:pt x="8594" y="7235"/>
                  </a:cubicBezTo>
                  <a:cubicBezTo>
                    <a:pt x="8565" y="7242"/>
                    <a:pt x="8565" y="7256"/>
                    <a:pt x="8544" y="7256"/>
                  </a:cubicBezTo>
                  <a:cubicBezTo>
                    <a:pt x="8523" y="7256"/>
                    <a:pt x="8451" y="7194"/>
                    <a:pt x="8422" y="7180"/>
                  </a:cubicBezTo>
                  <a:cubicBezTo>
                    <a:pt x="8387" y="7166"/>
                    <a:pt x="8222" y="7040"/>
                    <a:pt x="8222" y="7040"/>
                  </a:cubicBezTo>
                  <a:cubicBezTo>
                    <a:pt x="8222" y="7040"/>
                    <a:pt x="8229" y="6984"/>
                    <a:pt x="8201" y="6956"/>
                  </a:cubicBezTo>
                  <a:cubicBezTo>
                    <a:pt x="8172" y="6928"/>
                    <a:pt x="8158" y="6921"/>
                    <a:pt x="8100" y="6865"/>
                  </a:cubicBezTo>
                  <a:cubicBezTo>
                    <a:pt x="8043" y="6816"/>
                    <a:pt x="7986" y="6795"/>
                    <a:pt x="7986" y="6718"/>
                  </a:cubicBezTo>
                  <a:cubicBezTo>
                    <a:pt x="7986" y="6648"/>
                    <a:pt x="7986" y="6536"/>
                    <a:pt x="7964" y="6495"/>
                  </a:cubicBezTo>
                  <a:cubicBezTo>
                    <a:pt x="7950" y="6453"/>
                    <a:pt x="7900" y="6341"/>
                    <a:pt x="7900" y="6327"/>
                  </a:cubicBezTo>
                  <a:cubicBezTo>
                    <a:pt x="7907" y="6306"/>
                    <a:pt x="7886" y="6208"/>
                    <a:pt x="7857" y="6208"/>
                  </a:cubicBezTo>
                  <a:cubicBezTo>
                    <a:pt x="7828" y="6201"/>
                    <a:pt x="7793" y="6187"/>
                    <a:pt x="7771" y="6215"/>
                  </a:cubicBezTo>
                  <a:cubicBezTo>
                    <a:pt x="7750" y="6243"/>
                    <a:pt x="7700" y="6271"/>
                    <a:pt x="7678" y="6257"/>
                  </a:cubicBezTo>
                  <a:cubicBezTo>
                    <a:pt x="7650" y="6243"/>
                    <a:pt x="7607" y="6229"/>
                    <a:pt x="7607" y="6229"/>
                  </a:cubicBezTo>
                  <a:cubicBezTo>
                    <a:pt x="7607" y="6229"/>
                    <a:pt x="7571" y="6082"/>
                    <a:pt x="7557" y="6075"/>
                  </a:cubicBezTo>
                  <a:cubicBezTo>
                    <a:pt x="7542" y="6068"/>
                    <a:pt x="7521" y="5970"/>
                    <a:pt x="7471" y="5935"/>
                  </a:cubicBezTo>
                  <a:cubicBezTo>
                    <a:pt x="7421" y="5900"/>
                    <a:pt x="7363" y="5858"/>
                    <a:pt x="7335" y="5823"/>
                  </a:cubicBezTo>
                  <a:cubicBezTo>
                    <a:pt x="7299" y="5788"/>
                    <a:pt x="7335" y="5782"/>
                    <a:pt x="7299" y="5788"/>
                  </a:cubicBezTo>
                  <a:cubicBezTo>
                    <a:pt x="7263" y="5795"/>
                    <a:pt x="7270" y="5802"/>
                    <a:pt x="7220" y="5809"/>
                  </a:cubicBezTo>
                  <a:cubicBezTo>
                    <a:pt x="7163" y="5823"/>
                    <a:pt x="7106" y="5844"/>
                    <a:pt x="7091" y="5844"/>
                  </a:cubicBezTo>
                  <a:cubicBezTo>
                    <a:pt x="7077" y="5844"/>
                    <a:pt x="7013" y="5851"/>
                    <a:pt x="7013" y="5872"/>
                  </a:cubicBezTo>
                  <a:cubicBezTo>
                    <a:pt x="7006" y="5886"/>
                    <a:pt x="7013" y="5935"/>
                    <a:pt x="7027" y="5949"/>
                  </a:cubicBezTo>
                  <a:cubicBezTo>
                    <a:pt x="7034" y="5963"/>
                    <a:pt x="7113" y="5949"/>
                    <a:pt x="6984" y="5998"/>
                  </a:cubicBezTo>
                  <a:cubicBezTo>
                    <a:pt x="6855" y="6040"/>
                    <a:pt x="6820" y="6096"/>
                    <a:pt x="6812" y="6110"/>
                  </a:cubicBezTo>
                  <a:cubicBezTo>
                    <a:pt x="6805" y="6131"/>
                    <a:pt x="6891" y="6138"/>
                    <a:pt x="6798" y="6173"/>
                  </a:cubicBezTo>
                  <a:cubicBezTo>
                    <a:pt x="6705" y="6201"/>
                    <a:pt x="6626" y="6222"/>
                    <a:pt x="6583" y="6285"/>
                  </a:cubicBezTo>
                  <a:cubicBezTo>
                    <a:pt x="6576" y="6299"/>
                    <a:pt x="6619" y="6578"/>
                    <a:pt x="6583" y="6641"/>
                  </a:cubicBezTo>
                  <a:cubicBezTo>
                    <a:pt x="6540" y="6704"/>
                    <a:pt x="6455" y="6774"/>
                    <a:pt x="6455" y="6774"/>
                  </a:cubicBezTo>
                  <a:cubicBezTo>
                    <a:pt x="6455" y="6774"/>
                    <a:pt x="6476" y="6837"/>
                    <a:pt x="6340" y="6739"/>
                  </a:cubicBezTo>
                  <a:cubicBezTo>
                    <a:pt x="6211" y="6648"/>
                    <a:pt x="6326" y="6732"/>
                    <a:pt x="6326" y="6732"/>
                  </a:cubicBezTo>
                  <a:cubicBezTo>
                    <a:pt x="6326" y="6732"/>
                    <a:pt x="6269" y="6550"/>
                    <a:pt x="6218" y="6502"/>
                  </a:cubicBezTo>
                  <a:cubicBezTo>
                    <a:pt x="6176" y="6453"/>
                    <a:pt x="6090" y="6348"/>
                    <a:pt x="6068" y="6271"/>
                  </a:cubicBezTo>
                  <a:cubicBezTo>
                    <a:pt x="6040" y="6194"/>
                    <a:pt x="6011" y="6145"/>
                    <a:pt x="5997" y="6096"/>
                  </a:cubicBezTo>
                  <a:cubicBezTo>
                    <a:pt x="5990" y="6054"/>
                    <a:pt x="5975" y="5935"/>
                    <a:pt x="5982" y="5928"/>
                  </a:cubicBezTo>
                  <a:cubicBezTo>
                    <a:pt x="5982" y="5914"/>
                    <a:pt x="5954" y="5830"/>
                    <a:pt x="5954" y="5830"/>
                  </a:cubicBezTo>
                  <a:cubicBezTo>
                    <a:pt x="5954" y="5830"/>
                    <a:pt x="5918" y="5816"/>
                    <a:pt x="5918" y="5830"/>
                  </a:cubicBezTo>
                  <a:cubicBezTo>
                    <a:pt x="5911" y="5844"/>
                    <a:pt x="5911" y="5872"/>
                    <a:pt x="5911" y="5900"/>
                  </a:cubicBezTo>
                  <a:cubicBezTo>
                    <a:pt x="5904" y="5921"/>
                    <a:pt x="5803" y="5928"/>
                    <a:pt x="5803" y="5928"/>
                  </a:cubicBezTo>
                  <a:cubicBezTo>
                    <a:pt x="5768" y="5907"/>
                    <a:pt x="5768" y="5907"/>
                    <a:pt x="5768" y="5907"/>
                  </a:cubicBezTo>
                  <a:cubicBezTo>
                    <a:pt x="5768" y="5907"/>
                    <a:pt x="5617" y="5754"/>
                    <a:pt x="5596" y="5733"/>
                  </a:cubicBezTo>
                  <a:cubicBezTo>
                    <a:pt x="5574" y="5705"/>
                    <a:pt x="5546" y="5670"/>
                    <a:pt x="5510" y="5649"/>
                  </a:cubicBezTo>
                  <a:cubicBezTo>
                    <a:pt x="5474" y="5628"/>
                    <a:pt x="5503" y="5607"/>
                    <a:pt x="5431" y="5607"/>
                  </a:cubicBezTo>
                  <a:cubicBezTo>
                    <a:pt x="5367" y="5607"/>
                    <a:pt x="5374" y="5607"/>
                    <a:pt x="5260" y="5600"/>
                  </a:cubicBezTo>
                  <a:cubicBezTo>
                    <a:pt x="5145" y="5586"/>
                    <a:pt x="5117" y="5621"/>
                    <a:pt x="5066" y="5614"/>
                  </a:cubicBezTo>
                  <a:cubicBezTo>
                    <a:pt x="5016" y="5600"/>
                    <a:pt x="5002" y="5614"/>
                    <a:pt x="4895" y="5593"/>
                  </a:cubicBezTo>
                  <a:cubicBezTo>
                    <a:pt x="4780" y="5572"/>
                    <a:pt x="4780" y="5572"/>
                    <a:pt x="4780" y="5572"/>
                  </a:cubicBezTo>
                  <a:cubicBezTo>
                    <a:pt x="4780" y="5572"/>
                    <a:pt x="4766" y="5544"/>
                    <a:pt x="4744" y="5516"/>
                  </a:cubicBezTo>
                  <a:cubicBezTo>
                    <a:pt x="4730" y="5488"/>
                    <a:pt x="4730" y="5488"/>
                    <a:pt x="4730" y="5488"/>
                  </a:cubicBezTo>
                  <a:cubicBezTo>
                    <a:pt x="4702" y="5509"/>
                    <a:pt x="4702" y="5509"/>
                    <a:pt x="4702" y="5509"/>
                  </a:cubicBezTo>
                  <a:cubicBezTo>
                    <a:pt x="4702" y="5509"/>
                    <a:pt x="4680" y="5516"/>
                    <a:pt x="4666" y="5516"/>
                  </a:cubicBezTo>
                  <a:cubicBezTo>
                    <a:pt x="4651" y="5509"/>
                    <a:pt x="4501" y="5474"/>
                    <a:pt x="4473" y="5467"/>
                  </a:cubicBezTo>
                  <a:cubicBezTo>
                    <a:pt x="4451" y="5460"/>
                    <a:pt x="4451" y="5481"/>
                    <a:pt x="4351" y="5411"/>
                  </a:cubicBezTo>
                  <a:cubicBezTo>
                    <a:pt x="4251" y="5334"/>
                    <a:pt x="4287" y="5306"/>
                    <a:pt x="4287" y="5306"/>
                  </a:cubicBezTo>
                  <a:cubicBezTo>
                    <a:pt x="4287" y="5306"/>
                    <a:pt x="4265" y="5285"/>
                    <a:pt x="4236" y="5271"/>
                  </a:cubicBezTo>
                  <a:cubicBezTo>
                    <a:pt x="4215" y="5257"/>
                    <a:pt x="4179" y="5236"/>
                    <a:pt x="4165" y="5236"/>
                  </a:cubicBezTo>
                  <a:cubicBezTo>
                    <a:pt x="4158" y="5243"/>
                    <a:pt x="4093" y="5271"/>
                    <a:pt x="4108" y="5299"/>
                  </a:cubicBezTo>
                  <a:cubicBezTo>
                    <a:pt x="4122" y="5327"/>
                    <a:pt x="4215" y="5418"/>
                    <a:pt x="4222" y="5418"/>
                  </a:cubicBezTo>
                  <a:cubicBezTo>
                    <a:pt x="4229" y="5418"/>
                    <a:pt x="4351" y="5551"/>
                    <a:pt x="4351" y="5551"/>
                  </a:cubicBezTo>
                  <a:cubicBezTo>
                    <a:pt x="4401" y="5614"/>
                    <a:pt x="4401" y="5614"/>
                    <a:pt x="4401" y="5614"/>
                  </a:cubicBezTo>
                  <a:cubicBezTo>
                    <a:pt x="4401" y="5614"/>
                    <a:pt x="4358" y="5649"/>
                    <a:pt x="4401" y="5642"/>
                  </a:cubicBezTo>
                  <a:cubicBezTo>
                    <a:pt x="4444" y="5635"/>
                    <a:pt x="4408" y="5628"/>
                    <a:pt x="4473" y="5635"/>
                  </a:cubicBezTo>
                  <a:cubicBezTo>
                    <a:pt x="4537" y="5642"/>
                    <a:pt x="4573" y="5656"/>
                    <a:pt x="4594" y="5635"/>
                  </a:cubicBezTo>
                  <a:cubicBezTo>
                    <a:pt x="4616" y="5621"/>
                    <a:pt x="4580" y="5600"/>
                    <a:pt x="4630" y="5579"/>
                  </a:cubicBezTo>
                  <a:cubicBezTo>
                    <a:pt x="4680" y="5558"/>
                    <a:pt x="4723" y="5565"/>
                    <a:pt x="4730" y="5572"/>
                  </a:cubicBezTo>
                  <a:cubicBezTo>
                    <a:pt x="4737" y="5586"/>
                    <a:pt x="4766" y="5614"/>
                    <a:pt x="4773" y="5628"/>
                  </a:cubicBezTo>
                  <a:cubicBezTo>
                    <a:pt x="4773" y="5642"/>
                    <a:pt x="4787" y="5677"/>
                    <a:pt x="4809" y="5677"/>
                  </a:cubicBezTo>
                  <a:cubicBezTo>
                    <a:pt x="4823" y="5684"/>
                    <a:pt x="4866" y="5677"/>
                    <a:pt x="4873" y="5705"/>
                  </a:cubicBezTo>
                  <a:cubicBezTo>
                    <a:pt x="4880" y="5726"/>
                    <a:pt x="4931" y="5768"/>
                    <a:pt x="4931" y="5768"/>
                  </a:cubicBezTo>
                  <a:cubicBezTo>
                    <a:pt x="4931" y="5768"/>
                    <a:pt x="4945" y="5775"/>
                    <a:pt x="4973" y="5782"/>
                  </a:cubicBezTo>
                  <a:cubicBezTo>
                    <a:pt x="5002" y="5795"/>
                    <a:pt x="5081" y="5837"/>
                    <a:pt x="5081" y="5837"/>
                  </a:cubicBezTo>
                  <a:cubicBezTo>
                    <a:pt x="5059" y="5851"/>
                    <a:pt x="5024" y="5914"/>
                    <a:pt x="4995" y="5914"/>
                  </a:cubicBezTo>
                  <a:cubicBezTo>
                    <a:pt x="4973" y="5914"/>
                    <a:pt x="4981" y="5907"/>
                    <a:pt x="4923" y="5942"/>
                  </a:cubicBezTo>
                  <a:cubicBezTo>
                    <a:pt x="4866" y="5970"/>
                    <a:pt x="4895" y="6040"/>
                    <a:pt x="4866" y="6047"/>
                  </a:cubicBezTo>
                  <a:cubicBezTo>
                    <a:pt x="4837" y="6054"/>
                    <a:pt x="4795" y="6110"/>
                    <a:pt x="4773" y="6124"/>
                  </a:cubicBezTo>
                  <a:cubicBezTo>
                    <a:pt x="4752" y="6131"/>
                    <a:pt x="4609" y="6187"/>
                    <a:pt x="4594" y="6180"/>
                  </a:cubicBezTo>
                  <a:cubicBezTo>
                    <a:pt x="4580" y="6180"/>
                    <a:pt x="4544" y="6201"/>
                    <a:pt x="4530" y="6201"/>
                  </a:cubicBezTo>
                  <a:cubicBezTo>
                    <a:pt x="4523" y="6201"/>
                    <a:pt x="4530" y="6236"/>
                    <a:pt x="4523" y="6243"/>
                  </a:cubicBezTo>
                  <a:cubicBezTo>
                    <a:pt x="4508" y="6250"/>
                    <a:pt x="4566" y="6285"/>
                    <a:pt x="4480" y="6299"/>
                  </a:cubicBezTo>
                  <a:cubicBezTo>
                    <a:pt x="4401" y="6306"/>
                    <a:pt x="4344" y="6334"/>
                    <a:pt x="4329" y="6334"/>
                  </a:cubicBezTo>
                  <a:cubicBezTo>
                    <a:pt x="4308" y="6341"/>
                    <a:pt x="4272" y="6418"/>
                    <a:pt x="4208" y="6411"/>
                  </a:cubicBezTo>
                  <a:cubicBezTo>
                    <a:pt x="4143" y="6404"/>
                    <a:pt x="4172" y="6404"/>
                    <a:pt x="4115" y="6411"/>
                  </a:cubicBezTo>
                  <a:cubicBezTo>
                    <a:pt x="4058" y="6411"/>
                    <a:pt x="4050" y="6432"/>
                    <a:pt x="3993" y="6439"/>
                  </a:cubicBezTo>
                  <a:cubicBezTo>
                    <a:pt x="3936" y="6446"/>
                    <a:pt x="3900" y="6453"/>
                    <a:pt x="3900" y="6453"/>
                  </a:cubicBezTo>
                  <a:lnTo>
                    <a:pt x="3872" y="647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16"/>
            <p:cNvSpPr/>
            <p:nvPr/>
          </p:nvSpPr>
          <p:spPr>
            <a:xfrm>
              <a:off x="133351" y="1798638"/>
              <a:ext cx="3535362" cy="4640238"/>
            </a:xfrm>
            <a:custGeom>
              <a:avLst/>
              <a:gdLst/>
              <a:ahLst/>
              <a:cxnLst/>
              <a:rect l="l" t="t" r="r" b="b"/>
              <a:pathLst>
                <a:path w="17064" h="22392" extrusionOk="0">
                  <a:moveTo>
                    <a:pt x="11329" y="22267"/>
                  </a:moveTo>
                  <a:cubicBezTo>
                    <a:pt x="11329" y="22267"/>
                    <a:pt x="11443" y="22323"/>
                    <a:pt x="11443" y="22267"/>
                  </a:cubicBezTo>
                  <a:cubicBezTo>
                    <a:pt x="11458" y="22211"/>
                    <a:pt x="11443" y="22141"/>
                    <a:pt x="11386" y="22127"/>
                  </a:cubicBezTo>
                  <a:cubicBezTo>
                    <a:pt x="11329" y="22113"/>
                    <a:pt x="11200" y="22085"/>
                    <a:pt x="11043" y="21987"/>
                  </a:cubicBezTo>
                  <a:cubicBezTo>
                    <a:pt x="10885" y="21875"/>
                    <a:pt x="10599" y="21861"/>
                    <a:pt x="10642" y="21749"/>
                  </a:cubicBezTo>
                  <a:cubicBezTo>
                    <a:pt x="10671" y="21651"/>
                    <a:pt x="10528" y="21525"/>
                    <a:pt x="10556" y="21371"/>
                  </a:cubicBezTo>
                  <a:cubicBezTo>
                    <a:pt x="10585" y="21218"/>
                    <a:pt x="10571" y="21204"/>
                    <a:pt x="10699" y="21190"/>
                  </a:cubicBezTo>
                  <a:cubicBezTo>
                    <a:pt x="10814" y="21176"/>
                    <a:pt x="10842" y="21036"/>
                    <a:pt x="10900" y="21008"/>
                  </a:cubicBezTo>
                  <a:cubicBezTo>
                    <a:pt x="10957" y="20966"/>
                    <a:pt x="11214" y="20840"/>
                    <a:pt x="11214" y="20798"/>
                  </a:cubicBezTo>
                  <a:cubicBezTo>
                    <a:pt x="11214" y="20770"/>
                    <a:pt x="11214" y="20700"/>
                    <a:pt x="11157" y="20686"/>
                  </a:cubicBezTo>
                  <a:cubicBezTo>
                    <a:pt x="11100" y="20686"/>
                    <a:pt x="10986" y="20658"/>
                    <a:pt x="10971" y="20616"/>
                  </a:cubicBezTo>
                  <a:cubicBezTo>
                    <a:pt x="10957" y="20588"/>
                    <a:pt x="11028" y="20448"/>
                    <a:pt x="11057" y="20420"/>
                  </a:cubicBezTo>
                  <a:cubicBezTo>
                    <a:pt x="11100" y="20392"/>
                    <a:pt x="11343" y="20392"/>
                    <a:pt x="11343" y="20392"/>
                  </a:cubicBezTo>
                  <a:cubicBezTo>
                    <a:pt x="11343" y="20392"/>
                    <a:pt x="11343" y="20127"/>
                    <a:pt x="11386" y="20113"/>
                  </a:cubicBezTo>
                  <a:cubicBezTo>
                    <a:pt x="11415" y="20099"/>
                    <a:pt x="11586" y="19987"/>
                    <a:pt x="11629" y="19973"/>
                  </a:cubicBezTo>
                  <a:cubicBezTo>
                    <a:pt x="11672" y="19973"/>
                    <a:pt x="11686" y="19861"/>
                    <a:pt x="11601" y="19847"/>
                  </a:cubicBezTo>
                  <a:cubicBezTo>
                    <a:pt x="11529" y="19833"/>
                    <a:pt x="11400" y="19749"/>
                    <a:pt x="11458" y="19693"/>
                  </a:cubicBezTo>
                  <a:cubicBezTo>
                    <a:pt x="11529" y="19623"/>
                    <a:pt x="11887" y="19679"/>
                    <a:pt x="11930" y="19637"/>
                  </a:cubicBezTo>
                  <a:cubicBezTo>
                    <a:pt x="11958" y="19595"/>
                    <a:pt x="12030" y="19385"/>
                    <a:pt x="12216" y="19343"/>
                  </a:cubicBezTo>
                  <a:cubicBezTo>
                    <a:pt x="12402" y="19302"/>
                    <a:pt x="13217" y="18938"/>
                    <a:pt x="12945" y="18728"/>
                  </a:cubicBezTo>
                  <a:cubicBezTo>
                    <a:pt x="12673" y="18504"/>
                    <a:pt x="12945" y="18588"/>
                    <a:pt x="12945" y="18588"/>
                  </a:cubicBezTo>
                  <a:cubicBezTo>
                    <a:pt x="12945" y="18588"/>
                    <a:pt x="13217" y="18742"/>
                    <a:pt x="13374" y="18644"/>
                  </a:cubicBezTo>
                  <a:cubicBezTo>
                    <a:pt x="13517" y="18560"/>
                    <a:pt x="14147" y="18001"/>
                    <a:pt x="14175" y="17875"/>
                  </a:cubicBezTo>
                  <a:cubicBezTo>
                    <a:pt x="14204" y="17749"/>
                    <a:pt x="14290" y="17735"/>
                    <a:pt x="14375" y="17721"/>
                  </a:cubicBezTo>
                  <a:cubicBezTo>
                    <a:pt x="14447" y="17721"/>
                    <a:pt x="14561" y="17679"/>
                    <a:pt x="14561" y="17595"/>
                  </a:cubicBezTo>
                  <a:cubicBezTo>
                    <a:pt x="14547" y="17511"/>
                    <a:pt x="14490" y="17315"/>
                    <a:pt x="14576" y="17246"/>
                  </a:cubicBezTo>
                  <a:cubicBezTo>
                    <a:pt x="14661" y="17190"/>
                    <a:pt x="15176" y="16868"/>
                    <a:pt x="15391" y="16868"/>
                  </a:cubicBezTo>
                  <a:cubicBezTo>
                    <a:pt x="15606" y="16868"/>
                    <a:pt x="15749" y="16840"/>
                    <a:pt x="15963" y="16476"/>
                  </a:cubicBezTo>
                  <a:cubicBezTo>
                    <a:pt x="16178" y="16113"/>
                    <a:pt x="16092" y="16127"/>
                    <a:pt x="16178" y="16099"/>
                  </a:cubicBezTo>
                  <a:cubicBezTo>
                    <a:pt x="16249" y="16057"/>
                    <a:pt x="16263" y="15483"/>
                    <a:pt x="16263" y="15483"/>
                  </a:cubicBezTo>
                  <a:cubicBezTo>
                    <a:pt x="16263" y="15483"/>
                    <a:pt x="16349" y="15427"/>
                    <a:pt x="16407" y="15427"/>
                  </a:cubicBezTo>
                  <a:cubicBezTo>
                    <a:pt x="16464" y="15427"/>
                    <a:pt x="16621" y="15204"/>
                    <a:pt x="16621" y="15204"/>
                  </a:cubicBezTo>
                  <a:cubicBezTo>
                    <a:pt x="16807" y="15092"/>
                    <a:pt x="16807" y="15092"/>
                    <a:pt x="16807" y="15092"/>
                  </a:cubicBezTo>
                  <a:cubicBezTo>
                    <a:pt x="16807" y="15092"/>
                    <a:pt x="16864" y="14980"/>
                    <a:pt x="16921" y="14952"/>
                  </a:cubicBezTo>
                  <a:cubicBezTo>
                    <a:pt x="16979" y="14910"/>
                    <a:pt x="17064" y="14504"/>
                    <a:pt x="16979" y="14434"/>
                  </a:cubicBezTo>
                  <a:cubicBezTo>
                    <a:pt x="16907" y="14378"/>
                    <a:pt x="16735" y="14406"/>
                    <a:pt x="16650" y="14350"/>
                  </a:cubicBezTo>
                  <a:cubicBezTo>
                    <a:pt x="16564" y="14280"/>
                    <a:pt x="16206" y="14085"/>
                    <a:pt x="16135" y="14085"/>
                  </a:cubicBezTo>
                  <a:cubicBezTo>
                    <a:pt x="16049" y="14099"/>
                    <a:pt x="15749" y="14113"/>
                    <a:pt x="15648" y="14057"/>
                  </a:cubicBezTo>
                  <a:cubicBezTo>
                    <a:pt x="15548" y="14015"/>
                    <a:pt x="15663" y="13889"/>
                    <a:pt x="15534" y="13889"/>
                  </a:cubicBezTo>
                  <a:cubicBezTo>
                    <a:pt x="15420" y="13875"/>
                    <a:pt x="15176" y="13819"/>
                    <a:pt x="15105" y="13805"/>
                  </a:cubicBezTo>
                  <a:cubicBezTo>
                    <a:pt x="15019" y="13791"/>
                    <a:pt x="14890" y="13889"/>
                    <a:pt x="14876" y="13903"/>
                  </a:cubicBezTo>
                  <a:cubicBezTo>
                    <a:pt x="14847" y="13917"/>
                    <a:pt x="15062" y="13805"/>
                    <a:pt x="14890" y="13749"/>
                  </a:cubicBezTo>
                  <a:cubicBezTo>
                    <a:pt x="14719" y="13693"/>
                    <a:pt x="14762" y="13623"/>
                    <a:pt x="14790" y="13609"/>
                  </a:cubicBezTo>
                  <a:cubicBezTo>
                    <a:pt x="14819" y="13595"/>
                    <a:pt x="14933" y="13483"/>
                    <a:pt x="14819" y="13413"/>
                  </a:cubicBezTo>
                  <a:cubicBezTo>
                    <a:pt x="14704" y="13357"/>
                    <a:pt x="14590" y="13287"/>
                    <a:pt x="14619" y="13217"/>
                  </a:cubicBezTo>
                  <a:cubicBezTo>
                    <a:pt x="14633" y="13148"/>
                    <a:pt x="14418" y="12994"/>
                    <a:pt x="14375" y="12994"/>
                  </a:cubicBezTo>
                  <a:cubicBezTo>
                    <a:pt x="14333" y="12980"/>
                    <a:pt x="14204" y="12938"/>
                    <a:pt x="14075" y="12952"/>
                  </a:cubicBezTo>
                  <a:cubicBezTo>
                    <a:pt x="13932" y="12952"/>
                    <a:pt x="13717" y="12910"/>
                    <a:pt x="13717" y="12854"/>
                  </a:cubicBezTo>
                  <a:cubicBezTo>
                    <a:pt x="13732" y="12798"/>
                    <a:pt x="13603" y="12672"/>
                    <a:pt x="13546" y="12658"/>
                  </a:cubicBezTo>
                  <a:cubicBezTo>
                    <a:pt x="13474" y="12630"/>
                    <a:pt x="13417" y="12630"/>
                    <a:pt x="13346" y="12546"/>
                  </a:cubicBezTo>
                  <a:cubicBezTo>
                    <a:pt x="13288" y="12462"/>
                    <a:pt x="13288" y="12420"/>
                    <a:pt x="13203" y="12406"/>
                  </a:cubicBezTo>
                  <a:cubicBezTo>
                    <a:pt x="13102" y="12406"/>
                    <a:pt x="13060" y="12378"/>
                    <a:pt x="13045" y="12322"/>
                  </a:cubicBezTo>
                  <a:cubicBezTo>
                    <a:pt x="13045" y="12252"/>
                    <a:pt x="12945" y="12210"/>
                    <a:pt x="12816" y="12294"/>
                  </a:cubicBezTo>
                  <a:cubicBezTo>
                    <a:pt x="12702" y="12364"/>
                    <a:pt x="12602" y="12392"/>
                    <a:pt x="12559" y="12336"/>
                  </a:cubicBezTo>
                  <a:cubicBezTo>
                    <a:pt x="12502" y="12294"/>
                    <a:pt x="12502" y="12280"/>
                    <a:pt x="12330" y="12280"/>
                  </a:cubicBezTo>
                  <a:cubicBezTo>
                    <a:pt x="12158" y="12280"/>
                    <a:pt x="12073" y="12280"/>
                    <a:pt x="12115" y="12183"/>
                  </a:cubicBezTo>
                  <a:cubicBezTo>
                    <a:pt x="12173" y="12085"/>
                    <a:pt x="12015" y="12043"/>
                    <a:pt x="11901" y="12113"/>
                  </a:cubicBezTo>
                  <a:cubicBezTo>
                    <a:pt x="11801" y="12196"/>
                    <a:pt x="11758" y="12266"/>
                    <a:pt x="11701" y="12252"/>
                  </a:cubicBezTo>
                  <a:cubicBezTo>
                    <a:pt x="11629" y="12252"/>
                    <a:pt x="11858" y="12183"/>
                    <a:pt x="11801" y="12099"/>
                  </a:cubicBezTo>
                  <a:cubicBezTo>
                    <a:pt x="11758" y="12015"/>
                    <a:pt x="11758" y="12029"/>
                    <a:pt x="11586" y="12113"/>
                  </a:cubicBezTo>
                  <a:cubicBezTo>
                    <a:pt x="11415" y="12196"/>
                    <a:pt x="11343" y="12238"/>
                    <a:pt x="11200" y="12238"/>
                  </a:cubicBezTo>
                  <a:cubicBezTo>
                    <a:pt x="11057" y="12238"/>
                    <a:pt x="11114" y="12294"/>
                    <a:pt x="11028" y="12406"/>
                  </a:cubicBezTo>
                  <a:cubicBezTo>
                    <a:pt x="10957" y="12518"/>
                    <a:pt x="10857" y="12728"/>
                    <a:pt x="10785" y="12658"/>
                  </a:cubicBezTo>
                  <a:cubicBezTo>
                    <a:pt x="10699" y="12588"/>
                    <a:pt x="10642" y="12392"/>
                    <a:pt x="10513" y="12434"/>
                  </a:cubicBezTo>
                  <a:cubicBezTo>
                    <a:pt x="10399" y="12490"/>
                    <a:pt x="10370" y="12616"/>
                    <a:pt x="10285" y="12560"/>
                  </a:cubicBezTo>
                  <a:cubicBezTo>
                    <a:pt x="10199" y="12490"/>
                    <a:pt x="10084" y="12448"/>
                    <a:pt x="10070" y="12392"/>
                  </a:cubicBezTo>
                  <a:cubicBezTo>
                    <a:pt x="10070" y="12336"/>
                    <a:pt x="10013" y="12294"/>
                    <a:pt x="10013" y="12294"/>
                  </a:cubicBezTo>
                  <a:cubicBezTo>
                    <a:pt x="10013" y="12294"/>
                    <a:pt x="9941" y="12280"/>
                    <a:pt x="10027" y="11987"/>
                  </a:cubicBezTo>
                  <a:cubicBezTo>
                    <a:pt x="10113" y="11679"/>
                    <a:pt x="10142" y="11595"/>
                    <a:pt x="9813" y="11595"/>
                  </a:cubicBezTo>
                  <a:cubicBezTo>
                    <a:pt x="9498" y="11609"/>
                    <a:pt x="9355" y="11665"/>
                    <a:pt x="9384" y="11567"/>
                  </a:cubicBezTo>
                  <a:cubicBezTo>
                    <a:pt x="9398" y="11469"/>
                    <a:pt x="9484" y="11497"/>
                    <a:pt x="9498" y="11385"/>
                  </a:cubicBezTo>
                  <a:cubicBezTo>
                    <a:pt x="9512" y="11287"/>
                    <a:pt x="9612" y="11106"/>
                    <a:pt x="9655" y="11050"/>
                  </a:cubicBezTo>
                  <a:cubicBezTo>
                    <a:pt x="9698" y="10980"/>
                    <a:pt x="9813" y="10826"/>
                    <a:pt x="9713" y="10826"/>
                  </a:cubicBezTo>
                  <a:cubicBezTo>
                    <a:pt x="9627" y="10840"/>
                    <a:pt x="9355" y="10784"/>
                    <a:pt x="9240" y="10882"/>
                  </a:cubicBezTo>
                  <a:cubicBezTo>
                    <a:pt x="9126" y="10994"/>
                    <a:pt x="8997" y="11217"/>
                    <a:pt x="8912" y="11231"/>
                  </a:cubicBezTo>
                  <a:cubicBezTo>
                    <a:pt x="8811" y="11259"/>
                    <a:pt x="8497" y="11315"/>
                    <a:pt x="8439" y="11231"/>
                  </a:cubicBezTo>
                  <a:cubicBezTo>
                    <a:pt x="8397" y="11148"/>
                    <a:pt x="8182" y="11134"/>
                    <a:pt x="8196" y="10854"/>
                  </a:cubicBezTo>
                  <a:cubicBezTo>
                    <a:pt x="8211" y="10588"/>
                    <a:pt x="8196" y="10448"/>
                    <a:pt x="8296" y="10378"/>
                  </a:cubicBezTo>
                  <a:cubicBezTo>
                    <a:pt x="8382" y="10308"/>
                    <a:pt x="8368" y="10322"/>
                    <a:pt x="8382" y="10196"/>
                  </a:cubicBezTo>
                  <a:cubicBezTo>
                    <a:pt x="8397" y="10057"/>
                    <a:pt x="8497" y="9875"/>
                    <a:pt x="8640" y="9833"/>
                  </a:cubicBezTo>
                  <a:cubicBezTo>
                    <a:pt x="8768" y="9805"/>
                    <a:pt x="8912" y="9637"/>
                    <a:pt x="8997" y="9637"/>
                  </a:cubicBezTo>
                  <a:cubicBezTo>
                    <a:pt x="9083" y="9623"/>
                    <a:pt x="9426" y="9847"/>
                    <a:pt x="9498" y="9777"/>
                  </a:cubicBezTo>
                  <a:cubicBezTo>
                    <a:pt x="9569" y="9721"/>
                    <a:pt x="9598" y="9567"/>
                    <a:pt x="9798" y="9595"/>
                  </a:cubicBezTo>
                  <a:cubicBezTo>
                    <a:pt x="9999" y="9637"/>
                    <a:pt x="10356" y="9581"/>
                    <a:pt x="10428" y="9679"/>
                  </a:cubicBezTo>
                  <a:cubicBezTo>
                    <a:pt x="10499" y="9777"/>
                    <a:pt x="10642" y="10043"/>
                    <a:pt x="10628" y="10154"/>
                  </a:cubicBezTo>
                  <a:cubicBezTo>
                    <a:pt x="10599" y="10280"/>
                    <a:pt x="10642" y="10364"/>
                    <a:pt x="10728" y="10336"/>
                  </a:cubicBezTo>
                  <a:cubicBezTo>
                    <a:pt x="10800" y="10308"/>
                    <a:pt x="10857" y="10168"/>
                    <a:pt x="10842" y="10099"/>
                  </a:cubicBezTo>
                  <a:cubicBezTo>
                    <a:pt x="10828" y="10029"/>
                    <a:pt x="10828" y="9749"/>
                    <a:pt x="10828" y="9637"/>
                  </a:cubicBezTo>
                  <a:cubicBezTo>
                    <a:pt x="10814" y="9511"/>
                    <a:pt x="10699" y="9427"/>
                    <a:pt x="10885" y="9315"/>
                  </a:cubicBezTo>
                  <a:cubicBezTo>
                    <a:pt x="11086" y="9203"/>
                    <a:pt x="11701" y="8854"/>
                    <a:pt x="11701" y="8714"/>
                  </a:cubicBezTo>
                  <a:cubicBezTo>
                    <a:pt x="11701" y="8574"/>
                    <a:pt x="11643" y="8434"/>
                    <a:pt x="11686" y="8392"/>
                  </a:cubicBezTo>
                  <a:cubicBezTo>
                    <a:pt x="11729" y="8336"/>
                    <a:pt x="11729" y="8490"/>
                    <a:pt x="11801" y="8448"/>
                  </a:cubicBezTo>
                  <a:cubicBezTo>
                    <a:pt x="11887" y="8406"/>
                    <a:pt x="11972" y="8140"/>
                    <a:pt x="12044" y="8099"/>
                  </a:cubicBezTo>
                  <a:cubicBezTo>
                    <a:pt x="12115" y="8057"/>
                    <a:pt x="12173" y="7931"/>
                    <a:pt x="12201" y="7875"/>
                  </a:cubicBezTo>
                  <a:cubicBezTo>
                    <a:pt x="12230" y="7805"/>
                    <a:pt x="12344" y="7777"/>
                    <a:pt x="12402" y="7805"/>
                  </a:cubicBezTo>
                  <a:cubicBezTo>
                    <a:pt x="12473" y="7833"/>
                    <a:pt x="12587" y="7805"/>
                    <a:pt x="12616" y="7749"/>
                  </a:cubicBezTo>
                  <a:cubicBezTo>
                    <a:pt x="12645" y="7693"/>
                    <a:pt x="12602" y="7581"/>
                    <a:pt x="12616" y="7525"/>
                  </a:cubicBezTo>
                  <a:cubicBezTo>
                    <a:pt x="12630" y="7483"/>
                    <a:pt x="12845" y="7371"/>
                    <a:pt x="12931" y="7287"/>
                  </a:cubicBezTo>
                  <a:cubicBezTo>
                    <a:pt x="13031" y="7203"/>
                    <a:pt x="13131" y="7189"/>
                    <a:pt x="13174" y="7203"/>
                  </a:cubicBezTo>
                  <a:cubicBezTo>
                    <a:pt x="13217" y="7231"/>
                    <a:pt x="13317" y="7078"/>
                    <a:pt x="13303" y="7189"/>
                  </a:cubicBezTo>
                  <a:cubicBezTo>
                    <a:pt x="13288" y="7301"/>
                    <a:pt x="13317" y="7483"/>
                    <a:pt x="13403" y="7385"/>
                  </a:cubicBezTo>
                  <a:cubicBezTo>
                    <a:pt x="13503" y="7273"/>
                    <a:pt x="13818" y="7175"/>
                    <a:pt x="13875" y="7175"/>
                  </a:cubicBezTo>
                  <a:cubicBezTo>
                    <a:pt x="13918" y="7175"/>
                    <a:pt x="14004" y="7092"/>
                    <a:pt x="14032" y="7050"/>
                  </a:cubicBezTo>
                  <a:cubicBezTo>
                    <a:pt x="14061" y="6994"/>
                    <a:pt x="14175" y="7008"/>
                    <a:pt x="14232" y="6994"/>
                  </a:cubicBezTo>
                  <a:cubicBezTo>
                    <a:pt x="14304" y="6980"/>
                    <a:pt x="14304" y="6924"/>
                    <a:pt x="14232" y="6840"/>
                  </a:cubicBezTo>
                  <a:cubicBezTo>
                    <a:pt x="14161" y="6770"/>
                    <a:pt x="14318" y="6574"/>
                    <a:pt x="14189" y="6644"/>
                  </a:cubicBezTo>
                  <a:cubicBezTo>
                    <a:pt x="14046" y="6728"/>
                    <a:pt x="14075" y="6840"/>
                    <a:pt x="13946" y="6826"/>
                  </a:cubicBezTo>
                  <a:cubicBezTo>
                    <a:pt x="13818" y="6798"/>
                    <a:pt x="13675" y="6756"/>
                    <a:pt x="13675" y="6728"/>
                  </a:cubicBezTo>
                  <a:cubicBezTo>
                    <a:pt x="13689" y="6700"/>
                    <a:pt x="13675" y="6560"/>
                    <a:pt x="13617" y="6630"/>
                  </a:cubicBezTo>
                  <a:cubicBezTo>
                    <a:pt x="13560" y="6700"/>
                    <a:pt x="13546" y="6574"/>
                    <a:pt x="13646" y="6518"/>
                  </a:cubicBezTo>
                  <a:cubicBezTo>
                    <a:pt x="13746" y="6448"/>
                    <a:pt x="13746" y="6364"/>
                    <a:pt x="13675" y="6308"/>
                  </a:cubicBezTo>
                  <a:cubicBezTo>
                    <a:pt x="13603" y="6252"/>
                    <a:pt x="13503" y="6238"/>
                    <a:pt x="13431" y="6238"/>
                  </a:cubicBezTo>
                  <a:cubicBezTo>
                    <a:pt x="13360" y="6252"/>
                    <a:pt x="13288" y="6098"/>
                    <a:pt x="13489" y="6112"/>
                  </a:cubicBezTo>
                  <a:cubicBezTo>
                    <a:pt x="13675" y="6126"/>
                    <a:pt x="13732" y="6112"/>
                    <a:pt x="13746" y="6140"/>
                  </a:cubicBezTo>
                  <a:cubicBezTo>
                    <a:pt x="13760" y="6168"/>
                    <a:pt x="13889" y="6420"/>
                    <a:pt x="13961" y="6364"/>
                  </a:cubicBezTo>
                  <a:cubicBezTo>
                    <a:pt x="14018" y="6294"/>
                    <a:pt x="14175" y="6280"/>
                    <a:pt x="14075" y="6224"/>
                  </a:cubicBezTo>
                  <a:cubicBezTo>
                    <a:pt x="13989" y="6168"/>
                    <a:pt x="13875" y="6126"/>
                    <a:pt x="13918" y="6098"/>
                  </a:cubicBezTo>
                  <a:cubicBezTo>
                    <a:pt x="13961" y="6071"/>
                    <a:pt x="14218" y="6140"/>
                    <a:pt x="14290" y="6112"/>
                  </a:cubicBezTo>
                  <a:cubicBezTo>
                    <a:pt x="14347" y="6071"/>
                    <a:pt x="14619" y="5819"/>
                    <a:pt x="14661" y="5833"/>
                  </a:cubicBezTo>
                  <a:cubicBezTo>
                    <a:pt x="14704" y="5847"/>
                    <a:pt x="14719" y="6001"/>
                    <a:pt x="14676" y="6071"/>
                  </a:cubicBezTo>
                  <a:cubicBezTo>
                    <a:pt x="14633" y="6154"/>
                    <a:pt x="14304" y="6392"/>
                    <a:pt x="14333" y="6448"/>
                  </a:cubicBezTo>
                  <a:cubicBezTo>
                    <a:pt x="14375" y="6504"/>
                    <a:pt x="14390" y="6616"/>
                    <a:pt x="14390" y="6616"/>
                  </a:cubicBezTo>
                  <a:cubicBezTo>
                    <a:pt x="14390" y="6616"/>
                    <a:pt x="14647" y="6462"/>
                    <a:pt x="14833" y="6616"/>
                  </a:cubicBezTo>
                  <a:cubicBezTo>
                    <a:pt x="15019" y="6784"/>
                    <a:pt x="15176" y="6854"/>
                    <a:pt x="15205" y="6770"/>
                  </a:cubicBezTo>
                  <a:cubicBezTo>
                    <a:pt x="15248" y="6672"/>
                    <a:pt x="15334" y="6616"/>
                    <a:pt x="15277" y="6462"/>
                  </a:cubicBezTo>
                  <a:cubicBezTo>
                    <a:pt x="15205" y="6294"/>
                    <a:pt x="15134" y="6210"/>
                    <a:pt x="15048" y="6182"/>
                  </a:cubicBezTo>
                  <a:cubicBezTo>
                    <a:pt x="14962" y="6154"/>
                    <a:pt x="14819" y="6112"/>
                    <a:pt x="14847" y="6029"/>
                  </a:cubicBezTo>
                  <a:cubicBezTo>
                    <a:pt x="14876" y="5945"/>
                    <a:pt x="14890" y="5973"/>
                    <a:pt x="14962" y="5819"/>
                  </a:cubicBezTo>
                  <a:cubicBezTo>
                    <a:pt x="15019" y="5665"/>
                    <a:pt x="15048" y="5273"/>
                    <a:pt x="14976" y="5273"/>
                  </a:cubicBezTo>
                  <a:cubicBezTo>
                    <a:pt x="14919" y="5273"/>
                    <a:pt x="14833" y="5315"/>
                    <a:pt x="14833" y="5245"/>
                  </a:cubicBezTo>
                  <a:cubicBezTo>
                    <a:pt x="14833" y="5175"/>
                    <a:pt x="14890" y="5105"/>
                    <a:pt x="14776" y="5091"/>
                  </a:cubicBezTo>
                  <a:cubicBezTo>
                    <a:pt x="14661" y="5063"/>
                    <a:pt x="14604" y="5022"/>
                    <a:pt x="14561" y="4980"/>
                  </a:cubicBezTo>
                  <a:cubicBezTo>
                    <a:pt x="14504" y="4938"/>
                    <a:pt x="14476" y="4798"/>
                    <a:pt x="14390" y="4756"/>
                  </a:cubicBezTo>
                  <a:cubicBezTo>
                    <a:pt x="14318" y="4714"/>
                    <a:pt x="14218" y="4756"/>
                    <a:pt x="14290" y="4686"/>
                  </a:cubicBezTo>
                  <a:cubicBezTo>
                    <a:pt x="14361" y="4616"/>
                    <a:pt x="14347" y="4434"/>
                    <a:pt x="14304" y="4336"/>
                  </a:cubicBezTo>
                  <a:cubicBezTo>
                    <a:pt x="14261" y="4224"/>
                    <a:pt x="14161" y="4098"/>
                    <a:pt x="14147" y="3945"/>
                  </a:cubicBezTo>
                  <a:cubicBezTo>
                    <a:pt x="14132" y="3805"/>
                    <a:pt x="14132" y="3693"/>
                    <a:pt x="14075" y="3721"/>
                  </a:cubicBezTo>
                  <a:cubicBezTo>
                    <a:pt x="14004" y="3763"/>
                    <a:pt x="13946" y="3847"/>
                    <a:pt x="13889" y="3973"/>
                  </a:cubicBezTo>
                  <a:cubicBezTo>
                    <a:pt x="13832" y="4084"/>
                    <a:pt x="13760" y="4154"/>
                    <a:pt x="13717" y="4154"/>
                  </a:cubicBezTo>
                  <a:cubicBezTo>
                    <a:pt x="13689" y="4168"/>
                    <a:pt x="13689" y="4294"/>
                    <a:pt x="13603" y="4210"/>
                  </a:cubicBezTo>
                  <a:cubicBezTo>
                    <a:pt x="13532" y="4140"/>
                    <a:pt x="13446" y="4056"/>
                    <a:pt x="13417" y="4029"/>
                  </a:cubicBezTo>
                  <a:cubicBezTo>
                    <a:pt x="13388" y="3987"/>
                    <a:pt x="13317" y="3931"/>
                    <a:pt x="13403" y="3777"/>
                  </a:cubicBezTo>
                  <a:cubicBezTo>
                    <a:pt x="13489" y="3623"/>
                    <a:pt x="13489" y="3511"/>
                    <a:pt x="13446" y="3497"/>
                  </a:cubicBezTo>
                  <a:cubicBezTo>
                    <a:pt x="13403" y="3469"/>
                    <a:pt x="13303" y="3623"/>
                    <a:pt x="13217" y="3441"/>
                  </a:cubicBezTo>
                  <a:cubicBezTo>
                    <a:pt x="13145" y="3259"/>
                    <a:pt x="13160" y="3203"/>
                    <a:pt x="13045" y="3175"/>
                  </a:cubicBezTo>
                  <a:cubicBezTo>
                    <a:pt x="12916" y="3133"/>
                    <a:pt x="12931" y="3175"/>
                    <a:pt x="12773" y="3133"/>
                  </a:cubicBezTo>
                  <a:cubicBezTo>
                    <a:pt x="12602" y="3091"/>
                    <a:pt x="12630" y="2980"/>
                    <a:pt x="12502" y="3063"/>
                  </a:cubicBezTo>
                  <a:cubicBezTo>
                    <a:pt x="12373" y="3133"/>
                    <a:pt x="12259" y="3077"/>
                    <a:pt x="12316" y="3245"/>
                  </a:cubicBezTo>
                  <a:cubicBezTo>
                    <a:pt x="12387" y="3413"/>
                    <a:pt x="12387" y="3497"/>
                    <a:pt x="12330" y="3497"/>
                  </a:cubicBezTo>
                  <a:cubicBezTo>
                    <a:pt x="12259" y="3511"/>
                    <a:pt x="12201" y="3581"/>
                    <a:pt x="12244" y="3651"/>
                  </a:cubicBezTo>
                  <a:cubicBezTo>
                    <a:pt x="12287" y="3721"/>
                    <a:pt x="12459" y="3679"/>
                    <a:pt x="12316" y="3847"/>
                  </a:cubicBezTo>
                  <a:cubicBezTo>
                    <a:pt x="12173" y="4001"/>
                    <a:pt x="12115" y="4168"/>
                    <a:pt x="12187" y="4210"/>
                  </a:cubicBezTo>
                  <a:cubicBezTo>
                    <a:pt x="12259" y="4266"/>
                    <a:pt x="12359" y="4364"/>
                    <a:pt x="12316" y="4476"/>
                  </a:cubicBezTo>
                  <a:cubicBezTo>
                    <a:pt x="12273" y="4588"/>
                    <a:pt x="12287" y="4840"/>
                    <a:pt x="12073" y="4966"/>
                  </a:cubicBezTo>
                  <a:cubicBezTo>
                    <a:pt x="11858" y="5105"/>
                    <a:pt x="11844" y="5189"/>
                    <a:pt x="11844" y="5231"/>
                  </a:cubicBezTo>
                  <a:cubicBezTo>
                    <a:pt x="11829" y="5273"/>
                    <a:pt x="11801" y="5455"/>
                    <a:pt x="11858" y="5539"/>
                  </a:cubicBezTo>
                  <a:cubicBezTo>
                    <a:pt x="11915" y="5623"/>
                    <a:pt x="11944" y="5665"/>
                    <a:pt x="11887" y="5693"/>
                  </a:cubicBezTo>
                  <a:cubicBezTo>
                    <a:pt x="11844" y="5721"/>
                    <a:pt x="11758" y="5889"/>
                    <a:pt x="11686" y="5847"/>
                  </a:cubicBezTo>
                  <a:cubicBezTo>
                    <a:pt x="11629" y="5805"/>
                    <a:pt x="11572" y="5777"/>
                    <a:pt x="11515" y="5721"/>
                  </a:cubicBezTo>
                  <a:cubicBezTo>
                    <a:pt x="11472" y="5665"/>
                    <a:pt x="11372" y="5553"/>
                    <a:pt x="11458" y="5553"/>
                  </a:cubicBezTo>
                  <a:cubicBezTo>
                    <a:pt x="11529" y="5567"/>
                    <a:pt x="11658" y="5511"/>
                    <a:pt x="11586" y="5455"/>
                  </a:cubicBezTo>
                  <a:cubicBezTo>
                    <a:pt x="11529" y="5413"/>
                    <a:pt x="11486" y="5399"/>
                    <a:pt x="11500" y="5287"/>
                  </a:cubicBezTo>
                  <a:cubicBezTo>
                    <a:pt x="11515" y="5189"/>
                    <a:pt x="11443" y="4952"/>
                    <a:pt x="11386" y="4952"/>
                  </a:cubicBezTo>
                  <a:cubicBezTo>
                    <a:pt x="11329" y="4952"/>
                    <a:pt x="11171" y="4952"/>
                    <a:pt x="11171" y="4854"/>
                  </a:cubicBezTo>
                  <a:cubicBezTo>
                    <a:pt x="11157" y="4756"/>
                    <a:pt x="10814" y="4658"/>
                    <a:pt x="10714" y="4602"/>
                  </a:cubicBezTo>
                  <a:cubicBezTo>
                    <a:pt x="10628" y="4532"/>
                    <a:pt x="10585" y="4448"/>
                    <a:pt x="10413" y="4462"/>
                  </a:cubicBezTo>
                  <a:cubicBezTo>
                    <a:pt x="10227" y="4476"/>
                    <a:pt x="10227" y="4546"/>
                    <a:pt x="10242" y="4350"/>
                  </a:cubicBezTo>
                  <a:cubicBezTo>
                    <a:pt x="10242" y="4140"/>
                    <a:pt x="10342" y="4140"/>
                    <a:pt x="10213" y="4084"/>
                  </a:cubicBezTo>
                  <a:cubicBezTo>
                    <a:pt x="10070" y="4029"/>
                    <a:pt x="9956" y="4056"/>
                    <a:pt x="10056" y="3889"/>
                  </a:cubicBezTo>
                  <a:cubicBezTo>
                    <a:pt x="10170" y="3721"/>
                    <a:pt x="10013" y="3665"/>
                    <a:pt x="10213" y="3539"/>
                  </a:cubicBezTo>
                  <a:cubicBezTo>
                    <a:pt x="10413" y="3399"/>
                    <a:pt x="10585" y="3035"/>
                    <a:pt x="10599" y="3022"/>
                  </a:cubicBezTo>
                  <a:cubicBezTo>
                    <a:pt x="10628" y="2994"/>
                    <a:pt x="10742" y="3008"/>
                    <a:pt x="10800" y="2896"/>
                  </a:cubicBezTo>
                  <a:cubicBezTo>
                    <a:pt x="10842" y="2784"/>
                    <a:pt x="10771" y="2714"/>
                    <a:pt x="10957" y="2700"/>
                  </a:cubicBezTo>
                  <a:cubicBezTo>
                    <a:pt x="11143" y="2700"/>
                    <a:pt x="11171" y="2728"/>
                    <a:pt x="11257" y="2560"/>
                  </a:cubicBezTo>
                  <a:cubicBezTo>
                    <a:pt x="11357" y="2406"/>
                    <a:pt x="11486" y="2336"/>
                    <a:pt x="11329" y="2280"/>
                  </a:cubicBezTo>
                  <a:cubicBezTo>
                    <a:pt x="11186" y="2238"/>
                    <a:pt x="11057" y="2182"/>
                    <a:pt x="11114" y="2182"/>
                  </a:cubicBezTo>
                  <a:cubicBezTo>
                    <a:pt x="11186" y="2182"/>
                    <a:pt x="11400" y="2210"/>
                    <a:pt x="11443" y="2182"/>
                  </a:cubicBezTo>
                  <a:cubicBezTo>
                    <a:pt x="11472" y="2168"/>
                    <a:pt x="11715" y="2084"/>
                    <a:pt x="11643" y="2014"/>
                  </a:cubicBezTo>
                  <a:cubicBezTo>
                    <a:pt x="11558" y="1945"/>
                    <a:pt x="11500" y="1931"/>
                    <a:pt x="11572" y="1917"/>
                  </a:cubicBezTo>
                  <a:cubicBezTo>
                    <a:pt x="11629" y="1903"/>
                    <a:pt x="11701" y="1987"/>
                    <a:pt x="11758" y="1973"/>
                  </a:cubicBezTo>
                  <a:cubicBezTo>
                    <a:pt x="11815" y="1959"/>
                    <a:pt x="11801" y="1805"/>
                    <a:pt x="11858" y="1819"/>
                  </a:cubicBezTo>
                  <a:cubicBezTo>
                    <a:pt x="11930" y="1833"/>
                    <a:pt x="11987" y="1917"/>
                    <a:pt x="12073" y="1847"/>
                  </a:cubicBezTo>
                  <a:cubicBezTo>
                    <a:pt x="12158" y="1791"/>
                    <a:pt x="12344" y="1833"/>
                    <a:pt x="12316" y="1693"/>
                  </a:cubicBezTo>
                  <a:cubicBezTo>
                    <a:pt x="12287" y="1567"/>
                    <a:pt x="12130" y="1581"/>
                    <a:pt x="12216" y="1497"/>
                  </a:cubicBezTo>
                  <a:cubicBezTo>
                    <a:pt x="12316" y="1413"/>
                    <a:pt x="12330" y="1371"/>
                    <a:pt x="12273" y="1315"/>
                  </a:cubicBezTo>
                  <a:cubicBezTo>
                    <a:pt x="12216" y="1259"/>
                    <a:pt x="12273" y="1203"/>
                    <a:pt x="12187" y="1175"/>
                  </a:cubicBezTo>
                  <a:cubicBezTo>
                    <a:pt x="12115" y="1133"/>
                    <a:pt x="11887" y="1175"/>
                    <a:pt x="11872" y="1231"/>
                  </a:cubicBezTo>
                  <a:cubicBezTo>
                    <a:pt x="11858" y="1287"/>
                    <a:pt x="11758" y="1371"/>
                    <a:pt x="11672" y="1497"/>
                  </a:cubicBezTo>
                  <a:cubicBezTo>
                    <a:pt x="11586" y="1623"/>
                    <a:pt x="11572" y="1665"/>
                    <a:pt x="11515" y="1651"/>
                  </a:cubicBezTo>
                  <a:cubicBezTo>
                    <a:pt x="11458" y="1637"/>
                    <a:pt x="11429" y="1763"/>
                    <a:pt x="11458" y="1623"/>
                  </a:cubicBezTo>
                  <a:cubicBezTo>
                    <a:pt x="11486" y="1469"/>
                    <a:pt x="11515" y="1483"/>
                    <a:pt x="11500" y="1427"/>
                  </a:cubicBezTo>
                  <a:cubicBezTo>
                    <a:pt x="11472" y="1385"/>
                    <a:pt x="11400" y="1301"/>
                    <a:pt x="11343" y="1287"/>
                  </a:cubicBezTo>
                  <a:cubicBezTo>
                    <a:pt x="11300" y="1273"/>
                    <a:pt x="11257" y="1259"/>
                    <a:pt x="11200" y="1343"/>
                  </a:cubicBezTo>
                  <a:cubicBezTo>
                    <a:pt x="11157" y="1427"/>
                    <a:pt x="11157" y="1189"/>
                    <a:pt x="11100" y="1147"/>
                  </a:cubicBezTo>
                  <a:cubicBezTo>
                    <a:pt x="11057" y="1119"/>
                    <a:pt x="11171" y="1091"/>
                    <a:pt x="11057" y="980"/>
                  </a:cubicBezTo>
                  <a:cubicBezTo>
                    <a:pt x="10943" y="868"/>
                    <a:pt x="11000" y="714"/>
                    <a:pt x="10914" y="686"/>
                  </a:cubicBezTo>
                  <a:cubicBezTo>
                    <a:pt x="10828" y="658"/>
                    <a:pt x="10814" y="658"/>
                    <a:pt x="10842" y="574"/>
                  </a:cubicBezTo>
                  <a:cubicBezTo>
                    <a:pt x="10871" y="476"/>
                    <a:pt x="10699" y="378"/>
                    <a:pt x="10914" y="420"/>
                  </a:cubicBezTo>
                  <a:cubicBezTo>
                    <a:pt x="11129" y="462"/>
                    <a:pt x="11129" y="490"/>
                    <a:pt x="11214" y="392"/>
                  </a:cubicBezTo>
                  <a:cubicBezTo>
                    <a:pt x="11314" y="308"/>
                    <a:pt x="11529" y="224"/>
                    <a:pt x="11429" y="154"/>
                  </a:cubicBezTo>
                  <a:cubicBezTo>
                    <a:pt x="11314" y="70"/>
                    <a:pt x="11157" y="42"/>
                    <a:pt x="11100" y="14"/>
                  </a:cubicBezTo>
                  <a:cubicBezTo>
                    <a:pt x="11057" y="0"/>
                    <a:pt x="10800" y="56"/>
                    <a:pt x="10800" y="56"/>
                  </a:cubicBezTo>
                  <a:cubicBezTo>
                    <a:pt x="10800" y="56"/>
                    <a:pt x="10671" y="364"/>
                    <a:pt x="10657" y="378"/>
                  </a:cubicBezTo>
                  <a:cubicBezTo>
                    <a:pt x="10642" y="406"/>
                    <a:pt x="10757" y="434"/>
                    <a:pt x="10657" y="602"/>
                  </a:cubicBezTo>
                  <a:cubicBezTo>
                    <a:pt x="10571" y="770"/>
                    <a:pt x="10485" y="714"/>
                    <a:pt x="10471" y="868"/>
                  </a:cubicBezTo>
                  <a:cubicBezTo>
                    <a:pt x="10442" y="1007"/>
                    <a:pt x="10456" y="1161"/>
                    <a:pt x="10456" y="1161"/>
                  </a:cubicBezTo>
                  <a:cubicBezTo>
                    <a:pt x="10456" y="1161"/>
                    <a:pt x="10642" y="1259"/>
                    <a:pt x="10628" y="1259"/>
                  </a:cubicBezTo>
                  <a:cubicBezTo>
                    <a:pt x="10599" y="1259"/>
                    <a:pt x="10742" y="1399"/>
                    <a:pt x="10685" y="1427"/>
                  </a:cubicBezTo>
                  <a:cubicBezTo>
                    <a:pt x="10628" y="1455"/>
                    <a:pt x="10728" y="1525"/>
                    <a:pt x="10571" y="1525"/>
                  </a:cubicBezTo>
                  <a:cubicBezTo>
                    <a:pt x="10413" y="1525"/>
                    <a:pt x="10270" y="1469"/>
                    <a:pt x="10313" y="1455"/>
                  </a:cubicBezTo>
                  <a:cubicBezTo>
                    <a:pt x="10356" y="1441"/>
                    <a:pt x="10513" y="1399"/>
                    <a:pt x="10471" y="1343"/>
                  </a:cubicBezTo>
                  <a:cubicBezTo>
                    <a:pt x="10428" y="1287"/>
                    <a:pt x="10270" y="1133"/>
                    <a:pt x="10199" y="1189"/>
                  </a:cubicBezTo>
                  <a:cubicBezTo>
                    <a:pt x="10142" y="1245"/>
                    <a:pt x="9898" y="1329"/>
                    <a:pt x="9941" y="1343"/>
                  </a:cubicBezTo>
                  <a:cubicBezTo>
                    <a:pt x="9984" y="1371"/>
                    <a:pt x="10199" y="1427"/>
                    <a:pt x="10127" y="1469"/>
                  </a:cubicBezTo>
                  <a:cubicBezTo>
                    <a:pt x="10041" y="1511"/>
                    <a:pt x="9984" y="1637"/>
                    <a:pt x="9884" y="1623"/>
                  </a:cubicBezTo>
                  <a:cubicBezTo>
                    <a:pt x="9784" y="1623"/>
                    <a:pt x="9527" y="1609"/>
                    <a:pt x="9426" y="1581"/>
                  </a:cubicBezTo>
                  <a:cubicBezTo>
                    <a:pt x="9326" y="1567"/>
                    <a:pt x="9212" y="1483"/>
                    <a:pt x="9341" y="1427"/>
                  </a:cubicBezTo>
                  <a:cubicBezTo>
                    <a:pt x="9469" y="1385"/>
                    <a:pt x="8897" y="1385"/>
                    <a:pt x="8826" y="1469"/>
                  </a:cubicBezTo>
                  <a:cubicBezTo>
                    <a:pt x="8754" y="1553"/>
                    <a:pt x="8754" y="1595"/>
                    <a:pt x="8640" y="1581"/>
                  </a:cubicBezTo>
                  <a:cubicBezTo>
                    <a:pt x="8511" y="1581"/>
                    <a:pt x="7925" y="1581"/>
                    <a:pt x="7925" y="1581"/>
                  </a:cubicBezTo>
                  <a:cubicBezTo>
                    <a:pt x="7925" y="1581"/>
                    <a:pt x="8125" y="1483"/>
                    <a:pt x="7953" y="1385"/>
                  </a:cubicBezTo>
                  <a:cubicBezTo>
                    <a:pt x="7767" y="1301"/>
                    <a:pt x="7639" y="1329"/>
                    <a:pt x="7610" y="1329"/>
                  </a:cubicBezTo>
                  <a:cubicBezTo>
                    <a:pt x="7581" y="1329"/>
                    <a:pt x="7538" y="1329"/>
                    <a:pt x="7438" y="1273"/>
                  </a:cubicBezTo>
                  <a:cubicBezTo>
                    <a:pt x="7338" y="1231"/>
                    <a:pt x="7238" y="1189"/>
                    <a:pt x="7209" y="1175"/>
                  </a:cubicBezTo>
                  <a:cubicBezTo>
                    <a:pt x="7181" y="1147"/>
                    <a:pt x="7009" y="1133"/>
                    <a:pt x="6966" y="1161"/>
                  </a:cubicBezTo>
                  <a:cubicBezTo>
                    <a:pt x="6923" y="1175"/>
                    <a:pt x="6923" y="1259"/>
                    <a:pt x="6895" y="1259"/>
                  </a:cubicBezTo>
                  <a:cubicBezTo>
                    <a:pt x="6852" y="1273"/>
                    <a:pt x="6809" y="1273"/>
                    <a:pt x="6809" y="1161"/>
                  </a:cubicBezTo>
                  <a:cubicBezTo>
                    <a:pt x="6809" y="1049"/>
                    <a:pt x="6709" y="1119"/>
                    <a:pt x="6709" y="1119"/>
                  </a:cubicBezTo>
                  <a:cubicBezTo>
                    <a:pt x="6652" y="1231"/>
                    <a:pt x="6652" y="1231"/>
                    <a:pt x="6652" y="1231"/>
                  </a:cubicBezTo>
                  <a:cubicBezTo>
                    <a:pt x="6652" y="1231"/>
                    <a:pt x="6594" y="1231"/>
                    <a:pt x="6566" y="1175"/>
                  </a:cubicBezTo>
                  <a:cubicBezTo>
                    <a:pt x="6551" y="1133"/>
                    <a:pt x="6551" y="1091"/>
                    <a:pt x="6509" y="1063"/>
                  </a:cubicBezTo>
                  <a:cubicBezTo>
                    <a:pt x="6466" y="1035"/>
                    <a:pt x="6537" y="1021"/>
                    <a:pt x="6423" y="1021"/>
                  </a:cubicBezTo>
                  <a:cubicBezTo>
                    <a:pt x="6323" y="1035"/>
                    <a:pt x="6323" y="1147"/>
                    <a:pt x="6265" y="1133"/>
                  </a:cubicBezTo>
                  <a:cubicBezTo>
                    <a:pt x="6194" y="1133"/>
                    <a:pt x="6294" y="966"/>
                    <a:pt x="6051" y="1077"/>
                  </a:cubicBezTo>
                  <a:cubicBezTo>
                    <a:pt x="5793" y="1203"/>
                    <a:pt x="5464" y="1245"/>
                    <a:pt x="5307" y="1329"/>
                  </a:cubicBezTo>
                  <a:cubicBezTo>
                    <a:pt x="5150" y="1399"/>
                    <a:pt x="5107" y="1329"/>
                    <a:pt x="4778" y="1189"/>
                  </a:cubicBezTo>
                  <a:cubicBezTo>
                    <a:pt x="4435" y="1049"/>
                    <a:pt x="4063" y="1161"/>
                    <a:pt x="3405" y="993"/>
                  </a:cubicBezTo>
                  <a:cubicBezTo>
                    <a:pt x="2747" y="840"/>
                    <a:pt x="2647" y="938"/>
                    <a:pt x="2432" y="993"/>
                  </a:cubicBezTo>
                  <a:cubicBezTo>
                    <a:pt x="2218" y="1049"/>
                    <a:pt x="2032" y="993"/>
                    <a:pt x="1874" y="1147"/>
                  </a:cubicBezTo>
                  <a:cubicBezTo>
                    <a:pt x="1717" y="1301"/>
                    <a:pt x="1745" y="1371"/>
                    <a:pt x="1545" y="1399"/>
                  </a:cubicBezTo>
                  <a:cubicBezTo>
                    <a:pt x="1345" y="1413"/>
                    <a:pt x="1188" y="1469"/>
                    <a:pt x="1216" y="1511"/>
                  </a:cubicBezTo>
                  <a:cubicBezTo>
                    <a:pt x="1245" y="1553"/>
                    <a:pt x="1402" y="1581"/>
                    <a:pt x="1445" y="1609"/>
                  </a:cubicBezTo>
                  <a:cubicBezTo>
                    <a:pt x="1488" y="1637"/>
                    <a:pt x="1474" y="1805"/>
                    <a:pt x="1588" y="1847"/>
                  </a:cubicBezTo>
                  <a:cubicBezTo>
                    <a:pt x="1717" y="1889"/>
                    <a:pt x="1931" y="1861"/>
                    <a:pt x="1874" y="1931"/>
                  </a:cubicBezTo>
                  <a:cubicBezTo>
                    <a:pt x="1831" y="1987"/>
                    <a:pt x="1688" y="2182"/>
                    <a:pt x="1631" y="2126"/>
                  </a:cubicBezTo>
                  <a:cubicBezTo>
                    <a:pt x="1560" y="2070"/>
                    <a:pt x="1488" y="1987"/>
                    <a:pt x="1402" y="1987"/>
                  </a:cubicBezTo>
                  <a:cubicBezTo>
                    <a:pt x="1316" y="1987"/>
                    <a:pt x="1130" y="2042"/>
                    <a:pt x="1059" y="2084"/>
                  </a:cubicBezTo>
                  <a:cubicBezTo>
                    <a:pt x="987" y="2126"/>
                    <a:pt x="859" y="2140"/>
                    <a:pt x="873" y="2224"/>
                  </a:cubicBezTo>
                  <a:cubicBezTo>
                    <a:pt x="887" y="2308"/>
                    <a:pt x="987" y="2266"/>
                    <a:pt x="973" y="2336"/>
                  </a:cubicBezTo>
                  <a:cubicBezTo>
                    <a:pt x="959" y="2420"/>
                    <a:pt x="830" y="2350"/>
                    <a:pt x="830" y="2448"/>
                  </a:cubicBezTo>
                  <a:cubicBezTo>
                    <a:pt x="844" y="2546"/>
                    <a:pt x="1116" y="2616"/>
                    <a:pt x="1245" y="2574"/>
                  </a:cubicBezTo>
                  <a:cubicBezTo>
                    <a:pt x="1374" y="2532"/>
                    <a:pt x="1459" y="2392"/>
                    <a:pt x="1531" y="2490"/>
                  </a:cubicBezTo>
                  <a:cubicBezTo>
                    <a:pt x="1602" y="2588"/>
                    <a:pt x="1645" y="2812"/>
                    <a:pt x="1488" y="2854"/>
                  </a:cubicBezTo>
                  <a:cubicBezTo>
                    <a:pt x="1331" y="2896"/>
                    <a:pt x="916" y="2994"/>
                    <a:pt x="873" y="3091"/>
                  </a:cubicBezTo>
                  <a:cubicBezTo>
                    <a:pt x="844" y="3203"/>
                    <a:pt x="716" y="3385"/>
                    <a:pt x="658" y="3399"/>
                  </a:cubicBezTo>
                  <a:cubicBezTo>
                    <a:pt x="601" y="3399"/>
                    <a:pt x="601" y="3553"/>
                    <a:pt x="658" y="3609"/>
                  </a:cubicBezTo>
                  <a:cubicBezTo>
                    <a:pt x="701" y="3665"/>
                    <a:pt x="644" y="3651"/>
                    <a:pt x="673" y="3763"/>
                  </a:cubicBezTo>
                  <a:cubicBezTo>
                    <a:pt x="701" y="3875"/>
                    <a:pt x="744" y="4001"/>
                    <a:pt x="844" y="3917"/>
                  </a:cubicBezTo>
                  <a:cubicBezTo>
                    <a:pt x="944" y="3847"/>
                    <a:pt x="1073" y="3917"/>
                    <a:pt x="1002" y="4015"/>
                  </a:cubicBezTo>
                  <a:cubicBezTo>
                    <a:pt x="930" y="4126"/>
                    <a:pt x="787" y="4182"/>
                    <a:pt x="1002" y="4182"/>
                  </a:cubicBezTo>
                  <a:cubicBezTo>
                    <a:pt x="1216" y="4182"/>
                    <a:pt x="1188" y="4084"/>
                    <a:pt x="1359" y="4140"/>
                  </a:cubicBezTo>
                  <a:cubicBezTo>
                    <a:pt x="1531" y="4210"/>
                    <a:pt x="1574" y="4126"/>
                    <a:pt x="1531" y="4252"/>
                  </a:cubicBezTo>
                  <a:cubicBezTo>
                    <a:pt x="1474" y="4392"/>
                    <a:pt x="1331" y="4574"/>
                    <a:pt x="1116" y="4672"/>
                  </a:cubicBezTo>
                  <a:cubicBezTo>
                    <a:pt x="902" y="4770"/>
                    <a:pt x="859" y="4756"/>
                    <a:pt x="687" y="4854"/>
                  </a:cubicBezTo>
                  <a:cubicBezTo>
                    <a:pt x="515" y="4952"/>
                    <a:pt x="0" y="5217"/>
                    <a:pt x="158" y="5203"/>
                  </a:cubicBezTo>
                  <a:cubicBezTo>
                    <a:pt x="329" y="5203"/>
                    <a:pt x="616" y="5008"/>
                    <a:pt x="687" y="4980"/>
                  </a:cubicBezTo>
                  <a:cubicBezTo>
                    <a:pt x="773" y="4952"/>
                    <a:pt x="801" y="5063"/>
                    <a:pt x="930" y="4980"/>
                  </a:cubicBezTo>
                  <a:cubicBezTo>
                    <a:pt x="1045" y="4896"/>
                    <a:pt x="1531" y="4546"/>
                    <a:pt x="1688" y="4448"/>
                  </a:cubicBezTo>
                  <a:cubicBezTo>
                    <a:pt x="1846" y="4350"/>
                    <a:pt x="2074" y="4294"/>
                    <a:pt x="2089" y="4154"/>
                  </a:cubicBezTo>
                  <a:cubicBezTo>
                    <a:pt x="2103" y="4015"/>
                    <a:pt x="2103" y="3889"/>
                    <a:pt x="2218" y="3861"/>
                  </a:cubicBezTo>
                  <a:cubicBezTo>
                    <a:pt x="2346" y="3819"/>
                    <a:pt x="2375" y="3721"/>
                    <a:pt x="2504" y="3637"/>
                  </a:cubicBezTo>
                  <a:cubicBezTo>
                    <a:pt x="2632" y="3539"/>
                    <a:pt x="2761" y="3413"/>
                    <a:pt x="2818" y="3441"/>
                  </a:cubicBezTo>
                  <a:cubicBezTo>
                    <a:pt x="2875" y="3469"/>
                    <a:pt x="2761" y="3525"/>
                    <a:pt x="2661" y="3595"/>
                  </a:cubicBezTo>
                  <a:cubicBezTo>
                    <a:pt x="2546" y="3651"/>
                    <a:pt x="2446" y="3735"/>
                    <a:pt x="2432" y="3861"/>
                  </a:cubicBezTo>
                  <a:cubicBezTo>
                    <a:pt x="2418" y="4001"/>
                    <a:pt x="2232" y="4140"/>
                    <a:pt x="2389" y="4070"/>
                  </a:cubicBezTo>
                  <a:cubicBezTo>
                    <a:pt x="2532" y="4001"/>
                    <a:pt x="2632" y="3903"/>
                    <a:pt x="2732" y="3847"/>
                  </a:cubicBezTo>
                  <a:cubicBezTo>
                    <a:pt x="2847" y="3791"/>
                    <a:pt x="2918" y="3875"/>
                    <a:pt x="2961" y="3749"/>
                  </a:cubicBezTo>
                  <a:cubicBezTo>
                    <a:pt x="3004" y="3623"/>
                    <a:pt x="2947" y="3511"/>
                    <a:pt x="3061" y="3581"/>
                  </a:cubicBezTo>
                  <a:cubicBezTo>
                    <a:pt x="3162" y="3637"/>
                    <a:pt x="3305" y="3763"/>
                    <a:pt x="3433" y="3819"/>
                  </a:cubicBezTo>
                  <a:cubicBezTo>
                    <a:pt x="3562" y="3875"/>
                    <a:pt x="3562" y="3749"/>
                    <a:pt x="3877" y="3889"/>
                  </a:cubicBezTo>
                  <a:cubicBezTo>
                    <a:pt x="4206" y="4029"/>
                    <a:pt x="4191" y="3945"/>
                    <a:pt x="4234" y="4182"/>
                  </a:cubicBezTo>
                  <a:cubicBezTo>
                    <a:pt x="4263" y="4406"/>
                    <a:pt x="4392" y="4196"/>
                    <a:pt x="4477" y="4238"/>
                  </a:cubicBezTo>
                  <a:cubicBezTo>
                    <a:pt x="4578" y="4280"/>
                    <a:pt x="4678" y="4280"/>
                    <a:pt x="4692" y="4462"/>
                  </a:cubicBezTo>
                  <a:cubicBezTo>
                    <a:pt x="4721" y="4658"/>
                    <a:pt x="4749" y="4728"/>
                    <a:pt x="4721" y="4854"/>
                  </a:cubicBezTo>
                  <a:cubicBezTo>
                    <a:pt x="4692" y="4980"/>
                    <a:pt x="4878" y="4938"/>
                    <a:pt x="4892" y="5077"/>
                  </a:cubicBezTo>
                  <a:cubicBezTo>
                    <a:pt x="4892" y="5203"/>
                    <a:pt x="4878" y="5371"/>
                    <a:pt x="4892" y="5413"/>
                  </a:cubicBezTo>
                  <a:cubicBezTo>
                    <a:pt x="4907" y="5441"/>
                    <a:pt x="5121" y="5469"/>
                    <a:pt x="5064" y="5567"/>
                  </a:cubicBezTo>
                  <a:cubicBezTo>
                    <a:pt x="5021" y="5665"/>
                    <a:pt x="5035" y="5763"/>
                    <a:pt x="5078" y="5861"/>
                  </a:cubicBezTo>
                  <a:cubicBezTo>
                    <a:pt x="5135" y="5945"/>
                    <a:pt x="5193" y="5973"/>
                    <a:pt x="5321" y="6098"/>
                  </a:cubicBezTo>
                  <a:cubicBezTo>
                    <a:pt x="5450" y="6224"/>
                    <a:pt x="5708" y="6448"/>
                    <a:pt x="5622" y="6476"/>
                  </a:cubicBezTo>
                  <a:cubicBezTo>
                    <a:pt x="5550" y="6518"/>
                    <a:pt x="5464" y="6448"/>
                    <a:pt x="5379" y="6546"/>
                  </a:cubicBezTo>
                  <a:cubicBezTo>
                    <a:pt x="5293" y="6644"/>
                    <a:pt x="5350" y="6672"/>
                    <a:pt x="5278" y="6938"/>
                  </a:cubicBezTo>
                  <a:cubicBezTo>
                    <a:pt x="5207" y="7189"/>
                    <a:pt x="5221" y="7203"/>
                    <a:pt x="5150" y="7399"/>
                  </a:cubicBezTo>
                  <a:cubicBezTo>
                    <a:pt x="5064" y="7609"/>
                    <a:pt x="5021" y="7665"/>
                    <a:pt x="4992" y="7833"/>
                  </a:cubicBezTo>
                  <a:cubicBezTo>
                    <a:pt x="4964" y="8001"/>
                    <a:pt x="4892" y="8112"/>
                    <a:pt x="5021" y="8266"/>
                  </a:cubicBezTo>
                  <a:cubicBezTo>
                    <a:pt x="5150" y="8420"/>
                    <a:pt x="4949" y="8434"/>
                    <a:pt x="5121" y="8658"/>
                  </a:cubicBezTo>
                  <a:cubicBezTo>
                    <a:pt x="5293" y="8882"/>
                    <a:pt x="5379" y="8826"/>
                    <a:pt x="5464" y="8966"/>
                  </a:cubicBezTo>
                  <a:cubicBezTo>
                    <a:pt x="5565" y="9106"/>
                    <a:pt x="5822" y="9064"/>
                    <a:pt x="5750" y="9245"/>
                  </a:cubicBezTo>
                  <a:cubicBezTo>
                    <a:pt x="5679" y="9427"/>
                    <a:pt x="5708" y="9525"/>
                    <a:pt x="5836" y="9665"/>
                  </a:cubicBezTo>
                  <a:cubicBezTo>
                    <a:pt x="5979" y="9805"/>
                    <a:pt x="5994" y="9847"/>
                    <a:pt x="5936" y="9903"/>
                  </a:cubicBezTo>
                  <a:cubicBezTo>
                    <a:pt x="5879" y="9959"/>
                    <a:pt x="5793" y="10015"/>
                    <a:pt x="5851" y="10043"/>
                  </a:cubicBezTo>
                  <a:cubicBezTo>
                    <a:pt x="5893" y="10071"/>
                    <a:pt x="5965" y="10057"/>
                    <a:pt x="6037" y="10168"/>
                  </a:cubicBezTo>
                  <a:cubicBezTo>
                    <a:pt x="6108" y="10294"/>
                    <a:pt x="6108" y="10392"/>
                    <a:pt x="6151" y="10434"/>
                  </a:cubicBezTo>
                  <a:cubicBezTo>
                    <a:pt x="6194" y="10476"/>
                    <a:pt x="6308" y="10560"/>
                    <a:pt x="6294" y="10602"/>
                  </a:cubicBezTo>
                  <a:cubicBezTo>
                    <a:pt x="6294" y="10658"/>
                    <a:pt x="6451" y="10714"/>
                    <a:pt x="6451" y="10644"/>
                  </a:cubicBezTo>
                  <a:cubicBezTo>
                    <a:pt x="6451" y="10574"/>
                    <a:pt x="6551" y="10658"/>
                    <a:pt x="6451" y="10434"/>
                  </a:cubicBezTo>
                  <a:cubicBezTo>
                    <a:pt x="6337" y="10210"/>
                    <a:pt x="6165" y="10029"/>
                    <a:pt x="6108" y="9889"/>
                  </a:cubicBezTo>
                  <a:cubicBezTo>
                    <a:pt x="6065" y="9749"/>
                    <a:pt x="5994" y="9553"/>
                    <a:pt x="6022" y="9497"/>
                  </a:cubicBezTo>
                  <a:cubicBezTo>
                    <a:pt x="6037" y="9441"/>
                    <a:pt x="6065" y="9287"/>
                    <a:pt x="6165" y="9371"/>
                  </a:cubicBezTo>
                  <a:cubicBezTo>
                    <a:pt x="6265" y="9455"/>
                    <a:pt x="6180" y="9609"/>
                    <a:pt x="6280" y="9791"/>
                  </a:cubicBezTo>
                  <a:cubicBezTo>
                    <a:pt x="6380" y="9973"/>
                    <a:pt x="6737" y="10364"/>
                    <a:pt x="6795" y="10434"/>
                  </a:cubicBezTo>
                  <a:cubicBezTo>
                    <a:pt x="6838" y="10504"/>
                    <a:pt x="7038" y="10784"/>
                    <a:pt x="6981" y="10924"/>
                  </a:cubicBezTo>
                  <a:cubicBezTo>
                    <a:pt x="6909" y="11064"/>
                    <a:pt x="6880" y="11078"/>
                    <a:pt x="6981" y="11134"/>
                  </a:cubicBezTo>
                  <a:cubicBezTo>
                    <a:pt x="7081" y="11189"/>
                    <a:pt x="7925" y="11623"/>
                    <a:pt x="8039" y="11623"/>
                  </a:cubicBezTo>
                  <a:cubicBezTo>
                    <a:pt x="8153" y="11637"/>
                    <a:pt x="8382" y="11525"/>
                    <a:pt x="8468" y="11581"/>
                  </a:cubicBezTo>
                  <a:cubicBezTo>
                    <a:pt x="8568" y="11623"/>
                    <a:pt x="8740" y="11861"/>
                    <a:pt x="8840" y="11861"/>
                  </a:cubicBezTo>
                  <a:cubicBezTo>
                    <a:pt x="8926" y="11861"/>
                    <a:pt x="9097" y="11819"/>
                    <a:pt x="9083" y="11917"/>
                  </a:cubicBezTo>
                  <a:cubicBezTo>
                    <a:pt x="9055" y="12015"/>
                    <a:pt x="8969" y="12155"/>
                    <a:pt x="9069" y="12099"/>
                  </a:cubicBezTo>
                  <a:cubicBezTo>
                    <a:pt x="9169" y="12043"/>
                    <a:pt x="9226" y="11931"/>
                    <a:pt x="9312" y="11987"/>
                  </a:cubicBezTo>
                  <a:cubicBezTo>
                    <a:pt x="9398" y="12043"/>
                    <a:pt x="9541" y="12183"/>
                    <a:pt x="9555" y="12294"/>
                  </a:cubicBezTo>
                  <a:cubicBezTo>
                    <a:pt x="9584" y="12406"/>
                    <a:pt x="9670" y="12476"/>
                    <a:pt x="9741" y="12434"/>
                  </a:cubicBezTo>
                  <a:cubicBezTo>
                    <a:pt x="9813" y="12392"/>
                    <a:pt x="9927" y="12490"/>
                    <a:pt x="9941" y="12560"/>
                  </a:cubicBezTo>
                  <a:cubicBezTo>
                    <a:pt x="9970" y="12630"/>
                    <a:pt x="10013" y="12686"/>
                    <a:pt x="10084" y="12672"/>
                  </a:cubicBezTo>
                  <a:cubicBezTo>
                    <a:pt x="10156" y="12644"/>
                    <a:pt x="10213" y="12672"/>
                    <a:pt x="10213" y="12728"/>
                  </a:cubicBezTo>
                  <a:cubicBezTo>
                    <a:pt x="10213" y="12770"/>
                    <a:pt x="10256" y="12840"/>
                    <a:pt x="10313" y="12770"/>
                  </a:cubicBezTo>
                  <a:cubicBezTo>
                    <a:pt x="10385" y="12700"/>
                    <a:pt x="10370" y="12630"/>
                    <a:pt x="10399" y="12630"/>
                  </a:cubicBezTo>
                  <a:cubicBezTo>
                    <a:pt x="10428" y="12630"/>
                    <a:pt x="10542" y="12574"/>
                    <a:pt x="10556" y="12658"/>
                  </a:cubicBezTo>
                  <a:cubicBezTo>
                    <a:pt x="10571" y="12742"/>
                    <a:pt x="10699" y="12882"/>
                    <a:pt x="10657" y="13022"/>
                  </a:cubicBezTo>
                  <a:cubicBezTo>
                    <a:pt x="10599" y="13148"/>
                    <a:pt x="10671" y="13343"/>
                    <a:pt x="10513" y="13357"/>
                  </a:cubicBezTo>
                  <a:cubicBezTo>
                    <a:pt x="10342" y="13371"/>
                    <a:pt x="10299" y="13469"/>
                    <a:pt x="10356" y="13539"/>
                  </a:cubicBezTo>
                  <a:cubicBezTo>
                    <a:pt x="10413" y="13595"/>
                    <a:pt x="10313" y="13553"/>
                    <a:pt x="10213" y="13623"/>
                  </a:cubicBezTo>
                  <a:cubicBezTo>
                    <a:pt x="10127" y="13693"/>
                    <a:pt x="9956" y="13637"/>
                    <a:pt x="9999" y="13777"/>
                  </a:cubicBezTo>
                  <a:cubicBezTo>
                    <a:pt x="10056" y="13917"/>
                    <a:pt x="9984" y="14099"/>
                    <a:pt x="9984" y="14099"/>
                  </a:cubicBezTo>
                  <a:cubicBezTo>
                    <a:pt x="9984" y="14099"/>
                    <a:pt x="10170" y="14183"/>
                    <a:pt x="10056" y="14197"/>
                  </a:cubicBezTo>
                  <a:cubicBezTo>
                    <a:pt x="9927" y="14211"/>
                    <a:pt x="9941" y="14238"/>
                    <a:pt x="9898" y="14364"/>
                  </a:cubicBezTo>
                  <a:cubicBezTo>
                    <a:pt x="9870" y="14490"/>
                    <a:pt x="9870" y="14658"/>
                    <a:pt x="9913" y="14658"/>
                  </a:cubicBezTo>
                  <a:cubicBezTo>
                    <a:pt x="9956" y="14644"/>
                    <a:pt x="10199" y="14924"/>
                    <a:pt x="10227" y="15092"/>
                  </a:cubicBezTo>
                  <a:cubicBezTo>
                    <a:pt x="10256" y="15259"/>
                    <a:pt x="10356" y="15483"/>
                    <a:pt x="10385" y="15651"/>
                  </a:cubicBezTo>
                  <a:cubicBezTo>
                    <a:pt x="10399" y="15819"/>
                    <a:pt x="10628" y="15875"/>
                    <a:pt x="10728" y="15917"/>
                  </a:cubicBezTo>
                  <a:cubicBezTo>
                    <a:pt x="10814" y="15959"/>
                    <a:pt x="11028" y="16029"/>
                    <a:pt x="11043" y="16127"/>
                  </a:cubicBezTo>
                  <a:cubicBezTo>
                    <a:pt x="11071" y="16211"/>
                    <a:pt x="11171" y="16113"/>
                    <a:pt x="11143" y="16350"/>
                  </a:cubicBezTo>
                  <a:cubicBezTo>
                    <a:pt x="11129" y="16588"/>
                    <a:pt x="11043" y="16966"/>
                    <a:pt x="10957" y="17134"/>
                  </a:cubicBezTo>
                  <a:cubicBezTo>
                    <a:pt x="10871" y="17315"/>
                    <a:pt x="10871" y="17357"/>
                    <a:pt x="10800" y="17623"/>
                  </a:cubicBezTo>
                  <a:cubicBezTo>
                    <a:pt x="10728" y="17889"/>
                    <a:pt x="10757" y="17959"/>
                    <a:pt x="10714" y="18057"/>
                  </a:cubicBezTo>
                  <a:cubicBezTo>
                    <a:pt x="10671" y="18155"/>
                    <a:pt x="10571" y="18560"/>
                    <a:pt x="10442" y="18714"/>
                  </a:cubicBezTo>
                  <a:cubicBezTo>
                    <a:pt x="10299" y="18868"/>
                    <a:pt x="10170" y="18882"/>
                    <a:pt x="10156" y="19120"/>
                  </a:cubicBezTo>
                  <a:cubicBezTo>
                    <a:pt x="10127" y="19357"/>
                    <a:pt x="10027" y="19483"/>
                    <a:pt x="9984" y="19637"/>
                  </a:cubicBezTo>
                  <a:cubicBezTo>
                    <a:pt x="9941" y="19805"/>
                    <a:pt x="9841" y="20015"/>
                    <a:pt x="9856" y="20085"/>
                  </a:cubicBezTo>
                  <a:cubicBezTo>
                    <a:pt x="9856" y="20169"/>
                    <a:pt x="9970" y="20071"/>
                    <a:pt x="9970" y="20071"/>
                  </a:cubicBezTo>
                  <a:cubicBezTo>
                    <a:pt x="9970" y="20071"/>
                    <a:pt x="10113" y="19791"/>
                    <a:pt x="10156" y="19805"/>
                  </a:cubicBezTo>
                  <a:cubicBezTo>
                    <a:pt x="10199" y="19805"/>
                    <a:pt x="10185" y="19749"/>
                    <a:pt x="10185" y="19903"/>
                  </a:cubicBezTo>
                  <a:cubicBezTo>
                    <a:pt x="10185" y="20057"/>
                    <a:pt x="10056" y="20239"/>
                    <a:pt x="9970" y="20295"/>
                  </a:cubicBezTo>
                  <a:cubicBezTo>
                    <a:pt x="9898" y="20364"/>
                    <a:pt x="9898" y="20364"/>
                    <a:pt x="9755" y="20462"/>
                  </a:cubicBezTo>
                  <a:cubicBezTo>
                    <a:pt x="9612" y="20560"/>
                    <a:pt x="9612" y="20644"/>
                    <a:pt x="9612" y="20686"/>
                  </a:cubicBezTo>
                  <a:cubicBezTo>
                    <a:pt x="9612" y="20714"/>
                    <a:pt x="9727" y="20756"/>
                    <a:pt x="9670" y="20784"/>
                  </a:cubicBezTo>
                  <a:cubicBezTo>
                    <a:pt x="9612" y="20812"/>
                    <a:pt x="9641" y="20840"/>
                    <a:pt x="9584" y="20882"/>
                  </a:cubicBezTo>
                  <a:cubicBezTo>
                    <a:pt x="9541" y="20910"/>
                    <a:pt x="9441" y="20952"/>
                    <a:pt x="9484" y="21008"/>
                  </a:cubicBezTo>
                  <a:cubicBezTo>
                    <a:pt x="9527" y="21078"/>
                    <a:pt x="9426" y="21218"/>
                    <a:pt x="9441" y="21316"/>
                  </a:cubicBezTo>
                  <a:cubicBezTo>
                    <a:pt x="9441" y="21399"/>
                    <a:pt x="9527" y="21553"/>
                    <a:pt x="9527" y="21553"/>
                  </a:cubicBezTo>
                  <a:cubicBezTo>
                    <a:pt x="9527" y="21553"/>
                    <a:pt x="9641" y="21861"/>
                    <a:pt x="9698" y="21903"/>
                  </a:cubicBezTo>
                  <a:cubicBezTo>
                    <a:pt x="9755" y="21959"/>
                    <a:pt x="9884" y="21987"/>
                    <a:pt x="9870" y="22043"/>
                  </a:cubicBezTo>
                  <a:cubicBezTo>
                    <a:pt x="9856" y="22113"/>
                    <a:pt x="9984" y="22071"/>
                    <a:pt x="10113" y="22127"/>
                  </a:cubicBezTo>
                  <a:cubicBezTo>
                    <a:pt x="10242" y="22183"/>
                    <a:pt x="10156" y="22392"/>
                    <a:pt x="10399" y="22337"/>
                  </a:cubicBezTo>
                  <a:cubicBezTo>
                    <a:pt x="10642" y="22295"/>
                    <a:pt x="10857" y="22309"/>
                    <a:pt x="10857" y="22309"/>
                  </a:cubicBezTo>
                  <a:cubicBezTo>
                    <a:pt x="10857" y="22309"/>
                    <a:pt x="10885" y="22337"/>
                    <a:pt x="10971" y="22351"/>
                  </a:cubicBezTo>
                  <a:cubicBezTo>
                    <a:pt x="11057" y="22364"/>
                    <a:pt x="11300" y="22309"/>
                    <a:pt x="11300" y="22309"/>
                  </a:cubicBezTo>
                  <a:lnTo>
                    <a:pt x="11329" y="22267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16"/>
            <p:cNvSpPr/>
            <p:nvPr/>
          </p:nvSpPr>
          <p:spPr>
            <a:xfrm>
              <a:off x="2957513" y="1154113"/>
              <a:ext cx="1628772" cy="1438276"/>
            </a:xfrm>
            <a:custGeom>
              <a:avLst/>
              <a:gdLst/>
              <a:ahLst/>
              <a:cxnLst/>
              <a:rect l="l" t="t" r="r" b="b"/>
              <a:pathLst>
                <a:path w="7864" h="6944" extrusionOk="0">
                  <a:moveTo>
                    <a:pt x="958" y="1384"/>
                  </a:moveTo>
                  <a:cubicBezTo>
                    <a:pt x="887" y="1398"/>
                    <a:pt x="858" y="1537"/>
                    <a:pt x="887" y="1537"/>
                  </a:cubicBezTo>
                  <a:cubicBezTo>
                    <a:pt x="916" y="1551"/>
                    <a:pt x="1044" y="1481"/>
                    <a:pt x="1202" y="1537"/>
                  </a:cubicBezTo>
                  <a:cubicBezTo>
                    <a:pt x="1359" y="1607"/>
                    <a:pt x="1244" y="1705"/>
                    <a:pt x="1159" y="1719"/>
                  </a:cubicBezTo>
                  <a:cubicBezTo>
                    <a:pt x="1087" y="1747"/>
                    <a:pt x="1016" y="1691"/>
                    <a:pt x="801" y="1803"/>
                  </a:cubicBezTo>
                  <a:cubicBezTo>
                    <a:pt x="601" y="1915"/>
                    <a:pt x="501" y="2040"/>
                    <a:pt x="387" y="1998"/>
                  </a:cubicBezTo>
                  <a:cubicBezTo>
                    <a:pt x="286" y="1943"/>
                    <a:pt x="72" y="2012"/>
                    <a:pt x="43" y="2068"/>
                  </a:cubicBezTo>
                  <a:cubicBezTo>
                    <a:pt x="0" y="2124"/>
                    <a:pt x="158" y="2292"/>
                    <a:pt x="158" y="2292"/>
                  </a:cubicBezTo>
                  <a:cubicBezTo>
                    <a:pt x="344" y="2278"/>
                    <a:pt x="344" y="2278"/>
                    <a:pt x="344" y="2278"/>
                  </a:cubicBezTo>
                  <a:cubicBezTo>
                    <a:pt x="344" y="2278"/>
                    <a:pt x="530" y="2446"/>
                    <a:pt x="458" y="2487"/>
                  </a:cubicBezTo>
                  <a:cubicBezTo>
                    <a:pt x="401" y="2529"/>
                    <a:pt x="272" y="2501"/>
                    <a:pt x="429" y="2571"/>
                  </a:cubicBezTo>
                  <a:cubicBezTo>
                    <a:pt x="587" y="2641"/>
                    <a:pt x="415" y="2585"/>
                    <a:pt x="787" y="2613"/>
                  </a:cubicBezTo>
                  <a:cubicBezTo>
                    <a:pt x="1159" y="2641"/>
                    <a:pt x="1030" y="2613"/>
                    <a:pt x="1202" y="2641"/>
                  </a:cubicBezTo>
                  <a:cubicBezTo>
                    <a:pt x="1387" y="2655"/>
                    <a:pt x="1659" y="2837"/>
                    <a:pt x="1702" y="2851"/>
                  </a:cubicBezTo>
                  <a:cubicBezTo>
                    <a:pt x="1759" y="2851"/>
                    <a:pt x="1974" y="2865"/>
                    <a:pt x="1988" y="3032"/>
                  </a:cubicBezTo>
                  <a:cubicBezTo>
                    <a:pt x="2002" y="3200"/>
                    <a:pt x="2188" y="3675"/>
                    <a:pt x="2102" y="3787"/>
                  </a:cubicBezTo>
                  <a:cubicBezTo>
                    <a:pt x="2017" y="3899"/>
                    <a:pt x="2302" y="4010"/>
                    <a:pt x="2274" y="3954"/>
                  </a:cubicBezTo>
                  <a:cubicBezTo>
                    <a:pt x="2260" y="3913"/>
                    <a:pt x="2288" y="3745"/>
                    <a:pt x="2345" y="3773"/>
                  </a:cubicBezTo>
                  <a:cubicBezTo>
                    <a:pt x="2403" y="3801"/>
                    <a:pt x="2546" y="4206"/>
                    <a:pt x="2531" y="4234"/>
                  </a:cubicBezTo>
                  <a:cubicBezTo>
                    <a:pt x="2517" y="4262"/>
                    <a:pt x="2546" y="4262"/>
                    <a:pt x="2474" y="4374"/>
                  </a:cubicBezTo>
                  <a:cubicBezTo>
                    <a:pt x="2417" y="4485"/>
                    <a:pt x="2345" y="4597"/>
                    <a:pt x="2317" y="4597"/>
                  </a:cubicBezTo>
                  <a:cubicBezTo>
                    <a:pt x="2274" y="4597"/>
                    <a:pt x="2202" y="4625"/>
                    <a:pt x="2188" y="4667"/>
                  </a:cubicBezTo>
                  <a:cubicBezTo>
                    <a:pt x="2174" y="4695"/>
                    <a:pt x="2202" y="4737"/>
                    <a:pt x="2188" y="4849"/>
                  </a:cubicBezTo>
                  <a:cubicBezTo>
                    <a:pt x="2174" y="4960"/>
                    <a:pt x="2102" y="4974"/>
                    <a:pt x="2145" y="5086"/>
                  </a:cubicBezTo>
                  <a:cubicBezTo>
                    <a:pt x="2202" y="5198"/>
                    <a:pt x="2159" y="5198"/>
                    <a:pt x="2174" y="5296"/>
                  </a:cubicBezTo>
                  <a:cubicBezTo>
                    <a:pt x="2174" y="5394"/>
                    <a:pt x="2317" y="5575"/>
                    <a:pt x="2245" y="5603"/>
                  </a:cubicBezTo>
                  <a:cubicBezTo>
                    <a:pt x="2174" y="5617"/>
                    <a:pt x="2159" y="5729"/>
                    <a:pt x="2260" y="5659"/>
                  </a:cubicBezTo>
                  <a:cubicBezTo>
                    <a:pt x="2345" y="5603"/>
                    <a:pt x="2531" y="5519"/>
                    <a:pt x="2531" y="5519"/>
                  </a:cubicBezTo>
                  <a:cubicBezTo>
                    <a:pt x="2531" y="5519"/>
                    <a:pt x="2588" y="5547"/>
                    <a:pt x="2517" y="5575"/>
                  </a:cubicBezTo>
                  <a:cubicBezTo>
                    <a:pt x="2445" y="5589"/>
                    <a:pt x="2245" y="5813"/>
                    <a:pt x="2288" y="5883"/>
                  </a:cubicBezTo>
                  <a:cubicBezTo>
                    <a:pt x="2345" y="5952"/>
                    <a:pt x="2417" y="5980"/>
                    <a:pt x="2445" y="6092"/>
                  </a:cubicBezTo>
                  <a:cubicBezTo>
                    <a:pt x="2474" y="6218"/>
                    <a:pt x="2617" y="6204"/>
                    <a:pt x="2560" y="6344"/>
                  </a:cubicBezTo>
                  <a:cubicBezTo>
                    <a:pt x="2503" y="6497"/>
                    <a:pt x="2660" y="6539"/>
                    <a:pt x="2660" y="6623"/>
                  </a:cubicBezTo>
                  <a:cubicBezTo>
                    <a:pt x="2660" y="6707"/>
                    <a:pt x="2817" y="6553"/>
                    <a:pt x="2946" y="6679"/>
                  </a:cubicBezTo>
                  <a:cubicBezTo>
                    <a:pt x="3075" y="6805"/>
                    <a:pt x="2974" y="6833"/>
                    <a:pt x="3089" y="6889"/>
                  </a:cubicBezTo>
                  <a:cubicBezTo>
                    <a:pt x="3203" y="6944"/>
                    <a:pt x="3218" y="6903"/>
                    <a:pt x="3246" y="6875"/>
                  </a:cubicBezTo>
                  <a:cubicBezTo>
                    <a:pt x="3275" y="6847"/>
                    <a:pt x="3289" y="6637"/>
                    <a:pt x="3389" y="6483"/>
                  </a:cubicBezTo>
                  <a:cubicBezTo>
                    <a:pt x="3489" y="6330"/>
                    <a:pt x="3575" y="6330"/>
                    <a:pt x="3575" y="6232"/>
                  </a:cubicBezTo>
                  <a:cubicBezTo>
                    <a:pt x="3575" y="6134"/>
                    <a:pt x="3718" y="5952"/>
                    <a:pt x="3761" y="5883"/>
                  </a:cubicBezTo>
                  <a:cubicBezTo>
                    <a:pt x="3789" y="5827"/>
                    <a:pt x="3904" y="5757"/>
                    <a:pt x="3818" y="5701"/>
                  </a:cubicBezTo>
                  <a:cubicBezTo>
                    <a:pt x="3732" y="5645"/>
                    <a:pt x="3875" y="5589"/>
                    <a:pt x="4018" y="5491"/>
                  </a:cubicBezTo>
                  <a:cubicBezTo>
                    <a:pt x="4147" y="5394"/>
                    <a:pt x="4118" y="5282"/>
                    <a:pt x="4233" y="5254"/>
                  </a:cubicBezTo>
                  <a:cubicBezTo>
                    <a:pt x="4361" y="5226"/>
                    <a:pt x="4261" y="5170"/>
                    <a:pt x="4447" y="5114"/>
                  </a:cubicBezTo>
                  <a:cubicBezTo>
                    <a:pt x="4633" y="5044"/>
                    <a:pt x="4805" y="4905"/>
                    <a:pt x="4933" y="4821"/>
                  </a:cubicBezTo>
                  <a:cubicBezTo>
                    <a:pt x="5048" y="4737"/>
                    <a:pt x="5005" y="4695"/>
                    <a:pt x="5234" y="4639"/>
                  </a:cubicBezTo>
                  <a:cubicBezTo>
                    <a:pt x="5477" y="4583"/>
                    <a:pt x="6335" y="4164"/>
                    <a:pt x="6335" y="4164"/>
                  </a:cubicBezTo>
                  <a:cubicBezTo>
                    <a:pt x="6335" y="4164"/>
                    <a:pt x="6163" y="4136"/>
                    <a:pt x="6020" y="4122"/>
                  </a:cubicBezTo>
                  <a:cubicBezTo>
                    <a:pt x="5891" y="4122"/>
                    <a:pt x="5677" y="4094"/>
                    <a:pt x="5734" y="4052"/>
                  </a:cubicBezTo>
                  <a:cubicBezTo>
                    <a:pt x="5791" y="4010"/>
                    <a:pt x="5863" y="3885"/>
                    <a:pt x="5906" y="3871"/>
                  </a:cubicBezTo>
                  <a:cubicBezTo>
                    <a:pt x="5949" y="3857"/>
                    <a:pt x="6106" y="4010"/>
                    <a:pt x="6106" y="4010"/>
                  </a:cubicBezTo>
                  <a:cubicBezTo>
                    <a:pt x="6106" y="4010"/>
                    <a:pt x="6392" y="4066"/>
                    <a:pt x="6363" y="4038"/>
                  </a:cubicBezTo>
                  <a:cubicBezTo>
                    <a:pt x="6349" y="4010"/>
                    <a:pt x="6449" y="3968"/>
                    <a:pt x="6449" y="3927"/>
                  </a:cubicBezTo>
                  <a:cubicBezTo>
                    <a:pt x="6449" y="3885"/>
                    <a:pt x="6363" y="3773"/>
                    <a:pt x="6177" y="3689"/>
                  </a:cubicBezTo>
                  <a:cubicBezTo>
                    <a:pt x="6006" y="3605"/>
                    <a:pt x="6049" y="3647"/>
                    <a:pt x="5877" y="3563"/>
                  </a:cubicBezTo>
                  <a:cubicBezTo>
                    <a:pt x="5691" y="3465"/>
                    <a:pt x="5534" y="3452"/>
                    <a:pt x="5677" y="3424"/>
                  </a:cubicBezTo>
                  <a:cubicBezTo>
                    <a:pt x="5806" y="3382"/>
                    <a:pt x="6120" y="3354"/>
                    <a:pt x="6163" y="3298"/>
                  </a:cubicBezTo>
                  <a:cubicBezTo>
                    <a:pt x="6192" y="3242"/>
                    <a:pt x="6091" y="3172"/>
                    <a:pt x="6192" y="3242"/>
                  </a:cubicBezTo>
                  <a:cubicBezTo>
                    <a:pt x="6306" y="3312"/>
                    <a:pt x="6349" y="3312"/>
                    <a:pt x="6478" y="3326"/>
                  </a:cubicBezTo>
                  <a:cubicBezTo>
                    <a:pt x="6606" y="3340"/>
                    <a:pt x="6663" y="3368"/>
                    <a:pt x="6621" y="3298"/>
                  </a:cubicBezTo>
                  <a:cubicBezTo>
                    <a:pt x="6563" y="3228"/>
                    <a:pt x="6420" y="3340"/>
                    <a:pt x="6478" y="3144"/>
                  </a:cubicBezTo>
                  <a:cubicBezTo>
                    <a:pt x="6549" y="2949"/>
                    <a:pt x="6806" y="2879"/>
                    <a:pt x="6806" y="2879"/>
                  </a:cubicBezTo>
                  <a:cubicBezTo>
                    <a:pt x="6806" y="2879"/>
                    <a:pt x="6964" y="2949"/>
                    <a:pt x="6835" y="2767"/>
                  </a:cubicBezTo>
                  <a:cubicBezTo>
                    <a:pt x="6706" y="2599"/>
                    <a:pt x="6721" y="2613"/>
                    <a:pt x="6663" y="2557"/>
                  </a:cubicBezTo>
                  <a:cubicBezTo>
                    <a:pt x="6606" y="2515"/>
                    <a:pt x="6606" y="2515"/>
                    <a:pt x="6606" y="2515"/>
                  </a:cubicBezTo>
                  <a:cubicBezTo>
                    <a:pt x="6606" y="2515"/>
                    <a:pt x="7049" y="2446"/>
                    <a:pt x="7007" y="2404"/>
                  </a:cubicBezTo>
                  <a:cubicBezTo>
                    <a:pt x="6978" y="2348"/>
                    <a:pt x="6921" y="2264"/>
                    <a:pt x="6921" y="2264"/>
                  </a:cubicBezTo>
                  <a:cubicBezTo>
                    <a:pt x="6921" y="2264"/>
                    <a:pt x="6921" y="2250"/>
                    <a:pt x="6749" y="2166"/>
                  </a:cubicBezTo>
                  <a:cubicBezTo>
                    <a:pt x="6578" y="2082"/>
                    <a:pt x="6578" y="2152"/>
                    <a:pt x="6578" y="2082"/>
                  </a:cubicBezTo>
                  <a:cubicBezTo>
                    <a:pt x="6563" y="2012"/>
                    <a:pt x="6721" y="1915"/>
                    <a:pt x="6735" y="1859"/>
                  </a:cubicBezTo>
                  <a:cubicBezTo>
                    <a:pt x="6764" y="1803"/>
                    <a:pt x="6806" y="1761"/>
                    <a:pt x="6806" y="1733"/>
                  </a:cubicBezTo>
                  <a:cubicBezTo>
                    <a:pt x="6806" y="1705"/>
                    <a:pt x="6821" y="1621"/>
                    <a:pt x="6849" y="1607"/>
                  </a:cubicBezTo>
                  <a:cubicBezTo>
                    <a:pt x="6878" y="1593"/>
                    <a:pt x="6992" y="1565"/>
                    <a:pt x="7121" y="1454"/>
                  </a:cubicBezTo>
                  <a:cubicBezTo>
                    <a:pt x="7250" y="1328"/>
                    <a:pt x="7364" y="1160"/>
                    <a:pt x="7407" y="1160"/>
                  </a:cubicBezTo>
                  <a:cubicBezTo>
                    <a:pt x="7464" y="1160"/>
                    <a:pt x="7707" y="1048"/>
                    <a:pt x="7764" y="1020"/>
                  </a:cubicBezTo>
                  <a:cubicBezTo>
                    <a:pt x="7807" y="992"/>
                    <a:pt x="7864" y="895"/>
                    <a:pt x="7664" y="881"/>
                  </a:cubicBezTo>
                  <a:cubicBezTo>
                    <a:pt x="7450" y="853"/>
                    <a:pt x="7007" y="783"/>
                    <a:pt x="6949" y="853"/>
                  </a:cubicBezTo>
                  <a:cubicBezTo>
                    <a:pt x="6878" y="937"/>
                    <a:pt x="6735" y="1020"/>
                    <a:pt x="6692" y="1104"/>
                  </a:cubicBezTo>
                  <a:cubicBezTo>
                    <a:pt x="6649" y="1188"/>
                    <a:pt x="6406" y="1118"/>
                    <a:pt x="6320" y="1104"/>
                  </a:cubicBezTo>
                  <a:cubicBezTo>
                    <a:pt x="6234" y="1076"/>
                    <a:pt x="6663" y="965"/>
                    <a:pt x="6563" y="881"/>
                  </a:cubicBezTo>
                  <a:cubicBezTo>
                    <a:pt x="6463" y="783"/>
                    <a:pt x="6478" y="755"/>
                    <a:pt x="6277" y="839"/>
                  </a:cubicBezTo>
                  <a:cubicBezTo>
                    <a:pt x="6077" y="923"/>
                    <a:pt x="6091" y="992"/>
                    <a:pt x="5991" y="1006"/>
                  </a:cubicBezTo>
                  <a:cubicBezTo>
                    <a:pt x="5891" y="1020"/>
                    <a:pt x="5734" y="839"/>
                    <a:pt x="5949" y="741"/>
                  </a:cubicBezTo>
                  <a:cubicBezTo>
                    <a:pt x="6163" y="643"/>
                    <a:pt x="6706" y="727"/>
                    <a:pt x="6721" y="671"/>
                  </a:cubicBezTo>
                  <a:cubicBezTo>
                    <a:pt x="6749" y="615"/>
                    <a:pt x="6692" y="462"/>
                    <a:pt x="6549" y="420"/>
                  </a:cubicBezTo>
                  <a:cubicBezTo>
                    <a:pt x="6406" y="378"/>
                    <a:pt x="6134" y="280"/>
                    <a:pt x="6034" y="238"/>
                  </a:cubicBezTo>
                  <a:cubicBezTo>
                    <a:pt x="5949" y="182"/>
                    <a:pt x="5920" y="84"/>
                    <a:pt x="5920" y="84"/>
                  </a:cubicBezTo>
                  <a:cubicBezTo>
                    <a:pt x="5305" y="0"/>
                    <a:pt x="5305" y="0"/>
                    <a:pt x="5305" y="0"/>
                  </a:cubicBezTo>
                  <a:cubicBezTo>
                    <a:pt x="5305" y="0"/>
                    <a:pt x="4662" y="140"/>
                    <a:pt x="4590" y="154"/>
                  </a:cubicBezTo>
                  <a:cubicBezTo>
                    <a:pt x="4519" y="154"/>
                    <a:pt x="4533" y="210"/>
                    <a:pt x="4361" y="238"/>
                  </a:cubicBezTo>
                  <a:cubicBezTo>
                    <a:pt x="4190" y="280"/>
                    <a:pt x="4118" y="294"/>
                    <a:pt x="4118" y="294"/>
                  </a:cubicBezTo>
                  <a:cubicBezTo>
                    <a:pt x="4118" y="294"/>
                    <a:pt x="3918" y="252"/>
                    <a:pt x="3761" y="280"/>
                  </a:cubicBezTo>
                  <a:cubicBezTo>
                    <a:pt x="3604" y="308"/>
                    <a:pt x="3504" y="489"/>
                    <a:pt x="3504" y="489"/>
                  </a:cubicBezTo>
                  <a:cubicBezTo>
                    <a:pt x="3504" y="489"/>
                    <a:pt x="3575" y="531"/>
                    <a:pt x="3604" y="559"/>
                  </a:cubicBezTo>
                  <a:cubicBezTo>
                    <a:pt x="3647" y="587"/>
                    <a:pt x="3346" y="573"/>
                    <a:pt x="3160" y="559"/>
                  </a:cubicBezTo>
                  <a:cubicBezTo>
                    <a:pt x="2974" y="531"/>
                    <a:pt x="2974" y="601"/>
                    <a:pt x="2932" y="727"/>
                  </a:cubicBezTo>
                  <a:cubicBezTo>
                    <a:pt x="2874" y="839"/>
                    <a:pt x="2817" y="755"/>
                    <a:pt x="2746" y="657"/>
                  </a:cubicBezTo>
                  <a:cubicBezTo>
                    <a:pt x="2674" y="559"/>
                    <a:pt x="2603" y="587"/>
                    <a:pt x="2546" y="671"/>
                  </a:cubicBezTo>
                  <a:cubicBezTo>
                    <a:pt x="2488" y="755"/>
                    <a:pt x="2403" y="643"/>
                    <a:pt x="2188" y="713"/>
                  </a:cubicBezTo>
                  <a:cubicBezTo>
                    <a:pt x="1988" y="783"/>
                    <a:pt x="1802" y="853"/>
                    <a:pt x="1802" y="853"/>
                  </a:cubicBezTo>
                  <a:cubicBezTo>
                    <a:pt x="1802" y="853"/>
                    <a:pt x="2074" y="909"/>
                    <a:pt x="2017" y="951"/>
                  </a:cubicBezTo>
                  <a:cubicBezTo>
                    <a:pt x="1959" y="992"/>
                    <a:pt x="1588" y="1076"/>
                    <a:pt x="1588" y="1076"/>
                  </a:cubicBezTo>
                  <a:cubicBezTo>
                    <a:pt x="1588" y="1076"/>
                    <a:pt x="1316" y="1230"/>
                    <a:pt x="1273" y="1230"/>
                  </a:cubicBezTo>
                  <a:cubicBezTo>
                    <a:pt x="1216" y="1230"/>
                    <a:pt x="958" y="1384"/>
                    <a:pt x="958" y="1384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16"/>
            <p:cNvSpPr/>
            <p:nvPr/>
          </p:nvSpPr>
          <p:spPr>
            <a:xfrm>
              <a:off x="2366963" y="1208088"/>
              <a:ext cx="963612" cy="585789"/>
            </a:xfrm>
            <a:custGeom>
              <a:avLst/>
              <a:gdLst/>
              <a:ahLst/>
              <a:cxnLst/>
              <a:rect l="l" t="t" r="r" b="b"/>
              <a:pathLst>
                <a:path w="4648" h="2824" extrusionOk="0">
                  <a:moveTo>
                    <a:pt x="4248" y="616"/>
                  </a:moveTo>
                  <a:cubicBezTo>
                    <a:pt x="4005" y="672"/>
                    <a:pt x="3933" y="727"/>
                    <a:pt x="4076" y="741"/>
                  </a:cubicBezTo>
                  <a:cubicBezTo>
                    <a:pt x="4205" y="755"/>
                    <a:pt x="4334" y="699"/>
                    <a:pt x="3962" y="895"/>
                  </a:cubicBezTo>
                  <a:cubicBezTo>
                    <a:pt x="3604" y="1077"/>
                    <a:pt x="3461" y="1161"/>
                    <a:pt x="3318" y="1231"/>
                  </a:cubicBezTo>
                  <a:cubicBezTo>
                    <a:pt x="3175" y="1301"/>
                    <a:pt x="3190" y="1440"/>
                    <a:pt x="3018" y="1454"/>
                  </a:cubicBezTo>
                  <a:cubicBezTo>
                    <a:pt x="2861" y="1454"/>
                    <a:pt x="2875" y="1301"/>
                    <a:pt x="2818" y="1482"/>
                  </a:cubicBezTo>
                  <a:cubicBezTo>
                    <a:pt x="2761" y="1664"/>
                    <a:pt x="2761" y="1706"/>
                    <a:pt x="2746" y="1734"/>
                  </a:cubicBezTo>
                  <a:cubicBezTo>
                    <a:pt x="2732" y="1776"/>
                    <a:pt x="2575" y="1916"/>
                    <a:pt x="2417" y="1930"/>
                  </a:cubicBezTo>
                  <a:cubicBezTo>
                    <a:pt x="2274" y="1944"/>
                    <a:pt x="2346" y="1972"/>
                    <a:pt x="2289" y="2070"/>
                  </a:cubicBezTo>
                  <a:cubicBezTo>
                    <a:pt x="2232" y="2153"/>
                    <a:pt x="2532" y="2251"/>
                    <a:pt x="2317" y="2293"/>
                  </a:cubicBezTo>
                  <a:cubicBezTo>
                    <a:pt x="2103" y="2321"/>
                    <a:pt x="2074" y="2349"/>
                    <a:pt x="2046" y="2363"/>
                  </a:cubicBezTo>
                  <a:cubicBezTo>
                    <a:pt x="2003" y="2377"/>
                    <a:pt x="1931" y="2391"/>
                    <a:pt x="1817" y="2349"/>
                  </a:cubicBezTo>
                  <a:cubicBezTo>
                    <a:pt x="1702" y="2321"/>
                    <a:pt x="1702" y="2363"/>
                    <a:pt x="1502" y="2349"/>
                  </a:cubicBezTo>
                  <a:cubicBezTo>
                    <a:pt x="1302" y="2349"/>
                    <a:pt x="1230" y="2349"/>
                    <a:pt x="1145" y="2349"/>
                  </a:cubicBezTo>
                  <a:cubicBezTo>
                    <a:pt x="1059" y="2349"/>
                    <a:pt x="1202" y="2335"/>
                    <a:pt x="1059" y="2349"/>
                  </a:cubicBezTo>
                  <a:cubicBezTo>
                    <a:pt x="930" y="2349"/>
                    <a:pt x="844" y="2321"/>
                    <a:pt x="859" y="2377"/>
                  </a:cubicBezTo>
                  <a:cubicBezTo>
                    <a:pt x="873" y="2433"/>
                    <a:pt x="859" y="2461"/>
                    <a:pt x="887" y="2475"/>
                  </a:cubicBezTo>
                  <a:cubicBezTo>
                    <a:pt x="930" y="2489"/>
                    <a:pt x="1002" y="2461"/>
                    <a:pt x="1187" y="2475"/>
                  </a:cubicBezTo>
                  <a:cubicBezTo>
                    <a:pt x="1388" y="2489"/>
                    <a:pt x="1516" y="2545"/>
                    <a:pt x="1688" y="2545"/>
                  </a:cubicBezTo>
                  <a:cubicBezTo>
                    <a:pt x="1860" y="2531"/>
                    <a:pt x="1945" y="2503"/>
                    <a:pt x="2031" y="2545"/>
                  </a:cubicBezTo>
                  <a:cubicBezTo>
                    <a:pt x="2103" y="2587"/>
                    <a:pt x="2131" y="2727"/>
                    <a:pt x="2060" y="2727"/>
                  </a:cubicBezTo>
                  <a:cubicBezTo>
                    <a:pt x="1974" y="2741"/>
                    <a:pt x="1974" y="2810"/>
                    <a:pt x="1845" y="2810"/>
                  </a:cubicBezTo>
                  <a:cubicBezTo>
                    <a:pt x="1717" y="2810"/>
                    <a:pt x="1802" y="2824"/>
                    <a:pt x="1559" y="2797"/>
                  </a:cubicBezTo>
                  <a:cubicBezTo>
                    <a:pt x="1316" y="2769"/>
                    <a:pt x="1145" y="2810"/>
                    <a:pt x="959" y="2783"/>
                  </a:cubicBezTo>
                  <a:cubicBezTo>
                    <a:pt x="773" y="2741"/>
                    <a:pt x="615" y="2769"/>
                    <a:pt x="530" y="2699"/>
                  </a:cubicBezTo>
                  <a:cubicBezTo>
                    <a:pt x="444" y="2643"/>
                    <a:pt x="444" y="2615"/>
                    <a:pt x="415" y="2531"/>
                  </a:cubicBezTo>
                  <a:cubicBezTo>
                    <a:pt x="372" y="2433"/>
                    <a:pt x="487" y="2461"/>
                    <a:pt x="344" y="2377"/>
                  </a:cubicBezTo>
                  <a:cubicBezTo>
                    <a:pt x="186" y="2293"/>
                    <a:pt x="43" y="2237"/>
                    <a:pt x="43" y="2237"/>
                  </a:cubicBezTo>
                  <a:cubicBezTo>
                    <a:pt x="43" y="2237"/>
                    <a:pt x="0" y="2195"/>
                    <a:pt x="43" y="2139"/>
                  </a:cubicBezTo>
                  <a:cubicBezTo>
                    <a:pt x="86" y="2084"/>
                    <a:pt x="301" y="2125"/>
                    <a:pt x="301" y="2125"/>
                  </a:cubicBezTo>
                  <a:cubicBezTo>
                    <a:pt x="501" y="2209"/>
                    <a:pt x="501" y="2209"/>
                    <a:pt x="501" y="2209"/>
                  </a:cubicBezTo>
                  <a:cubicBezTo>
                    <a:pt x="501" y="2209"/>
                    <a:pt x="873" y="2265"/>
                    <a:pt x="901" y="2181"/>
                  </a:cubicBezTo>
                  <a:cubicBezTo>
                    <a:pt x="930" y="2084"/>
                    <a:pt x="1173" y="2209"/>
                    <a:pt x="1159" y="2111"/>
                  </a:cubicBezTo>
                  <a:cubicBezTo>
                    <a:pt x="1145" y="2014"/>
                    <a:pt x="987" y="1986"/>
                    <a:pt x="1102" y="1916"/>
                  </a:cubicBezTo>
                  <a:cubicBezTo>
                    <a:pt x="1230" y="1832"/>
                    <a:pt x="1345" y="1916"/>
                    <a:pt x="1345" y="1916"/>
                  </a:cubicBezTo>
                  <a:cubicBezTo>
                    <a:pt x="1345" y="1916"/>
                    <a:pt x="1373" y="1944"/>
                    <a:pt x="1402" y="1916"/>
                  </a:cubicBezTo>
                  <a:cubicBezTo>
                    <a:pt x="1431" y="1888"/>
                    <a:pt x="1416" y="1860"/>
                    <a:pt x="1345" y="1832"/>
                  </a:cubicBezTo>
                  <a:cubicBezTo>
                    <a:pt x="1288" y="1804"/>
                    <a:pt x="1159" y="1776"/>
                    <a:pt x="1159" y="1776"/>
                  </a:cubicBezTo>
                  <a:cubicBezTo>
                    <a:pt x="1159" y="1776"/>
                    <a:pt x="1416" y="1524"/>
                    <a:pt x="1474" y="1524"/>
                  </a:cubicBezTo>
                  <a:cubicBezTo>
                    <a:pt x="1516" y="1524"/>
                    <a:pt x="1802" y="1538"/>
                    <a:pt x="1659" y="1398"/>
                  </a:cubicBezTo>
                  <a:cubicBezTo>
                    <a:pt x="1502" y="1245"/>
                    <a:pt x="1531" y="1287"/>
                    <a:pt x="1431" y="1217"/>
                  </a:cubicBezTo>
                  <a:cubicBezTo>
                    <a:pt x="1345" y="1161"/>
                    <a:pt x="1431" y="1273"/>
                    <a:pt x="1245" y="1105"/>
                  </a:cubicBezTo>
                  <a:cubicBezTo>
                    <a:pt x="1059" y="951"/>
                    <a:pt x="1087" y="979"/>
                    <a:pt x="1059" y="825"/>
                  </a:cubicBezTo>
                  <a:cubicBezTo>
                    <a:pt x="1030" y="672"/>
                    <a:pt x="859" y="797"/>
                    <a:pt x="873" y="727"/>
                  </a:cubicBezTo>
                  <a:cubicBezTo>
                    <a:pt x="887" y="672"/>
                    <a:pt x="1002" y="574"/>
                    <a:pt x="1059" y="574"/>
                  </a:cubicBezTo>
                  <a:cubicBezTo>
                    <a:pt x="1116" y="574"/>
                    <a:pt x="1245" y="406"/>
                    <a:pt x="1402" y="462"/>
                  </a:cubicBezTo>
                  <a:cubicBezTo>
                    <a:pt x="1559" y="518"/>
                    <a:pt x="1559" y="560"/>
                    <a:pt x="1631" y="518"/>
                  </a:cubicBezTo>
                  <a:cubicBezTo>
                    <a:pt x="1688" y="462"/>
                    <a:pt x="1445" y="406"/>
                    <a:pt x="1617" y="350"/>
                  </a:cubicBezTo>
                  <a:cubicBezTo>
                    <a:pt x="1788" y="294"/>
                    <a:pt x="1845" y="434"/>
                    <a:pt x="1917" y="434"/>
                  </a:cubicBezTo>
                  <a:cubicBezTo>
                    <a:pt x="1988" y="434"/>
                    <a:pt x="2060" y="406"/>
                    <a:pt x="2046" y="308"/>
                  </a:cubicBezTo>
                  <a:cubicBezTo>
                    <a:pt x="2046" y="224"/>
                    <a:pt x="2160" y="168"/>
                    <a:pt x="2232" y="154"/>
                  </a:cubicBezTo>
                  <a:cubicBezTo>
                    <a:pt x="2317" y="140"/>
                    <a:pt x="2775" y="112"/>
                    <a:pt x="2775" y="112"/>
                  </a:cubicBezTo>
                  <a:cubicBezTo>
                    <a:pt x="2775" y="112"/>
                    <a:pt x="3047" y="0"/>
                    <a:pt x="3032" y="42"/>
                  </a:cubicBezTo>
                  <a:cubicBezTo>
                    <a:pt x="3004" y="84"/>
                    <a:pt x="3190" y="210"/>
                    <a:pt x="3190" y="210"/>
                  </a:cubicBezTo>
                  <a:cubicBezTo>
                    <a:pt x="3233" y="56"/>
                    <a:pt x="3233" y="56"/>
                    <a:pt x="3233" y="56"/>
                  </a:cubicBezTo>
                  <a:cubicBezTo>
                    <a:pt x="3233" y="56"/>
                    <a:pt x="4034" y="168"/>
                    <a:pt x="4062" y="168"/>
                  </a:cubicBezTo>
                  <a:cubicBezTo>
                    <a:pt x="4091" y="168"/>
                    <a:pt x="4648" y="336"/>
                    <a:pt x="4634" y="308"/>
                  </a:cubicBezTo>
                  <a:cubicBezTo>
                    <a:pt x="4620" y="280"/>
                    <a:pt x="4634" y="518"/>
                    <a:pt x="4548" y="532"/>
                  </a:cubicBezTo>
                  <a:cubicBezTo>
                    <a:pt x="4477" y="546"/>
                    <a:pt x="4248" y="616"/>
                    <a:pt x="4248" y="616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16"/>
            <p:cNvSpPr/>
            <p:nvPr/>
          </p:nvSpPr>
          <p:spPr>
            <a:xfrm>
              <a:off x="2408238" y="1370013"/>
              <a:ext cx="284164" cy="236538"/>
            </a:xfrm>
            <a:custGeom>
              <a:avLst/>
              <a:gdLst/>
              <a:ahLst/>
              <a:cxnLst/>
              <a:rect l="l" t="t" r="r" b="b"/>
              <a:pathLst>
                <a:path w="1368" h="1136" extrusionOk="0">
                  <a:moveTo>
                    <a:pt x="813" y="1024"/>
                  </a:moveTo>
                  <a:cubicBezTo>
                    <a:pt x="684" y="1136"/>
                    <a:pt x="684" y="1108"/>
                    <a:pt x="585" y="1052"/>
                  </a:cubicBezTo>
                  <a:cubicBezTo>
                    <a:pt x="485" y="1010"/>
                    <a:pt x="257" y="954"/>
                    <a:pt x="243" y="926"/>
                  </a:cubicBezTo>
                  <a:cubicBezTo>
                    <a:pt x="243" y="898"/>
                    <a:pt x="342" y="730"/>
                    <a:pt x="371" y="730"/>
                  </a:cubicBezTo>
                  <a:cubicBezTo>
                    <a:pt x="399" y="730"/>
                    <a:pt x="342" y="716"/>
                    <a:pt x="271" y="702"/>
                  </a:cubicBezTo>
                  <a:cubicBezTo>
                    <a:pt x="200" y="702"/>
                    <a:pt x="0" y="491"/>
                    <a:pt x="43" y="407"/>
                  </a:cubicBezTo>
                  <a:cubicBezTo>
                    <a:pt x="100" y="323"/>
                    <a:pt x="143" y="281"/>
                    <a:pt x="228" y="239"/>
                  </a:cubicBezTo>
                  <a:cubicBezTo>
                    <a:pt x="300" y="211"/>
                    <a:pt x="499" y="14"/>
                    <a:pt x="542" y="0"/>
                  </a:cubicBezTo>
                  <a:cubicBezTo>
                    <a:pt x="585" y="0"/>
                    <a:pt x="756" y="0"/>
                    <a:pt x="784" y="113"/>
                  </a:cubicBezTo>
                  <a:cubicBezTo>
                    <a:pt x="813" y="225"/>
                    <a:pt x="784" y="211"/>
                    <a:pt x="941" y="323"/>
                  </a:cubicBezTo>
                  <a:cubicBezTo>
                    <a:pt x="1083" y="435"/>
                    <a:pt x="1368" y="519"/>
                    <a:pt x="1340" y="575"/>
                  </a:cubicBezTo>
                  <a:cubicBezTo>
                    <a:pt x="1326" y="646"/>
                    <a:pt x="1155" y="702"/>
                    <a:pt x="1069" y="786"/>
                  </a:cubicBezTo>
                  <a:cubicBezTo>
                    <a:pt x="969" y="856"/>
                    <a:pt x="813" y="1024"/>
                    <a:pt x="813" y="1024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16"/>
            <p:cNvSpPr/>
            <p:nvPr/>
          </p:nvSpPr>
          <p:spPr>
            <a:xfrm>
              <a:off x="2330451" y="1543050"/>
              <a:ext cx="139699" cy="73024"/>
            </a:xfrm>
            <a:custGeom>
              <a:avLst/>
              <a:gdLst/>
              <a:ahLst/>
              <a:cxnLst/>
              <a:rect l="l" t="t" r="r" b="b"/>
              <a:pathLst>
                <a:path w="1344" h="704" extrusionOk="0">
                  <a:moveTo>
                    <a:pt x="830" y="596"/>
                  </a:moveTo>
                  <a:cubicBezTo>
                    <a:pt x="715" y="596"/>
                    <a:pt x="458" y="704"/>
                    <a:pt x="344" y="596"/>
                  </a:cubicBezTo>
                  <a:cubicBezTo>
                    <a:pt x="229" y="461"/>
                    <a:pt x="0" y="136"/>
                    <a:pt x="143" y="82"/>
                  </a:cubicBezTo>
                  <a:cubicBezTo>
                    <a:pt x="258" y="28"/>
                    <a:pt x="229" y="0"/>
                    <a:pt x="801" y="217"/>
                  </a:cubicBezTo>
                  <a:cubicBezTo>
                    <a:pt x="1344" y="434"/>
                    <a:pt x="830" y="596"/>
                    <a:pt x="830" y="596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16"/>
            <p:cNvSpPr/>
            <p:nvPr/>
          </p:nvSpPr>
          <p:spPr>
            <a:xfrm>
              <a:off x="2132013" y="1509713"/>
              <a:ext cx="201612" cy="106363"/>
            </a:xfrm>
            <a:custGeom>
              <a:avLst/>
              <a:gdLst/>
              <a:ahLst/>
              <a:cxnLst/>
              <a:rect l="l" t="t" r="r" b="b"/>
              <a:pathLst>
                <a:path w="1952" h="1024" extrusionOk="0">
                  <a:moveTo>
                    <a:pt x="1120" y="941"/>
                  </a:moveTo>
                  <a:cubicBezTo>
                    <a:pt x="862" y="914"/>
                    <a:pt x="776" y="803"/>
                    <a:pt x="603" y="692"/>
                  </a:cubicBezTo>
                  <a:cubicBezTo>
                    <a:pt x="431" y="609"/>
                    <a:pt x="488" y="1024"/>
                    <a:pt x="230" y="692"/>
                  </a:cubicBezTo>
                  <a:cubicBezTo>
                    <a:pt x="0" y="333"/>
                    <a:pt x="374" y="526"/>
                    <a:pt x="460" y="499"/>
                  </a:cubicBezTo>
                  <a:cubicBezTo>
                    <a:pt x="575" y="443"/>
                    <a:pt x="374" y="333"/>
                    <a:pt x="316" y="277"/>
                  </a:cubicBezTo>
                  <a:cubicBezTo>
                    <a:pt x="259" y="250"/>
                    <a:pt x="316" y="0"/>
                    <a:pt x="431" y="0"/>
                  </a:cubicBezTo>
                  <a:cubicBezTo>
                    <a:pt x="546" y="0"/>
                    <a:pt x="1034" y="139"/>
                    <a:pt x="1321" y="388"/>
                  </a:cubicBezTo>
                  <a:cubicBezTo>
                    <a:pt x="1608" y="609"/>
                    <a:pt x="1952" y="803"/>
                    <a:pt x="1838" y="831"/>
                  </a:cubicBezTo>
                  <a:cubicBezTo>
                    <a:pt x="1723" y="858"/>
                    <a:pt x="1120" y="941"/>
                    <a:pt x="1120" y="941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16"/>
            <p:cNvSpPr/>
            <p:nvPr/>
          </p:nvSpPr>
          <p:spPr>
            <a:xfrm>
              <a:off x="1724026" y="1833563"/>
              <a:ext cx="454029" cy="287337"/>
            </a:xfrm>
            <a:custGeom>
              <a:avLst/>
              <a:gdLst/>
              <a:ahLst/>
              <a:cxnLst/>
              <a:rect l="l" t="t" r="r" b="b"/>
              <a:pathLst>
                <a:path w="4384" h="2784" extrusionOk="0">
                  <a:moveTo>
                    <a:pt x="4384" y="1913"/>
                  </a:moveTo>
                  <a:cubicBezTo>
                    <a:pt x="4155" y="1800"/>
                    <a:pt x="4270" y="1688"/>
                    <a:pt x="3897" y="1519"/>
                  </a:cubicBezTo>
                  <a:cubicBezTo>
                    <a:pt x="3525" y="1378"/>
                    <a:pt x="3525" y="1575"/>
                    <a:pt x="3525" y="1210"/>
                  </a:cubicBezTo>
                  <a:cubicBezTo>
                    <a:pt x="3525" y="844"/>
                    <a:pt x="3639" y="816"/>
                    <a:pt x="3668" y="647"/>
                  </a:cubicBezTo>
                  <a:cubicBezTo>
                    <a:pt x="3725" y="507"/>
                    <a:pt x="3811" y="0"/>
                    <a:pt x="3811" y="0"/>
                  </a:cubicBezTo>
                  <a:cubicBezTo>
                    <a:pt x="3811" y="0"/>
                    <a:pt x="3582" y="29"/>
                    <a:pt x="3296" y="0"/>
                  </a:cubicBezTo>
                  <a:cubicBezTo>
                    <a:pt x="2980" y="0"/>
                    <a:pt x="3038" y="225"/>
                    <a:pt x="3038" y="254"/>
                  </a:cubicBezTo>
                  <a:cubicBezTo>
                    <a:pt x="3066" y="282"/>
                    <a:pt x="2837" y="563"/>
                    <a:pt x="2837" y="563"/>
                  </a:cubicBezTo>
                  <a:cubicBezTo>
                    <a:pt x="2665" y="985"/>
                    <a:pt x="2665" y="985"/>
                    <a:pt x="2665" y="985"/>
                  </a:cubicBezTo>
                  <a:cubicBezTo>
                    <a:pt x="2551" y="844"/>
                    <a:pt x="2551" y="619"/>
                    <a:pt x="2551" y="619"/>
                  </a:cubicBezTo>
                  <a:cubicBezTo>
                    <a:pt x="2551" y="619"/>
                    <a:pt x="2493" y="535"/>
                    <a:pt x="2436" y="507"/>
                  </a:cubicBezTo>
                  <a:cubicBezTo>
                    <a:pt x="2379" y="507"/>
                    <a:pt x="2121" y="591"/>
                    <a:pt x="2121" y="591"/>
                  </a:cubicBezTo>
                  <a:cubicBezTo>
                    <a:pt x="2121" y="591"/>
                    <a:pt x="2006" y="591"/>
                    <a:pt x="1949" y="507"/>
                  </a:cubicBezTo>
                  <a:cubicBezTo>
                    <a:pt x="1892" y="450"/>
                    <a:pt x="2006" y="507"/>
                    <a:pt x="1892" y="450"/>
                  </a:cubicBezTo>
                  <a:cubicBezTo>
                    <a:pt x="1748" y="394"/>
                    <a:pt x="1777" y="310"/>
                    <a:pt x="1634" y="422"/>
                  </a:cubicBezTo>
                  <a:cubicBezTo>
                    <a:pt x="1490" y="535"/>
                    <a:pt x="1404" y="732"/>
                    <a:pt x="1290" y="535"/>
                  </a:cubicBezTo>
                  <a:cubicBezTo>
                    <a:pt x="1175" y="338"/>
                    <a:pt x="1319" y="169"/>
                    <a:pt x="1233" y="169"/>
                  </a:cubicBezTo>
                  <a:cubicBezTo>
                    <a:pt x="1147" y="197"/>
                    <a:pt x="1261" y="282"/>
                    <a:pt x="1003" y="338"/>
                  </a:cubicBezTo>
                  <a:cubicBezTo>
                    <a:pt x="717" y="394"/>
                    <a:pt x="688" y="394"/>
                    <a:pt x="545" y="535"/>
                  </a:cubicBezTo>
                  <a:cubicBezTo>
                    <a:pt x="402" y="647"/>
                    <a:pt x="0" y="985"/>
                    <a:pt x="0" y="1041"/>
                  </a:cubicBezTo>
                  <a:cubicBezTo>
                    <a:pt x="0" y="1097"/>
                    <a:pt x="258" y="1210"/>
                    <a:pt x="201" y="1266"/>
                  </a:cubicBezTo>
                  <a:cubicBezTo>
                    <a:pt x="144" y="1350"/>
                    <a:pt x="86" y="1575"/>
                    <a:pt x="86" y="1575"/>
                  </a:cubicBezTo>
                  <a:cubicBezTo>
                    <a:pt x="86" y="1575"/>
                    <a:pt x="344" y="1688"/>
                    <a:pt x="402" y="1688"/>
                  </a:cubicBezTo>
                  <a:cubicBezTo>
                    <a:pt x="459" y="1716"/>
                    <a:pt x="29" y="2025"/>
                    <a:pt x="86" y="2025"/>
                  </a:cubicBezTo>
                  <a:cubicBezTo>
                    <a:pt x="172" y="2053"/>
                    <a:pt x="545" y="2335"/>
                    <a:pt x="545" y="2335"/>
                  </a:cubicBezTo>
                  <a:cubicBezTo>
                    <a:pt x="545" y="2335"/>
                    <a:pt x="831" y="2306"/>
                    <a:pt x="1003" y="2419"/>
                  </a:cubicBezTo>
                  <a:cubicBezTo>
                    <a:pt x="1147" y="2531"/>
                    <a:pt x="1319" y="2784"/>
                    <a:pt x="1548" y="2616"/>
                  </a:cubicBezTo>
                  <a:cubicBezTo>
                    <a:pt x="1806" y="2475"/>
                    <a:pt x="1777" y="2447"/>
                    <a:pt x="2092" y="2363"/>
                  </a:cubicBezTo>
                  <a:cubicBezTo>
                    <a:pt x="2407" y="2278"/>
                    <a:pt x="2579" y="2447"/>
                    <a:pt x="2723" y="2363"/>
                  </a:cubicBezTo>
                  <a:cubicBezTo>
                    <a:pt x="2894" y="2278"/>
                    <a:pt x="3238" y="2335"/>
                    <a:pt x="3238" y="2335"/>
                  </a:cubicBezTo>
                  <a:cubicBezTo>
                    <a:pt x="3238" y="2335"/>
                    <a:pt x="3267" y="2559"/>
                    <a:pt x="3783" y="2475"/>
                  </a:cubicBezTo>
                  <a:cubicBezTo>
                    <a:pt x="4299" y="2391"/>
                    <a:pt x="4155" y="2250"/>
                    <a:pt x="3983" y="2250"/>
                  </a:cubicBezTo>
                  <a:cubicBezTo>
                    <a:pt x="3811" y="2250"/>
                    <a:pt x="3582" y="2110"/>
                    <a:pt x="3668" y="2110"/>
                  </a:cubicBezTo>
                  <a:cubicBezTo>
                    <a:pt x="3754" y="2110"/>
                    <a:pt x="4384" y="1913"/>
                    <a:pt x="4384" y="1913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16"/>
            <p:cNvSpPr/>
            <p:nvPr/>
          </p:nvSpPr>
          <p:spPr>
            <a:xfrm>
              <a:off x="1533526" y="1778000"/>
              <a:ext cx="293685" cy="204790"/>
            </a:xfrm>
            <a:custGeom>
              <a:avLst/>
              <a:gdLst/>
              <a:ahLst/>
              <a:cxnLst/>
              <a:rect l="l" t="t" r="r" b="b"/>
              <a:pathLst>
                <a:path w="2832" h="1968" extrusionOk="0">
                  <a:moveTo>
                    <a:pt x="944" y="1828"/>
                  </a:moveTo>
                  <a:cubicBezTo>
                    <a:pt x="801" y="1968"/>
                    <a:pt x="573" y="1828"/>
                    <a:pt x="458" y="1744"/>
                  </a:cubicBezTo>
                  <a:cubicBezTo>
                    <a:pt x="344" y="1631"/>
                    <a:pt x="315" y="1519"/>
                    <a:pt x="143" y="1462"/>
                  </a:cubicBezTo>
                  <a:cubicBezTo>
                    <a:pt x="0" y="1378"/>
                    <a:pt x="115" y="1181"/>
                    <a:pt x="201" y="1125"/>
                  </a:cubicBezTo>
                  <a:cubicBezTo>
                    <a:pt x="287" y="1097"/>
                    <a:pt x="458" y="928"/>
                    <a:pt x="458" y="928"/>
                  </a:cubicBezTo>
                  <a:cubicBezTo>
                    <a:pt x="458" y="928"/>
                    <a:pt x="716" y="507"/>
                    <a:pt x="658" y="450"/>
                  </a:cubicBezTo>
                  <a:cubicBezTo>
                    <a:pt x="573" y="394"/>
                    <a:pt x="544" y="253"/>
                    <a:pt x="601" y="169"/>
                  </a:cubicBezTo>
                  <a:cubicBezTo>
                    <a:pt x="658" y="113"/>
                    <a:pt x="1173" y="0"/>
                    <a:pt x="1288" y="85"/>
                  </a:cubicBezTo>
                  <a:cubicBezTo>
                    <a:pt x="1402" y="169"/>
                    <a:pt x="1831" y="282"/>
                    <a:pt x="1888" y="169"/>
                  </a:cubicBezTo>
                  <a:cubicBezTo>
                    <a:pt x="1946" y="57"/>
                    <a:pt x="2203" y="113"/>
                    <a:pt x="2346" y="169"/>
                  </a:cubicBezTo>
                  <a:cubicBezTo>
                    <a:pt x="2461" y="225"/>
                    <a:pt x="2832" y="366"/>
                    <a:pt x="2747" y="422"/>
                  </a:cubicBezTo>
                  <a:cubicBezTo>
                    <a:pt x="2661" y="507"/>
                    <a:pt x="2489" y="900"/>
                    <a:pt x="2203" y="984"/>
                  </a:cubicBezTo>
                  <a:cubicBezTo>
                    <a:pt x="1946" y="1041"/>
                    <a:pt x="1860" y="1097"/>
                    <a:pt x="1745" y="1209"/>
                  </a:cubicBezTo>
                  <a:cubicBezTo>
                    <a:pt x="1660" y="1322"/>
                    <a:pt x="944" y="1828"/>
                    <a:pt x="944" y="1828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16"/>
            <p:cNvSpPr/>
            <p:nvPr/>
          </p:nvSpPr>
          <p:spPr>
            <a:xfrm>
              <a:off x="1885951" y="1581150"/>
              <a:ext cx="173039" cy="69849"/>
            </a:xfrm>
            <a:custGeom>
              <a:avLst/>
              <a:gdLst/>
              <a:ahLst/>
              <a:cxnLst/>
              <a:rect l="l" t="t" r="r" b="b"/>
              <a:pathLst>
                <a:path w="1664" h="672" extrusionOk="0">
                  <a:moveTo>
                    <a:pt x="115" y="84"/>
                  </a:moveTo>
                  <a:cubicBezTo>
                    <a:pt x="230" y="0"/>
                    <a:pt x="316" y="56"/>
                    <a:pt x="460" y="168"/>
                  </a:cubicBezTo>
                  <a:cubicBezTo>
                    <a:pt x="603" y="308"/>
                    <a:pt x="1091" y="84"/>
                    <a:pt x="1263" y="168"/>
                  </a:cubicBezTo>
                  <a:cubicBezTo>
                    <a:pt x="1406" y="280"/>
                    <a:pt x="1664" y="224"/>
                    <a:pt x="1435" y="392"/>
                  </a:cubicBezTo>
                  <a:cubicBezTo>
                    <a:pt x="1177" y="588"/>
                    <a:pt x="1263" y="672"/>
                    <a:pt x="1062" y="616"/>
                  </a:cubicBezTo>
                  <a:cubicBezTo>
                    <a:pt x="832" y="532"/>
                    <a:pt x="660" y="532"/>
                    <a:pt x="431" y="448"/>
                  </a:cubicBezTo>
                  <a:cubicBezTo>
                    <a:pt x="201" y="336"/>
                    <a:pt x="0" y="336"/>
                    <a:pt x="0" y="336"/>
                  </a:cubicBezTo>
                  <a:lnTo>
                    <a:pt x="115" y="8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16"/>
            <p:cNvSpPr/>
            <p:nvPr/>
          </p:nvSpPr>
          <p:spPr>
            <a:xfrm>
              <a:off x="1957388" y="1535113"/>
              <a:ext cx="95249" cy="65088"/>
            </a:xfrm>
            <a:custGeom>
              <a:avLst/>
              <a:gdLst/>
              <a:ahLst/>
              <a:cxnLst/>
              <a:rect l="l" t="t" r="r" b="b"/>
              <a:pathLst>
                <a:path w="912" h="624" extrusionOk="0">
                  <a:moveTo>
                    <a:pt x="57" y="511"/>
                  </a:moveTo>
                  <a:cubicBezTo>
                    <a:pt x="200" y="483"/>
                    <a:pt x="627" y="624"/>
                    <a:pt x="770" y="454"/>
                  </a:cubicBezTo>
                  <a:cubicBezTo>
                    <a:pt x="912" y="256"/>
                    <a:pt x="542" y="0"/>
                    <a:pt x="371" y="86"/>
                  </a:cubicBezTo>
                  <a:cubicBezTo>
                    <a:pt x="228" y="142"/>
                    <a:pt x="0" y="256"/>
                    <a:pt x="0" y="256"/>
                  </a:cubicBezTo>
                  <a:lnTo>
                    <a:pt x="57" y="511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16"/>
            <p:cNvSpPr/>
            <p:nvPr/>
          </p:nvSpPr>
          <p:spPr>
            <a:xfrm>
              <a:off x="1785938" y="1665288"/>
              <a:ext cx="338134" cy="136523"/>
            </a:xfrm>
            <a:custGeom>
              <a:avLst/>
              <a:gdLst/>
              <a:ahLst/>
              <a:cxnLst/>
              <a:rect l="l" t="t" r="r" b="b"/>
              <a:pathLst>
                <a:path w="3264" h="1312" extrusionOk="0">
                  <a:moveTo>
                    <a:pt x="2148" y="475"/>
                  </a:moveTo>
                  <a:cubicBezTo>
                    <a:pt x="1976" y="503"/>
                    <a:pt x="1862" y="726"/>
                    <a:pt x="1718" y="475"/>
                  </a:cubicBezTo>
                  <a:cubicBezTo>
                    <a:pt x="1575" y="224"/>
                    <a:pt x="1203" y="168"/>
                    <a:pt x="1088" y="224"/>
                  </a:cubicBezTo>
                  <a:cubicBezTo>
                    <a:pt x="945" y="280"/>
                    <a:pt x="373" y="224"/>
                    <a:pt x="401" y="335"/>
                  </a:cubicBezTo>
                  <a:cubicBezTo>
                    <a:pt x="401" y="475"/>
                    <a:pt x="258" y="670"/>
                    <a:pt x="144" y="670"/>
                  </a:cubicBezTo>
                  <a:cubicBezTo>
                    <a:pt x="0" y="698"/>
                    <a:pt x="86" y="754"/>
                    <a:pt x="144" y="782"/>
                  </a:cubicBezTo>
                  <a:cubicBezTo>
                    <a:pt x="230" y="810"/>
                    <a:pt x="315" y="670"/>
                    <a:pt x="745" y="754"/>
                  </a:cubicBezTo>
                  <a:cubicBezTo>
                    <a:pt x="1174" y="866"/>
                    <a:pt x="1289" y="866"/>
                    <a:pt x="1232" y="922"/>
                  </a:cubicBezTo>
                  <a:cubicBezTo>
                    <a:pt x="1174" y="1005"/>
                    <a:pt x="888" y="977"/>
                    <a:pt x="974" y="1033"/>
                  </a:cubicBezTo>
                  <a:cubicBezTo>
                    <a:pt x="1060" y="1089"/>
                    <a:pt x="1174" y="1312"/>
                    <a:pt x="1403" y="1173"/>
                  </a:cubicBezTo>
                  <a:cubicBezTo>
                    <a:pt x="1661" y="1033"/>
                    <a:pt x="1690" y="977"/>
                    <a:pt x="1919" y="977"/>
                  </a:cubicBezTo>
                  <a:cubicBezTo>
                    <a:pt x="2148" y="977"/>
                    <a:pt x="2091" y="1117"/>
                    <a:pt x="2577" y="977"/>
                  </a:cubicBezTo>
                  <a:cubicBezTo>
                    <a:pt x="3064" y="866"/>
                    <a:pt x="3093" y="754"/>
                    <a:pt x="3093" y="754"/>
                  </a:cubicBezTo>
                  <a:cubicBezTo>
                    <a:pt x="3093" y="754"/>
                    <a:pt x="3264" y="615"/>
                    <a:pt x="3207" y="531"/>
                  </a:cubicBezTo>
                  <a:cubicBezTo>
                    <a:pt x="3150" y="447"/>
                    <a:pt x="3093" y="391"/>
                    <a:pt x="3035" y="391"/>
                  </a:cubicBezTo>
                  <a:cubicBezTo>
                    <a:pt x="2978" y="391"/>
                    <a:pt x="2950" y="475"/>
                    <a:pt x="2806" y="391"/>
                  </a:cubicBezTo>
                  <a:cubicBezTo>
                    <a:pt x="2663" y="280"/>
                    <a:pt x="2720" y="391"/>
                    <a:pt x="2635" y="196"/>
                  </a:cubicBezTo>
                  <a:cubicBezTo>
                    <a:pt x="2549" y="0"/>
                    <a:pt x="2606" y="0"/>
                    <a:pt x="2463" y="0"/>
                  </a:cubicBezTo>
                  <a:cubicBezTo>
                    <a:pt x="2291" y="0"/>
                    <a:pt x="1776" y="56"/>
                    <a:pt x="1976" y="112"/>
                  </a:cubicBezTo>
                  <a:cubicBezTo>
                    <a:pt x="2176" y="196"/>
                    <a:pt x="2148" y="475"/>
                    <a:pt x="2148" y="475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16"/>
            <p:cNvSpPr/>
            <p:nvPr/>
          </p:nvSpPr>
          <p:spPr>
            <a:xfrm>
              <a:off x="2174876" y="1801813"/>
              <a:ext cx="174623" cy="174623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139" y="560"/>
                  </a:moveTo>
                  <a:cubicBezTo>
                    <a:pt x="912" y="532"/>
                    <a:pt x="1680" y="252"/>
                    <a:pt x="1453" y="252"/>
                  </a:cubicBezTo>
                  <a:cubicBezTo>
                    <a:pt x="1225" y="252"/>
                    <a:pt x="1054" y="0"/>
                    <a:pt x="912" y="112"/>
                  </a:cubicBezTo>
                  <a:cubicBezTo>
                    <a:pt x="769" y="224"/>
                    <a:pt x="314" y="280"/>
                    <a:pt x="314" y="280"/>
                  </a:cubicBezTo>
                  <a:cubicBezTo>
                    <a:pt x="314" y="588"/>
                    <a:pt x="314" y="588"/>
                    <a:pt x="314" y="588"/>
                  </a:cubicBezTo>
                  <a:cubicBezTo>
                    <a:pt x="0" y="728"/>
                    <a:pt x="0" y="728"/>
                    <a:pt x="0" y="728"/>
                  </a:cubicBezTo>
                  <a:cubicBezTo>
                    <a:pt x="0" y="728"/>
                    <a:pt x="0" y="1008"/>
                    <a:pt x="114" y="1120"/>
                  </a:cubicBezTo>
                  <a:cubicBezTo>
                    <a:pt x="257" y="1204"/>
                    <a:pt x="570" y="1288"/>
                    <a:pt x="456" y="1400"/>
                  </a:cubicBezTo>
                  <a:cubicBezTo>
                    <a:pt x="342" y="1484"/>
                    <a:pt x="712" y="1652"/>
                    <a:pt x="627" y="1652"/>
                  </a:cubicBezTo>
                  <a:cubicBezTo>
                    <a:pt x="541" y="1680"/>
                    <a:pt x="741" y="1540"/>
                    <a:pt x="969" y="1456"/>
                  </a:cubicBezTo>
                  <a:cubicBezTo>
                    <a:pt x="1168" y="1400"/>
                    <a:pt x="1282" y="1344"/>
                    <a:pt x="1253" y="1372"/>
                  </a:cubicBezTo>
                  <a:cubicBezTo>
                    <a:pt x="1253" y="1400"/>
                    <a:pt x="1282" y="1260"/>
                    <a:pt x="1310" y="1176"/>
                  </a:cubicBezTo>
                  <a:cubicBezTo>
                    <a:pt x="1339" y="1064"/>
                    <a:pt x="1339" y="868"/>
                    <a:pt x="1339" y="868"/>
                  </a:cubicBezTo>
                  <a:cubicBezTo>
                    <a:pt x="1339" y="868"/>
                    <a:pt x="1424" y="588"/>
                    <a:pt x="1139" y="560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16"/>
            <p:cNvSpPr/>
            <p:nvPr/>
          </p:nvSpPr>
          <p:spPr>
            <a:xfrm>
              <a:off x="2147888" y="1660525"/>
              <a:ext cx="282574" cy="136523"/>
            </a:xfrm>
            <a:custGeom>
              <a:avLst/>
              <a:gdLst/>
              <a:ahLst/>
              <a:cxnLst/>
              <a:rect l="l" t="t" r="r" b="b"/>
              <a:pathLst>
                <a:path w="2720" h="1312" extrusionOk="0">
                  <a:moveTo>
                    <a:pt x="602" y="391"/>
                  </a:moveTo>
                  <a:cubicBezTo>
                    <a:pt x="430" y="224"/>
                    <a:pt x="287" y="84"/>
                    <a:pt x="172" y="112"/>
                  </a:cubicBezTo>
                  <a:cubicBezTo>
                    <a:pt x="86" y="112"/>
                    <a:pt x="258" y="335"/>
                    <a:pt x="201" y="447"/>
                  </a:cubicBezTo>
                  <a:cubicBezTo>
                    <a:pt x="172" y="531"/>
                    <a:pt x="287" y="726"/>
                    <a:pt x="144" y="754"/>
                  </a:cubicBezTo>
                  <a:cubicBezTo>
                    <a:pt x="0" y="810"/>
                    <a:pt x="144" y="754"/>
                    <a:pt x="344" y="950"/>
                  </a:cubicBezTo>
                  <a:cubicBezTo>
                    <a:pt x="516" y="1145"/>
                    <a:pt x="144" y="1312"/>
                    <a:pt x="544" y="1229"/>
                  </a:cubicBezTo>
                  <a:cubicBezTo>
                    <a:pt x="917" y="1145"/>
                    <a:pt x="1318" y="1201"/>
                    <a:pt x="1690" y="1173"/>
                  </a:cubicBezTo>
                  <a:cubicBezTo>
                    <a:pt x="2033" y="1145"/>
                    <a:pt x="2348" y="1117"/>
                    <a:pt x="2348" y="1117"/>
                  </a:cubicBezTo>
                  <a:cubicBezTo>
                    <a:pt x="2720" y="977"/>
                    <a:pt x="2720" y="977"/>
                    <a:pt x="2720" y="977"/>
                  </a:cubicBezTo>
                  <a:cubicBezTo>
                    <a:pt x="2720" y="977"/>
                    <a:pt x="2549" y="559"/>
                    <a:pt x="2463" y="503"/>
                  </a:cubicBezTo>
                  <a:cubicBezTo>
                    <a:pt x="2377" y="447"/>
                    <a:pt x="2148" y="643"/>
                    <a:pt x="2148" y="643"/>
                  </a:cubicBezTo>
                  <a:cubicBezTo>
                    <a:pt x="2148" y="643"/>
                    <a:pt x="1833" y="391"/>
                    <a:pt x="1833" y="335"/>
                  </a:cubicBezTo>
                  <a:cubicBezTo>
                    <a:pt x="1833" y="252"/>
                    <a:pt x="1862" y="112"/>
                    <a:pt x="1747" y="56"/>
                  </a:cubicBezTo>
                  <a:cubicBezTo>
                    <a:pt x="1632" y="28"/>
                    <a:pt x="1346" y="56"/>
                    <a:pt x="1146" y="56"/>
                  </a:cubicBezTo>
                  <a:cubicBezTo>
                    <a:pt x="974" y="56"/>
                    <a:pt x="745" y="0"/>
                    <a:pt x="745" y="84"/>
                  </a:cubicBezTo>
                  <a:cubicBezTo>
                    <a:pt x="745" y="168"/>
                    <a:pt x="602" y="391"/>
                    <a:pt x="602" y="391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16"/>
            <p:cNvSpPr/>
            <p:nvPr/>
          </p:nvSpPr>
          <p:spPr>
            <a:xfrm>
              <a:off x="2462213" y="1819275"/>
              <a:ext cx="731837" cy="666749"/>
            </a:xfrm>
            <a:custGeom>
              <a:avLst/>
              <a:gdLst/>
              <a:ahLst/>
              <a:cxnLst/>
              <a:rect l="l" t="t" r="r" b="b"/>
              <a:pathLst>
                <a:path w="3536" h="3216" extrusionOk="0">
                  <a:moveTo>
                    <a:pt x="816" y="42"/>
                  </a:moveTo>
                  <a:cubicBezTo>
                    <a:pt x="702" y="42"/>
                    <a:pt x="630" y="0"/>
                    <a:pt x="502" y="84"/>
                  </a:cubicBezTo>
                  <a:cubicBezTo>
                    <a:pt x="373" y="168"/>
                    <a:pt x="244" y="266"/>
                    <a:pt x="201" y="364"/>
                  </a:cubicBezTo>
                  <a:cubicBezTo>
                    <a:pt x="158" y="448"/>
                    <a:pt x="287" y="756"/>
                    <a:pt x="287" y="783"/>
                  </a:cubicBezTo>
                  <a:cubicBezTo>
                    <a:pt x="287" y="811"/>
                    <a:pt x="0" y="1063"/>
                    <a:pt x="315" y="1063"/>
                  </a:cubicBezTo>
                  <a:cubicBezTo>
                    <a:pt x="630" y="1063"/>
                    <a:pt x="931" y="993"/>
                    <a:pt x="1046" y="993"/>
                  </a:cubicBezTo>
                  <a:cubicBezTo>
                    <a:pt x="1160" y="1007"/>
                    <a:pt x="1504" y="672"/>
                    <a:pt x="1618" y="965"/>
                  </a:cubicBezTo>
                  <a:cubicBezTo>
                    <a:pt x="1747" y="1259"/>
                    <a:pt x="1804" y="1301"/>
                    <a:pt x="1733" y="1315"/>
                  </a:cubicBezTo>
                  <a:cubicBezTo>
                    <a:pt x="1675" y="1343"/>
                    <a:pt x="1675" y="1455"/>
                    <a:pt x="1733" y="1497"/>
                  </a:cubicBezTo>
                  <a:cubicBezTo>
                    <a:pt x="1790" y="1539"/>
                    <a:pt x="2062" y="1497"/>
                    <a:pt x="2134" y="1497"/>
                  </a:cubicBezTo>
                  <a:cubicBezTo>
                    <a:pt x="2191" y="1497"/>
                    <a:pt x="2219" y="1553"/>
                    <a:pt x="2048" y="1692"/>
                  </a:cubicBezTo>
                  <a:cubicBezTo>
                    <a:pt x="1876" y="1832"/>
                    <a:pt x="1919" y="1986"/>
                    <a:pt x="1862" y="2056"/>
                  </a:cubicBezTo>
                  <a:cubicBezTo>
                    <a:pt x="1790" y="2126"/>
                    <a:pt x="1761" y="2182"/>
                    <a:pt x="1718" y="2182"/>
                  </a:cubicBezTo>
                  <a:cubicBezTo>
                    <a:pt x="1675" y="2196"/>
                    <a:pt x="1461" y="2028"/>
                    <a:pt x="1346" y="2098"/>
                  </a:cubicBezTo>
                  <a:cubicBezTo>
                    <a:pt x="1246" y="2154"/>
                    <a:pt x="1203" y="2419"/>
                    <a:pt x="1203" y="2461"/>
                  </a:cubicBezTo>
                  <a:cubicBezTo>
                    <a:pt x="1203" y="2503"/>
                    <a:pt x="1160" y="2685"/>
                    <a:pt x="1260" y="2615"/>
                  </a:cubicBezTo>
                  <a:cubicBezTo>
                    <a:pt x="1375" y="2559"/>
                    <a:pt x="1733" y="2419"/>
                    <a:pt x="1733" y="2419"/>
                  </a:cubicBezTo>
                  <a:cubicBezTo>
                    <a:pt x="1733" y="2419"/>
                    <a:pt x="1733" y="2601"/>
                    <a:pt x="1833" y="2629"/>
                  </a:cubicBezTo>
                  <a:cubicBezTo>
                    <a:pt x="1919" y="2657"/>
                    <a:pt x="1904" y="2741"/>
                    <a:pt x="2033" y="2811"/>
                  </a:cubicBezTo>
                  <a:cubicBezTo>
                    <a:pt x="2176" y="2881"/>
                    <a:pt x="2277" y="3161"/>
                    <a:pt x="2277" y="3161"/>
                  </a:cubicBezTo>
                  <a:cubicBezTo>
                    <a:pt x="2277" y="3161"/>
                    <a:pt x="2291" y="3175"/>
                    <a:pt x="2363" y="3175"/>
                  </a:cubicBezTo>
                  <a:cubicBezTo>
                    <a:pt x="2448" y="3175"/>
                    <a:pt x="2606" y="3175"/>
                    <a:pt x="2606" y="3175"/>
                  </a:cubicBezTo>
                  <a:cubicBezTo>
                    <a:pt x="2606" y="3175"/>
                    <a:pt x="2778" y="3216"/>
                    <a:pt x="2749" y="3175"/>
                  </a:cubicBezTo>
                  <a:cubicBezTo>
                    <a:pt x="2706" y="3119"/>
                    <a:pt x="2706" y="3091"/>
                    <a:pt x="2635" y="2965"/>
                  </a:cubicBezTo>
                  <a:cubicBezTo>
                    <a:pt x="2549" y="2853"/>
                    <a:pt x="2305" y="2517"/>
                    <a:pt x="2463" y="2615"/>
                  </a:cubicBezTo>
                  <a:cubicBezTo>
                    <a:pt x="2620" y="2699"/>
                    <a:pt x="2749" y="2853"/>
                    <a:pt x="2735" y="2895"/>
                  </a:cubicBezTo>
                  <a:cubicBezTo>
                    <a:pt x="2735" y="2937"/>
                    <a:pt x="2620" y="2965"/>
                    <a:pt x="2778" y="2923"/>
                  </a:cubicBezTo>
                  <a:cubicBezTo>
                    <a:pt x="2935" y="2881"/>
                    <a:pt x="3050" y="2769"/>
                    <a:pt x="3007" y="2713"/>
                  </a:cubicBezTo>
                  <a:cubicBezTo>
                    <a:pt x="2978" y="2671"/>
                    <a:pt x="3035" y="2643"/>
                    <a:pt x="2950" y="2531"/>
                  </a:cubicBezTo>
                  <a:cubicBezTo>
                    <a:pt x="2878" y="2419"/>
                    <a:pt x="2649" y="2266"/>
                    <a:pt x="2706" y="2112"/>
                  </a:cubicBezTo>
                  <a:cubicBezTo>
                    <a:pt x="2749" y="1958"/>
                    <a:pt x="2778" y="1846"/>
                    <a:pt x="2778" y="1846"/>
                  </a:cubicBezTo>
                  <a:cubicBezTo>
                    <a:pt x="2778" y="1846"/>
                    <a:pt x="3064" y="1860"/>
                    <a:pt x="3035" y="1916"/>
                  </a:cubicBezTo>
                  <a:cubicBezTo>
                    <a:pt x="3021" y="1972"/>
                    <a:pt x="3050" y="2154"/>
                    <a:pt x="3050" y="2154"/>
                  </a:cubicBezTo>
                  <a:cubicBezTo>
                    <a:pt x="3050" y="2154"/>
                    <a:pt x="3107" y="2238"/>
                    <a:pt x="3222" y="2210"/>
                  </a:cubicBezTo>
                  <a:cubicBezTo>
                    <a:pt x="3350" y="2182"/>
                    <a:pt x="3393" y="2070"/>
                    <a:pt x="3393" y="2070"/>
                  </a:cubicBezTo>
                  <a:cubicBezTo>
                    <a:pt x="3393" y="2070"/>
                    <a:pt x="3522" y="1972"/>
                    <a:pt x="3494" y="1902"/>
                  </a:cubicBezTo>
                  <a:cubicBezTo>
                    <a:pt x="3479" y="1832"/>
                    <a:pt x="3536" y="1748"/>
                    <a:pt x="3536" y="1748"/>
                  </a:cubicBezTo>
                  <a:cubicBezTo>
                    <a:pt x="3536" y="1748"/>
                    <a:pt x="3264" y="1664"/>
                    <a:pt x="3121" y="1636"/>
                  </a:cubicBezTo>
                  <a:cubicBezTo>
                    <a:pt x="2964" y="1608"/>
                    <a:pt x="2849" y="1664"/>
                    <a:pt x="2778" y="1553"/>
                  </a:cubicBezTo>
                  <a:cubicBezTo>
                    <a:pt x="2706" y="1455"/>
                    <a:pt x="2706" y="1469"/>
                    <a:pt x="2720" y="1371"/>
                  </a:cubicBezTo>
                  <a:cubicBezTo>
                    <a:pt x="2735" y="1259"/>
                    <a:pt x="2706" y="1245"/>
                    <a:pt x="2792" y="1231"/>
                  </a:cubicBezTo>
                  <a:cubicBezTo>
                    <a:pt x="2892" y="1203"/>
                    <a:pt x="2964" y="1259"/>
                    <a:pt x="2921" y="1147"/>
                  </a:cubicBezTo>
                  <a:cubicBezTo>
                    <a:pt x="2878" y="1021"/>
                    <a:pt x="2663" y="853"/>
                    <a:pt x="2620" y="825"/>
                  </a:cubicBezTo>
                  <a:cubicBezTo>
                    <a:pt x="2577" y="797"/>
                    <a:pt x="2563" y="839"/>
                    <a:pt x="2491" y="839"/>
                  </a:cubicBezTo>
                  <a:cubicBezTo>
                    <a:pt x="2434" y="839"/>
                    <a:pt x="2592" y="630"/>
                    <a:pt x="2448" y="630"/>
                  </a:cubicBezTo>
                  <a:cubicBezTo>
                    <a:pt x="2305" y="630"/>
                    <a:pt x="2234" y="672"/>
                    <a:pt x="2191" y="686"/>
                  </a:cubicBezTo>
                  <a:cubicBezTo>
                    <a:pt x="2148" y="686"/>
                    <a:pt x="2162" y="602"/>
                    <a:pt x="2076" y="504"/>
                  </a:cubicBezTo>
                  <a:cubicBezTo>
                    <a:pt x="1976" y="392"/>
                    <a:pt x="1976" y="476"/>
                    <a:pt x="1976" y="392"/>
                  </a:cubicBezTo>
                  <a:cubicBezTo>
                    <a:pt x="1962" y="322"/>
                    <a:pt x="2191" y="308"/>
                    <a:pt x="2005" y="238"/>
                  </a:cubicBezTo>
                  <a:cubicBezTo>
                    <a:pt x="1819" y="182"/>
                    <a:pt x="1962" y="210"/>
                    <a:pt x="1761" y="126"/>
                  </a:cubicBezTo>
                  <a:cubicBezTo>
                    <a:pt x="1575" y="42"/>
                    <a:pt x="1618" y="42"/>
                    <a:pt x="1575" y="42"/>
                  </a:cubicBezTo>
                  <a:cubicBezTo>
                    <a:pt x="1518" y="28"/>
                    <a:pt x="1475" y="0"/>
                    <a:pt x="1389" y="56"/>
                  </a:cubicBezTo>
                  <a:cubicBezTo>
                    <a:pt x="1289" y="112"/>
                    <a:pt x="1260" y="14"/>
                    <a:pt x="1260" y="196"/>
                  </a:cubicBezTo>
                  <a:cubicBezTo>
                    <a:pt x="1246" y="378"/>
                    <a:pt x="1346" y="504"/>
                    <a:pt x="1246" y="490"/>
                  </a:cubicBezTo>
                  <a:cubicBezTo>
                    <a:pt x="1160" y="476"/>
                    <a:pt x="1046" y="336"/>
                    <a:pt x="1046" y="336"/>
                  </a:cubicBezTo>
                  <a:cubicBezTo>
                    <a:pt x="974" y="112"/>
                    <a:pt x="974" y="112"/>
                    <a:pt x="974" y="112"/>
                  </a:cubicBezTo>
                  <a:cubicBezTo>
                    <a:pt x="917" y="98"/>
                    <a:pt x="917" y="98"/>
                    <a:pt x="917" y="98"/>
                  </a:cubicBezTo>
                  <a:lnTo>
                    <a:pt x="816" y="42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16"/>
            <p:cNvSpPr/>
            <p:nvPr/>
          </p:nvSpPr>
          <p:spPr>
            <a:xfrm>
              <a:off x="2470151" y="2243138"/>
              <a:ext cx="195264" cy="153988"/>
            </a:xfrm>
            <a:custGeom>
              <a:avLst/>
              <a:gdLst/>
              <a:ahLst/>
              <a:cxnLst/>
              <a:rect l="l" t="t" r="r" b="b"/>
              <a:pathLst>
                <a:path w="944" h="744" extrusionOk="0">
                  <a:moveTo>
                    <a:pt x="244" y="744"/>
                  </a:moveTo>
                  <a:cubicBezTo>
                    <a:pt x="344" y="632"/>
                    <a:pt x="487" y="562"/>
                    <a:pt x="558" y="520"/>
                  </a:cubicBezTo>
                  <a:cubicBezTo>
                    <a:pt x="630" y="492"/>
                    <a:pt x="530" y="674"/>
                    <a:pt x="716" y="632"/>
                  </a:cubicBezTo>
                  <a:cubicBezTo>
                    <a:pt x="902" y="590"/>
                    <a:pt x="944" y="576"/>
                    <a:pt x="887" y="520"/>
                  </a:cubicBezTo>
                  <a:cubicBezTo>
                    <a:pt x="830" y="464"/>
                    <a:pt x="873" y="534"/>
                    <a:pt x="773" y="351"/>
                  </a:cubicBezTo>
                  <a:cubicBezTo>
                    <a:pt x="658" y="183"/>
                    <a:pt x="744" y="197"/>
                    <a:pt x="601" y="141"/>
                  </a:cubicBezTo>
                  <a:cubicBezTo>
                    <a:pt x="458" y="85"/>
                    <a:pt x="444" y="57"/>
                    <a:pt x="401" y="29"/>
                  </a:cubicBezTo>
                  <a:cubicBezTo>
                    <a:pt x="358" y="0"/>
                    <a:pt x="258" y="141"/>
                    <a:pt x="258" y="169"/>
                  </a:cubicBezTo>
                  <a:cubicBezTo>
                    <a:pt x="258" y="197"/>
                    <a:pt x="301" y="379"/>
                    <a:pt x="172" y="408"/>
                  </a:cubicBezTo>
                  <a:cubicBezTo>
                    <a:pt x="29" y="450"/>
                    <a:pt x="0" y="576"/>
                    <a:pt x="0" y="576"/>
                  </a:cubicBezTo>
                  <a:lnTo>
                    <a:pt x="244" y="74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16"/>
            <p:cNvSpPr/>
            <p:nvPr/>
          </p:nvSpPr>
          <p:spPr>
            <a:xfrm>
              <a:off x="2520951" y="2408238"/>
              <a:ext cx="85725" cy="42863"/>
            </a:xfrm>
            <a:custGeom>
              <a:avLst/>
              <a:gdLst/>
              <a:ahLst/>
              <a:cxnLst/>
              <a:rect l="l" t="t" r="r" b="b"/>
              <a:pathLst>
                <a:path w="408" h="208" extrusionOk="0">
                  <a:moveTo>
                    <a:pt x="352" y="0"/>
                  </a:moveTo>
                  <a:cubicBezTo>
                    <a:pt x="254" y="98"/>
                    <a:pt x="0" y="195"/>
                    <a:pt x="113" y="195"/>
                  </a:cubicBezTo>
                  <a:cubicBezTo>
                    <a:pt x="212" y="208"/>
                    <a:pt x="324" y="167"/>
                    <a:pt x="324" y="167"/>
                  </a:cubicBezTo>
                  <a:cubicBezTo>
                    <a:pt x="408" y="28"/>
                    <a:pt x="408" y="28"/>
                    <a:pt x="408" y="28"/>
                  </a:cubicBezTo>
                  <a:lnTo>
                    <a:pt x="352" y="0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16"/>
            <p:cNvSpPr/>
            <p:nvPr/>
          </p:nvSpPr>
          <p:spPr>
            <a:xfrm>
              <a:off x="2609851" y="2454275"/>
              <a:ext cx="68263" cy="58738"/>
            </a:xfrm>
            <a:custGeom>
              <a:avLst/>
              <a:gdLst/>
              <a:ahLst/>
              <a:cxnLst/>
              <a:rect l="l" t="t" r="r" b="b"/>
              <a:pathLst>
                <a:path w="336" h="280" extrusionOk="0">
                  <a:moveTo>
                    <a:pt x="190" y="0"/>
                  </a:moveTo>
                  <a:cubicBezTo>
                    <a:pt x="176" y="98"/>
                    <a:pt x="0" y="182"/>
                    <a:pt x="132" y="196"/>
                  </a:cubicBezTo>
                  <a:cubicBezTo>
                    <a:pt x="263" y="224"/>
                    <a:pt x="278" y="280"/>
                    <a:pt x="307" y="210"/>
                  </a:cubicBezTo>
                  <a:cubicBezTo>
                    <a:pt x="336" y="140"/>
                    <a:pt x="278" y="112"/>
                    <a:pt x="293" y="84"/>
                  </a:cubicBezTo>
                  <a:cubicBezTo>
                    <a:pt x="293" y="42"/>
                    <a:pt x="190" y="0"/>
                    <a:pt x="190" y="0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16"/>
            <p:cNvSpPr/>
            <p:nvPr/>
          </p:nvSpPr>
          <p:spPr>
            <a:xfrm>
              <a:off x="2938463" y="2552700"/>
              <a:ext cx="30163" cy="38100"/>
            </a:xfrm>
            <a:custGeom>
              <a:avLst/>
              <a:gdLst/>
              <a:ahLst/>
              <a:cxnLst/>
              <a:rect l="l" t="t" r="r" b="b"/>
              <a:pathLst>
                <a:path w="144" h="184" extrusionOk="0">
                  <a:moveTo>
                    <a:pt x="44" y="0"/>
                  </a:moveTo>
                  <a:cubicBezTo>
                    <a:pt x="0" y="128"/>
                    <a:pt x="144" y="184"/>
                    <a:pt x="130" y="100"/>
                  </a:cubicBezTo>
                  <a:cubicBezTo>
                    <a:pt x="116" y="0"/>
                    <a:pt x="44" y="0"/>
                    <a:pt x="44" y="0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16"/>
            <p:cNvSpPr/>
            <p:nvPr/>
          </p:nvSpPr>
          <p:spPr>
            <a:xfrm>
              <a:off x="3027363" y="2489200"/>
              <a:ext cx="33338" cy="23813"/>
            </a:xfrm>
            <a:custGeom>
              <a:avLst/>
              <a:gdLst/>
              <a:ahLst/>
              <a:cxnLst/>
              <a:rect l="l" t="t" r="r" b="b"/>
              <a:pathLst>
                <a:path w="160" h="112" extrusionOk="0">
                  <a:moveTo>
                    <a:pt x="0" y="0"/>
                  </a:moveTo>
                  <a:cubicBezTo>
                    <a:pt x="146" y="14"/>
                    <a:pt x="146" y="14"/>
                    <a:pt x="146" y="14"/>
                  </a:cubicBezTo>
                  <a:cubicBezTo>
                    <a:pt x="146" y="14"/>
                    <a:pt x="160" y="112"/>
                    <a:pt x="117" y="112"/>
                  </a:cubicBezTo>
                  <a:cubicBezTo>
                    <a:pt x="73" y="98"/>
                    <a:pt x="0" y="84"/>
                    <a:pt x="0" y="8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6"/>
            <p:cNvSpPr/>
            <p:nvPr/>
          </p:nvSpPr>
          <p:spPr>
            <a:xfrm>
              <a:off x="2571751" y="2765425"/>
              <a:ext cx="47625" cy="42863"/>
            </a:xfrm>
            <a:custGeom>
              <a:avLst/>
              <a:gdLst/>
              <a:ahLst/>
              <a:cxnLst/>
              <a:rect l="l" t="t" r="r" b="b"/>
              <a:pathLst>
                <a:path w="232" h="208" extrusionOk="0">
                  <a:moveTo>
                    <a:pt x="203" y="0"/>
                  </a:moveTo>
                  <a:cubicBezTo>
                    <a:pt x="0" y="153"/>
                    <a:pt x="0" y="153"/>
                    <a:pt x="0" y="153"/>
                  </a:cubicBezTo>
                  <a:cubicBezTo>
                    <a:pt x="0" y="153"/>
                    <a:pt x="116" y="208"/>
                    <a:pt x="160" y="153"/>
                  </a:cubicBezTo>
                  <a:cubicBezTo>
                    <a:pt x="203" y="84"/>
                    <a:pt x="232" y="14"/>
                    <a:pt x="203" y="0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16"/>
            <p:cNvSpPr/>
            <p:nvPr/>
          </p:nvSpPr>
          <p:spPr>
            <a:xfrm>
              <a:off x="1049338" y="2746375"/>
              <a:ext cx="65088" cy="112714"/>
            </a:xfrm>
            <a:custGeom>
              <a:avLst/>
              <a:gdLst/>
              <a:ahLst/>
              <a:cxnLst/>
              <a:rect l="l" t="t" r="r" b="b"/>
              <a:pathLst>
                <a:path w="624" h="1088" extrusionOk="0">
                  <a:moveTo>
                    <a:pt x="171" y="0"/>
                  </a:moveTo>
                  <a:cubicBezTo>
                    <a:pt x="0" y="112"/>
                    <a:pt x="142" y="279"/>
                    <a:pt x="142" y="279"/>
                  </a:cubicBezTo>
                  <a:cubicBezTo>
                    <a:pt x="142" y="279"/>
                    <a:pt x="256" y="586"/>
                    <a:pt x="199" y="754"/>
                  </a:cubicBezTo>
                  <a:cubicBezTo>
                    <a:pt x="171" y="949"/>
                    <a:pt x="426" y="1088"/>
                    <a:pt x="539" y="1033"/>
                  </a:cubicBezTo>
                  <a:cubicBezTo>
                    <a:pt x="624" y="977"/>
                    <a:pt x="568" y="809"/>
                    <a:pt x="511" y="754"/>
                  </a:cubicBezTo>
                  <a:cubicBezTo>
                    <a:pt x="426" y="698"/>
                    <a:pt x="398" y="586"/>
                    <a:pt x="341" y="419"/>
                  </a:cubicBezTo>
                  <a:cubicBezTo>
                    <a:pt x="284" y="224"/>
                    <a:pt x="312" y="224"/>
                    <a:pt x="284" y="140"/>
                  </a:cubicBezTo>
                  <a:cubicBezTo>
                    <a:pt x="256" y="56"/>
                    <a:pt x="171" y="0"/>
                    <a:pt x="171" y="0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16"/>
            <p:cNvSpPr/>
            <p:nvPr/>
          </p:nvSpPr>
          <p:spPr>
            <a:xfrm>
              <a:off x="1054101" y="2886075"/>
              <a:ext cx="53975" cy="49213"/>
            </a:xfrm>
            <a:custGeom>
              <a:avLst/>
              <a:gdLst/>
              <a:ahLst/>
              <a:cxnLst/>
              <a:rect l="l" t="t" r="r" b="b"/>
              <a:pathLst>
                <a:path w="512" h="480" extrusionOk="0">
                  <a:moveTo>
                    <a:pt x="313" y="0"/>
                  </a:moveTo>
                  <a:cubicBezTo>
                    <a:pt x="171" y="0"/>
                    <a:pt x="0" y="57"/>
                    <a:pt x="86" y="170"/>
                  </a:cubicBezTo>
                  <a:cubicBezTo>
                    <a:pt x="200" y="283"/>
                    <a:pt x="370" y="339"/>
                    <a:pt x="313" y="396"/>
                  </a:cubicBezTo>
                  <a:cubicBezTo>
                    <a:pt x="228" y="424"/>
                    <a:pt x="86" y="480"/>
                    <a:pt x="228" y="424"/>
                  </a:cubicBezTo>
                  <a:cubicBezTo>
                    <a:pt x="399" y="396"/>
                    <a:pt x="512" y="198"/>
                    <a:pt x="512" y="198"/>
                  </a:cubicBezTo>
                  <a:lnTo>
                    <a:pt x="313" y="0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16"/>
            <p:cNvSpPr/>
            <p:nvPr/>
          </p:nvSpPr>
          <p:spPr>
            <a:xfrm>
              <a:off x="1077913" y="2940050"/>
              <a:ext cx="27000" cy="19200"/>
            </a:xfrm>
            <a:prstGeom prst="rect">
              <a:avLst/>
            </a:pr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6"/>
            <p:cNvSpPr/>
            <p:nvPr/>
          </p:nvSpPr>
          <p:spPr>
            <a:xfrm>
              <a:off x="1077913" y="2940050"/>
              <a:ext cx="26988" cy="19050"/>
            </a:xfrm>
            <a:custGeom>
              <a:avLst/>
              <a:gdLst/>
              <a:ahLst/>
              <a:cxnLst/>
              <a:rect l="l" t="t" r="r" b="b"/>
              <a:pathLst>
                <a:path w="256" h="176" extrusionOk="0">
                  <a:moveTo>
                    <a:pt x="0" y="30"/>
                  </a:moveTo>
                  <a:cubicBezTo>
                    <a:pt x="256" y="176"/>
                    <a:pt x="200" y="0"/>
                    <a:pt x="200" y="0"/>
                  </a:cubicBezTo>
                  <a:lnTo>
                    <a:pt x="0" y="30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6"/>
            <p:cNvSpPr/>
            <p:nvPr/>
          </p:nvSpPr>
          <p:spPr>
            <a:xfrm>
              <a:off x="1085851" y="2946400"/>
              <a:ext cx="28575" cy="23813"/>
            </a:xfrm>
            <a:custGeom>
              <a:avLst/>
              <a:gdLst/>
              <a:ahLst/>
              <a:cxnLst/>
              <a:rect l="l" t="t" r="r" b="b"/>
              <a:pathLst>
                <a:path w="272" h="224" extrusionOk="0">
                  <a:moveTo>
                    <a:pt x="121" y="224"/>
                  </a:moveTo>
                  <a:cubicBezTo>
                    <a:pt x="272" y="168"/>
                    <a:pt x="272" y="168"/>
                    <a:pt x="272" y="168"/>
                  </a:cubicBezTo>
                  <a:cubicBezTo>
                    <a:pt x="272" y="168"/>
                    <a:pt x="121" y="0"/>
                    <a:pt x="61" y="112"/>
                  </a:cubicBezTo>
                  <a:cubicBezTo>
                    <a:pt x="0" y="196"/>
                    <a:pt x="121" y="224"/>
                    <a:pt x="121" y="224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6"/>
            <p:cNvSpPr/>
            <p:nvPr/>
          </p:nvSpPr>
          <p:spPr>
            <a:xfrm>
              <a:off x="3176" y="2900363"/>
              <a:ext cx="114300" cy="42863"/>
            </a:xfrm>
            <a:custGeom>
              <a:avLst/>
              <a:gdLst/>
              <a:ahLst/>
              <a:cxnLst/>
              <a:rect l="l" t="t" r="r" b="b"/>
              <a:pathLst>
                <a:path w="1104" h="416" extrusionOk="0">
                  <a:moveTo>
                    <a:pt x="1104" y="0"/>
                  </a:moveTo>
                  <a:cubicBezTo>
                    <a:pt x="1104" y="0"/>
                    <a:pt x="991" y="250"/>
                    <a:pt x="878" y="222"/>
                  </a:cubicBezTo>
                  <a:cubicBezTo>
                    <a:pt x="765" y="195"/>
                    <a:pt x="595" y="139"/>
                    <a:pt x="425" y="222"/>
                  </a:cubicBezTo>
                  <a:cubicBezTo>
                    <a:pt x="227" y="306"/>
                    <a:pt x="255" y="333"/>
                    <a:pt x="170" y="389"/>
                  </a:cubicBezTo>
                  <a:cubicBezTo>
                    <a:pt x="57" y="416"/>
                    <a:pt x="0" y="195"/>
                    <a:pt x="85" y="167"/>
                  </a:cubicBezTo>
                  <a:cubicBezTo>
                    <a:pt x="170" y="139"/>
                    <a:pt x="227" y="195"/>
                    <a:pt x="482" y="111"/>
                  </a:cubicBezTo>
                  <a:cubicBezTo>
                    <a:pt x="736" y="28"/>
                    <a:pt x="850" y="84"/>
                    <a:pt x="850" y="84"/>
                  </a:cubicBezTo>
                  <a:lnTo>
                    <a:pt x="1104" y="0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6"/>
            <p:cNvSpPr/>
            <p:nvPr/>
          </p:nvSpPr>
          <p:spPr>
            <a:xfrm>
              <a:off x="173038" y="2562225"/>
              <a:ext cx="96839" cy="49213"/>
            </a:xfrm>
            <a:custGeom>
              <a:avLst/>
              <a:gdLst/>
              <a:ahLst/>
              <a:cxnLst/>
              <a:rect l="l" t="t" r="r" b="b"/>
              <a:pathLst>
                <a:path w="928" h="464" extrusionOk="0">
                  <a:moveTo>
                    <a:pt x="609" y="410"/>
                  </a:moveTo>
                  <a:cubicBezTo>
                    <a:pt x="667" y="383"/>
                    <a:pt x="928" y="164"/>
                    <a:pt x="841" y="110"/>
                  </a:cubicBezTo>
                  <a:cubicBezTo>
                    <a:pt x="754" y="55"/>
                    <a:pt x="464" y="0"/>
                    <a:pt x="435" y="55"/>
                  </a:cubicBezTo>
                  <a:cubicBezTo>
                    <a:pt x="406" y="110"/>
                    <a:pt x="522" y="383"/>
                    <a:pt x="377" y="383"/>
                  </a:cubicBezTo>
                  <a:cubicBezTo>
                    <a:pt x="232" y="410"/>
                    <a:pt x="0" y="355"/>
                    <a:pt x="232" y="410"/>
                  </a:cubicBezTo>
                  <a:cubicBezTo>
                    <a:pt x="493" y="464"/>
                    <a:pt x="609" y="410"/>
                    <a:pt x="609" y="410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6"/>
            <p:cNvSpPr/>
            <p:nvPr/>
          </p:nvSpPr>
          <p:spPr>
            <a:xfrm>
              <a:off x="120651" y="2127250"/>
              <a:ext cx="177798" cy="196850"/>
            </a:xfrm>
            <a:custGeom>
              <a:avLst/>
              <a:gdLst/>
              <a:ahLst/>
              <a:cxnLst/>
              <a:rect l="l" t="t" r="r" b="b"/>
              <a:pathLst>
                <a:path w="1728" h="1904" extrusionOk="0">
                  <a:moveTo>
                    <a:pt x="202" y="1596"/>
                  </a:moveTo>
                  <a:cubicBezTo>
                    <a:pt x="202" y="1596"/>
                    <a:pt x="231" y="1904"/>
                    <a:pt x="317" y="1904"/>
                  </a:cubicBezTo>
                  <a:cubicBezTo>
                    <a:pt x="404" y="1904"/>
                    <a:pt x="576" y="1624"/>
                    <a:pt x="576" y="1624"/>
                  </a:cubicBezTo>
                  <a:cubicBezTo>
                    <a:pt x="576" y="1624"/>
                    <a:pt x="490" y="1512"/>
                    <a:pt x="720" y="1344"/>
                  </a:cubicBezTo>
                  <a:cubicBezTo>
                    <a:pt x="951" y="1204"/>
                    <a:pt x="1498" y="1064"/>
                    <a:pt x="1498" y="1064"/>
                  </a:cubicBezTo>
                  <a:cubicBezTo>
                    <a:pt x="1498" y="1064"/>
                    <a:pt x="1584" y="980"/>
                    <a:pt x="1642" y="868"/>
                  </a:cubicBezTo>
                  <a:cubicBezTo>
                    <a:pt x="1671" y="756"/>
                    <a:pt x="1728" y="560"/>
                    <a:pt x="1671" y="532"/>
                  </a:cubicBezTo>
                  <a:cubicBezTo>
                    <a:pt x="1613" y="532"/>
                    <a:pt x="1440" y="448"/>
                    <a:pt x="1440" y="448"/>
                  </a:cubicBezTo>
                  <a:cubicBezTo>
                    <a:pt x="1440" y="448"/>
                    <a:pt x="1383" y="168"/>
                    <a:pt x="1066" y="196"/>
                  </a:cubicBezTo>
                  <a:cubicBezTo>
                    <a:pt x="720" y="252"/>
                    <a:pt x="548" y="392"/>
                    <a:pt x="548" y="392"/>
                  </a:cubicBezTo>
                  <a:cubicBezTo>
                    <a:pt x="692" y="0"/>
                    <a:pt x="692" y="0"/>
                    <a:pt x="692" y="0"/>
                  </a:cubicBezTo>
                  <a:cubicBezTo>
                    <a:pt x="605" y="28"/>
                    <a:pt x="605" y="28"/>
                    <a:pt x="605" y="28"/>
                  </a:cubicBezTo>
                  <a:cubicBezTo>
                    <a:pt x="0" y="1596"/>
                    <a:pt x="0" y="1596"/>
                    <a:pt x="0" y="1596"/>
                  </a:cubicBezTo>
                  <a:lnTo>
                    <a:pt x="202" y="1596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6"/>
            <p:cNvSpPr/>
            <p:nvPr/>
          </p:nvSpPr>
          <p:spPr>
            <a:xfrm>
              <a:off x="4121151" y="2135188"/>
              <a:ext cx="433390" cy="300036"/>
            </a:xfrm>
            <a:custGeom>
              <a:avLst/>
              <a:gdLst/>
              <a:ahLst/>
              <a:cxnLst/>
              <a:rect l="l" t="t" r="r" b="b"/>
              <a:pathLst>
                <a:path w="2096" h="1448" extrusionOk="0">
                  <a:moveTo>
                    <a:pt x="560" y="1224"/>
                  </a:moveTo>
                  <a:cubicBezTo>
                    <a:pt x="345" y="1252"/>
                    <a:pt x="331" y="1209"/>
                    <a:pt x="302" y="1181"/>
                  </a:cubicBezTo>
                  <a:cubicBezTo>
                    <a:pt x="273" y="1153"/>
                    <a:pt x="446" y="1069"/>
                    <a:pt x="446" y="1069"/>
                  </a:cubicBezTo>
                  <a:cubicBezTo>
                    <a:pt x="446" y="1069"/>
                    <a:pt x="517" y="1111"/>
                    <a:pt x="417" y="999"/>
                  </a:cubicBezTo>
                  <a:cubicBezTo>
                    <a:pt x="316" y="872"/>
                    <a:pt x="374" y="886"/>
                    <a:pt x="316" y="872"/>
                  </a:cubicBezTo>
                  <a:cubicBezTo>
                    <a:pt x="259" y="872"/>
                    <a:pt x="259" y="886"/>
                    <a:pt x="187" y="872"/>
                  </a:cubicBezTo>
                  <a:cubicBezTo>
                    <a:pt x="101" y="844"/>
                    <a:pt x="87" y="760"/>
                    <a:pt x="130" y="746"/>
                  </a:cubicBezTo>
                  <a:cubicBezTo>
                    <a:pt x="158" y="731"/>
                    <a:pt x="331" y="703"/>
                    <a:pt x="331" y="703"/>
                  </a:cubicBezTo>
                  <a:cubicBezTo>
                    <a:pt x="331" y="703"/>
                    <a:pt x="489" y="661"/>
                    <a:pt x="460" y="619"/>
                  </a:cubicBezTo>
                  <a:cubicBezTo>
                    <a:pt x="417" y="563"/>
                    <a:pt x="417" y="535"/>
                    <a:pt x="359" y="535"/>
                  </a:cubicBezTo>
                  <a:cubicBezTo>
                    <a:pt x="302" y="535"/>
                    <a:pt x="0" y="507"/>
                    <a:pt x="29" y="478"/>
                  </a:cubicBezTo>
                  <a:cubicBezTo>
                    <a:pt x="44" y="450"/>
                    <a:pt x="115" y="422"/>
                    <a:pt x="130" y="380"/>
                  </a:cubicBezTo>
                  <a:cubicBezTo>
                    <a:pt x="144" y="338"/>
                    <a:pt x="216" y="254"/>
                    <a:pt x="216" y="211"/>
                  </a:cubicBezTo>
                  <a:cubicBezTo>
                    <a:pt x="230" y="155"/>
                    <a:pt x="503" y="71"/>
                    <a:pt x="503" y="71"/>
                  </a:cubicBezTo>
                  <a:cubicBezTo>
                    <a:pt x="503" y="71"/>
                    <a:pt x="446" y="71"/>
                    <a:pt x="575" y="141"/>
                  </a:cubicBezTo>
                  <a:cubicBezTo>
                    <a:pt x="704" y="211"/>
                    <a:pt x="560" y="380"/>
                    <a:pt x="661" y="408"/>
                  </a:cubicBezTo>
                  <a:cubicBezTo>
                    <a:pt x="776" y="450"/>
                    <a:pt x="876" y="436"/>
                    <a:pt x="847" y="408"/>
                  </a:cubicBezTo>
                  <a:cubicBezTo>
                    <a:pt x="833" y="380"/>
                    <a:pt x="733" y="211"/>
                    <a:pt x="962" y="254"/>
                  </a:cubicBezTo>
                  <a:cubicBezTo>
                    <a:pt x="1206" y="282"/>
                    <a:pt x="1336" y="268"/>
                    <a:pt x="1364" y="282"/>
                  </a:cubicBezTo>
                  <a:cubicBezTo>
                    <a:pt x="1393" y="282"/>
                    <a:pt x="1494" y="183"/>
                    <a:pt x="1494" y="183"/>
                  </a:cubicBezTo>
                  <a:cubicBezTo>
                    <a:pt x="1494" y="183"/>
                    <a:pt x="1407" y="169"/>
                    <a:pt x="1479" y="99"/>
                  </a:cubicBezTo>
                  <a:cubicBezTo>
                    <a:pt x="1565" y="43"/>
                    <a:pt x="1766" y="71"/>
                    <a:pt x="1766" y="71"/>
                  </a:cubicBezTo>
                  <a:cubicBezTo>
                    <a:pt x="1766" y="71"/>
                    <a:pt x="1795" y="0"/>
                    <a:pt x="1824" y="85"/>
                  </a:cubicBezTo>
                  <a:cubicBezTo>
                    <a:pt x="1852" y="169"/>
                    <a:pt x="2010" y="254"/>
                    <a:pt x="1953" y="282"/>
                  </a:cubicBezTo>
                  <a:cubicBezTo>
                    <a:pt x="1895" y="324"/>
                    <a:pt x="1781" y="324"/>
                    <a:pt x="1881" y="408"/>
                  </a:cubicBezTo>
                  <a:cubicBezTo>
                    <a:pt x="1996" y="478"/>
                    <a:pt x="2096" y="464"/>
                    <a:pt x="2053" y="507"/>
                  </a:cubicBezTo>
                  <a:cubicBezTo>
                    <a:pt x="2010" y="563"/>
                    <a:pt x="2082" y="717"/>
                    <a:pt x="2039" y="760"/>
                  </a:cubicBezTo>
                  <a:cubicBezTo>
                    <a:pt x="1982" y="816"/>
                    <a:pt x="2053" y="872"/>
                    <a:pt x="1867" y="914"/>
                  </a:cubicBezTo>
                  <a:cubicBezTo>
                    <a:pt x="1694" y="956"/>
                    <a:pt x="1723" y="1055"/>
                    <a:pt x="1666" y="1083"/>
                  </a:cubicBezTo>
                  <a:cubicBezTo>
                    <a:pt x="1608" y="1125"/>
                    <a:pt x="1623" y="1181"/>
                    <a:pt x="1565" y="1195"/>
                  </a:cubicBezTo>
                  <a:cubicBezTo>
                    <a:pt x="1494" y="1209"/>
                    <a:pt x="1321" y="1294"/>
                    <a:pt x="1321" y="1294"/>
                  </a:cubicBezTo>
                  <a:cubicBezTo>
                    <a:pt x="1321" y="1294"/>
                    <a:pt x="1379" y="1322"/>
                    <a:pt x="1235" y="1336"/>
                  </a:cubicBezTo>
                  <a:cubicBezTo>
                    <a:pt x="1092" y="1364"/>
                    <a:pt x="1264" y="1448"/>
                    <a:pt x="991" y="1364"/>
                  </a:cubicBezTo>
                  <a:cubicBezTo>
                    <a:pt x="718" y="1294"/>
                    <a:pt x="618" y="1294"/>
                    <a:pt x="618" y="1294"/>
                  </a:cubicBezTo>
                  <a:lnTo>
                    <a:pt x="560" y="122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6"/>
            <p:cNvSpPr/>
            <p:nvPr/>
          </p:nvSpPr>
          <p:spPr>
            <a:xfrm>
              <a:off x="5495926" y="3552825"/>
              <a:ext cx="2128833" cy="2098674"/>
            </a:xfrm>
            <a:custGeom>
              <a:avLst/>
              <a:gdLst/>
              <a:ahLst/>
              <a:cxnLst/>
              <a:rect l="l" t="t" r="r" b="b"/>
              <a:pathLst>
                <a:path w="5136" h="5064" extrusionOk="0">
                  <a:moveTo>
                    <a:pt x="2869" y="5064"/>
                  </a:moveTo>
                  <a:cubicBezTo>
                    <a:pt x="2833" y="5043"/>
                    <a:pt x="2776" y="4981"/>
                    <a:pt x="2747" y="4967"/>
                  </a:cubicBezTo>
                  <a:cubicBezTo>
                    <a:pt x="2719" y="4953"/>
                    <a:pt x="2704" y="4820"/>
                    <a:pt x="2704" y="4778"/>
                  </a:cubicBezTo>
                  <a:cubicBezTo>
                    <a:pt x="2704" y="4736"/>
                    <a:pt x="2654" y="4645"/>
                    <a:pt x="2604" y="4603"/>
                  </a:cubicBezTo>
                  <a:cubicBezTo>
                    <a:pt x="2561" y="4554"/>
                    <a:pt x="2511" y="4442"/>
                    <a:pt x="2475" y="4323"/>
                  </a:cubicBezTo>
                  <a:cubicBezTo>
                    <a:pt x="2433" y="4211"/>
                    <a:pt x="2354" y="3994"/>
                    <a:pt x="2275" y="3931"/>
                  </a:cubicBezTo>
                  <a:cubicBezTo>
                    <a:pt x="2197" y="3875"/>
                    <a:pt x="2232" y="3750"/>
                    <a:pt x="2232" y="3638"/>
                  </a:cubicBezTo>
                  <a:cubicBezTo>
                    <a:pt x="2232" y="3519"/>
                    <a:pt x="2425" y="3456"/>
                    <a:pt x="2368" y="3358"/>
                  </a:cubicBezTo>
                  <a:cubicBezTo>
                    <a:pt x="2311" y="3267"/>
                    <a:pt x="2361" y="3106"/>
                    <a:pt x="2297" y="3043"/>
                  </a:cubicBezTo>
                  <a:cubicBezTo>
                    <a:pt x="2232" y="2980"/>
                    <a:pt x="2068" y="2791"/>
                    <a:pt x="2061" y="2721"/>
                  </a:cubicBezTo>
                  <a:cubicBezTo>
                    <a:pt x="2046" y="2658"/>
                    <a:pt x="1960" y="2497"/>
                    <a:pt x="2003" y="2435"/>
                  </a:cubicBezTo>
                  <a:cubicBezTo>
                    <a:pt x="2046" y="2372"/>
                    <a:pt x="1932" y="2337"/>
                    <a:pt x="1910" y="2337"/>
                  </a:cubicBezTo>
                  <a:cubicBezTo>
                    <a:pt x="1896" y="2337"/>
                    <a:pt x="1796" y="2323"/>
                    <a:pt x="1774" y="2323"/>
                  </a:cubicBezTo>
                  <a:cubicBezTo>
                    <a:pt x="1760" y="2323"/>
                    <a:pt x="1753" y="2246"/>
                    <a:pt x="1667" y="2225"/>
                  </a:cubicBezTo>
                  <a:cubicBezTo>
                    <a:pt x="1581" y="2211"/>
                    <a:pt x="1467" y="2190"/>
                    <a:pt x="1388" y="2225"/>
                  </a:cubicBezTo>
                  <a:cubicBezTo>
                    <a:pt x="1302" y="2253"/>
                    <a:pt x="1352" y="2295"/>
                    <a:pt x="1195" y="2295"/>
                  </a:cubicBezTo>
                  <a:cubicBezTo>
                    <a:pt x="1045" y="2295"/>
                    <a:pt x="902" y="2253"/>
                    <a:pt x="823" y="2309"/>
                  </a:cubicBezTo>
                  <a:cubicBezTo>
                    <a:pt x="752" y="2358"/>
                    <a:pt x="737" y="2393"/>
                    <a:pt x="666" y="2330"/>
                  </a:cubicBezTo>
                  <a:cubicBezTo>
                    <a:pt x="601" y="2267"/>
                    <a:pt x="515" y="2232"/>
                    <a:pt x="408" y="2162"/>
                  </a:cubicBezTo>
                  <a:cubicBezTo>
                    <a:pt x="308" y="2092"/>
                    <a:pt x="330" y="2106"/>
                    <a:pt x="308" y="2036"/>
                  </a:cubicBezTo>
                  <a:cubicBezTo>
                    <a:pt x="294" y="1973"/>
                    <a:pt x="408" y="2015"/>
                    <a:pt x="201" y="1882"/>
                  </a:cubicBezTo>
                  <a:cubicBezTo>
                    <a:pt x="0" y="1749"/>
                    <a:pt x="43" y="1735"/>
                    <a:pt x="72" y="1686"/>
                  </a:cubicBezTo>
                  <a:cubicBezTo>
                    <a:pt x="101" y="1630"/>
                    <a:pt x="79" y="1546"/>
                    <a:pt x="136" y="1497"/>
                  </a:cubicBezTo>
                  <a:cubicBezTo>
                    <a:pt x="194" y="1455"/>
                    <a:pt x="208" y="1399"/>
                    <a:pt x="151" y="1392"/>
                  </a:cubicBezTo>
                  <a:cubicBezTo>
                    <a:pt x="101" y="1378"/>
                    <a:pt x="122" y="1280"/>
                    <a:pt x="144" y="1266"/>
                  </a:cubicBezTo>
                  <a:cubicBezTo>
                    <a:pt x="158" y="1259"/>
                    <a:pt x="194" y="1252"/>
                    <a:pt x="136" y="1204"/>
                  </a:cubicBezTo>
                  <a:cubicBezTo>
                    <a:pt x="86" y="1162"/>
                    <a:pt x="93" y="1106"/>
                    <a:pt x="151" y="1064"/>
                  </a:cubicBezTo>
                  <a:cubicBezTo>
                    <a:pt x="208" y="1022"/>
                    <a:pt x="344" y="847"/>
                    <a:pt x="372" y="798"/>
                  </a:cubicBezTo>
                  <a:cubicBezTo>
                    <a:pt x="394" y="756"/>
                    <a:pt x="487" y="714"/>
                    <a:pt x="537" y="679"/>
                  </a:cubicBezTo>
                  <a:cubicBezTo>
                    <a:pt x="587" y="644"/>
                    <a:pt x="673" y="609"/>
                    <a:pt x="680" y="497"/>
                  </a:cubicBezTo>
                  <a:cubicBezTo>
                    <a:pt x="680" y="392"/>
                    <a:pt x="716" y="357"/>
                    <a:pt x="766" y="308"/>
                  </a:cubicBezTo>
                  <a:cubicBezTo>
                    <a:pt x="823" y="266"/>
                    <a:pt x="952" y="238"/>
                    <a:pt x="945" y="154"/>
                  </a:cubicBezTo>
                  <a:cubicBezTo>
                    <a:pt x="938" y="70"/>
                    <a:pt x="1031" y="140"/>
                    <a:pt x="1152" y="140"/>
                  </a:cubicBezTo>
                  <a:cubicBezTo>
                    <a:pt x="1274" y="140"/>
                    <a:pt x="1410" y="119"/>
                    <a:pt x="1481" y="70"/>
                  </a:cubicBezTo>
                  <a:cubicBezTo>
                    <a:pt x="1553" y="28"/>
                    <a:pt x="1832" y="35"/>
                    <a:pt x="1896" y="21"/>
                  </a:cubicBezTo>
                  <a:cubicBezTo>
                    <a:pt x="1953" y="7"/>
                    <a:pt x="2175" y="0"/>
                    <a:pt x="2161" y="21"/>
                  </a:cubicBezTo>
                  <a:cubicBezTo>
                    <a:pt x="2154" y="42"/>
                    <a:pt x="2161" y="42"/>
                    <a:pt x="2161" y="126"/>
                  </a:cubicBezTo>
                  <a:cubicBezTo>
                    <a:pt x="2161" y="210"/>
                    <a:pt x="2125" y="315"/>
                    <a:pt x="2175" y="322"/>
                  </a:cubicBezTo>
                  <a:cubicBezTo>
                    <a:pt x="2218" y="329"/>
                    <a:pt x="2225" y="294"/>
                    <a:pt x="2347" y="329"/>
                  </a:cubicBezTo>
                  <a:cubicBezTo>
                    <a:pt x="2475" y="364"/>
                    <a:pt x="2418" y="364"/>
                    <a:pt x="2483" y="399"/>
                  </a:cubicBezTo>
                  <a:cubicBezTo>
                    <a:pt x="2540" y="434"/>
                    <a:pt x="2633" y="504"/>
                    <a:pt x="2676" y="497"/>
                  </a:cubicBezTo>
                  <a:cubicBezTo>
                    <a:pt x="2719" y="490"/>
                    <a:pt x="2840" y="532"/>
                    <a:pt x="2833" y="476"/>
                  </a:cubicBezTo>
                  <a:cubicBezTo>
                    <a:pt x="2833" y="420"/>
                    <a:pt x="2826" y="357"/>
                    <a:pt x="2898" y="350"/>
                  </a:cubicBezTo>
                  <a:cubicBezTo>
                    <a:pt x="2969" y="343"/>
                    <a:pt x="3041" y="329"/>
                    <a:pt x="3169" y="399"/>
                  </a:cubicBezTo>
                  <a:cubicBezTo>
                    <a:pt x="3305" y="469"/>
                    <a:pt x="3420" y="497"/>
                    <a:pt x="3484" y="490"/>
                  </a:cubicBezTo>
                  <a:cubicBezTo>
                    <a:pt x="3548" y="483"/>
                    <a:pt x="3591" y="455"/>
                    <a:pt x="3641" y="441"/>
                  </a:cubicBezTo>
                  <a:cubicBezTo>
                    <a:pt x="3699" y="427"/>
                    <a:pt x="3627" y="455"/>
                    <a:pt x="3749" y="609"/>
                  </a:cubicBezTo>
                  <a:cubicBezTo>
                    <a:pt x="3870" y="756"/>
                    <a:pt x="3777" y="700"/>
                    <a:pt x="3863" y="840"/>
                  </a:cubicBezTo>
                  <a:cubicBezTo>
                    <a:pt x="3949" y="980"/>
                    <a:pt x="4006" y="1050"/>
                    <a:pt x="4028" y="1141"/>
                  </a:cubicBezTo>
                  <a:cubicBezTo>
                    <a:pt x="4049" y="1225"/>
                    <a:pt x="4028" y="1315"/>
                    <a:pt x="4128" y="1392"/>
                  </a:cubicBezTo>
                  <a:cubicBezTo>
                    <a:pt x="4235" y="1469"/>
                    <a:pt x="4271" y="1581"/>
                    <a:pt x="4400" y="1644"/>
                  </a:cubicBezTo>
                  <a:cubicBezTo>
                    <a:pt x="4528" y="1707"/>
                    <a:pt x="4314" y="1784"/>
                    <a:pt x="4621" y="1819"/>
                  </a:cubicBezTo>
                  <a:cubicBezTo>
                    <a:pt x="4929" y="1861"/>
                    <a:pt x="5136" y="1812"/>
                    <a:pt x="5136" y="1812"/>
                  </a:cubicBezTo>
                  <a:cubicBezTo>
                    <a:pt x="5122" y="2043"/>
                    <a:pt x="5122" y="2043"/>
                    <a:pt x="5122" y="2043"/>
                  </a:cubicBezTo>
                  <a:cubicBezTo>
                    <a:pt x="5122" y="2043"/>
                    <a:pt x="5036" y="2183"/>
                    <a:pt x="4965" y="2253"/>
                  </a:cubicBezTo>
                  <a:cubicBezTo>
                    <a:pt x="4893" y="2323"/>
                    <a:pt x="4815" y="2386"/>
                    <a:pt x="4714" y="2456"/>
                  </a:cubicBezTo>
                  <a:cubicBezTo>
                    <a:pt x="4614" y="2525"/>
                    <a:pt x="4536" y="2602"/>
                    <a:pt x="4493" y="2693"/>
                  </a:cubicBezTo>
                  <a:cubicBezTo>
                    <a:pt x="4450" y="2784"/>
                    <a:pt x="4350" y="2840"/>
                    <a:pt x="4335" y="2889"/>
                  </a:cubicBezTo>
                  <a:cubicBezTo>
                    <a:pt x="4321" y="2938"/>
                    <a:pt x="4264" y="2952"/>
                    <a:pt x="4264" y="3008"/>
                  </a:cubicBezTo>
                  <a:cubicBezTo>
                    <a:pt x="4271" y="3064"/>
                    <a:pt x="4300" y="3155"/>
                    <a:pt x="4328" y="3176"/>
                  </a:cubicBezTo>
                  <a:cubicBezTo>
                    <a:pt x="4364" y="3197"/>
                    <a:pt x="4493" y="3316"/>
                    <a:pt x="4450" y="3316"/>
                  </a:cubicBezTo>
                  <a:cubicBezTo>
                    <a:pt x="4414" y="3316"/>
                    <a:pt x="4471" y="3505"/>
                    <a:pt x="4471" y="3505"/>
                  </a:cubicBezTo>
                  <a:cubicBezTo>
                    <a:pt x="4471" y="3505"/>
                    <a:pt x="4528" y="3673"/>
                    <a:pt x="4471" y="3687"/>
                  </a:cubicBezTo>
                  <a:cubicBezTo>
                    <a:pt x="4414" y="3701"/>
                    <a:pt x="4342" y="3757"/>
                    <a:pt x="4264" y="3770"/>
                  </a:cubicBezTo>
                  <a:cubicBezTo>
                    <a:pt x="4185" y="3784"/>
                    <a:pt x="4042" y="3882"/>
                    <a:pt x="4042" y="3924"/>
                  </a:cubicBezTo>
                  <a:cubicBezTo>
                    <a:pt x="4042" y="3973"/>
                    <a:pt x="4049" y="4078"/>
                    <a:pt x="4049" y="4078"/>
                  </a:cubicBezTo>
                  <a:cubicBezTo>
                    <a:pt x="4049" y="4078"/>
                    <a:pt x="4071" y="4057"/>
                    <a:pt x="4071" y="4106"/>
                  </a:cubicBezTo>
                  <a:cubicBezTo>
                    <a:pt x="4071" y="4148"/>
                    <a:pt x="4085" y="4211"/>
                    <a:pt x="4063" y="4253"/>
                  </a:cubicBezTo>
                  <a:cubicBezTo>
                    <a:pt x="4042" y="4295"/>
                    <a:pt x="3992" y="4344"/>
                    <a:pt x="3935" y="4358"/>
                  </a:cubicBezTo>
                  <a:cubicBezTo>
                    <a:pt x="3885" y="4372"/>
                    <a:pt x="3777" y="4442"/>
                    <a:pt x="3792" y="4470"/>
                  </a:cubicBezTo>
                  <a:cubicBezTo>
                    <a:pt x="3813" y="4498"/>
                    <a:pt x="3942" y="4505"/>
                    <a:pt x="3870" y="4547"/>
                  </a:cubicBezTo>
                  <a:cubicBezTo>
                    <a:pt x="3799" y="4589"/>
                    <a:pt x="3742" y="4694"/>
                    <a:pt x="3713" y="4757"/>
                  </a:cubicBezTo>
                  <a:cubicBezTo>
                    <a:pt x="3677" y="4820"/>
                    <a:pt x="3699" y="4799"/>
                    <a:pt x="3577" y="4883"/>
                  </a:cubicBezTo>
                  <a:cubicBezTo>
                    <a:pt x="3455" y="4967"/>
                    <a:pt x="3556" y="4974"/>
                    <a:pt x="3362" y="4988"/>
                  </a:cubicBezTo>
                  <a:cubicBezTo>
                    <a:pt x="3162" y="5009"/>
                    <a:pt x="3026" y="5036"/>
                    <a:pt x="2998" y="5043"/>
                  </a:cubicBezTo>
                  <a:cubicBezTo>
                    <a:pt x="2969" y="5057"/>
                    <a:pt x="2869" y="5064"/>
                    <a:pt x="2869" y="5064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6"/>
            <p:cNvSpPr/>
            <p:nvPr/>
          </p:nvSpPr>
          <p:spPr>
            <a:xfrm>
              <a:off x="7427913" y="4953001"/>
              <a:ext cx="238125" cy="414338"/>
            </a:xfrm>
            <a:custGeom>
              <a:avLst/>
              <a:gdLst/>
              <a:ahLst/>
              <a:cxnLst/>
              <a:rect l="l" t="t" r="r" b="b"/>
              <a:pathLst>
                <a:path w="572" h="1000" extrusionOk="0">
                  <a:moveTo>
                    <a:pt x="451" y="14"/>
                  </a:moveTo>
                  <a:cubicBezTo>
                    <a:pt x="458" y="0"/>
                    <a:pt x="458" y="77"/>
                    <a:pt x="444" y="91"/>
                  </a:cubicBezTo>
                  <a:cubicBezTo>
                    <a:pt x="422" y="112"/>
                    <a:pt x="415" y="119"/>
                    <a:pt x="372" y="154"/>
                  </a:cubicBezTo>
                  <a:cubicBezTo>
                    <a:pt x="329" y="189"/>
                    <a:pt x="351" y="238"/>
                    <a:pt x="251" y="266"/>
                  </a:cubicBezTo>
                  <a:cubicBezTo>
                    <a:pt x="151" y="294"/>
                    <a:pt x="122" y="329"/>
                    <a:pt x="93" y="385"/>
                  </a:cubicBezTo>
                  <a:cubicBezTo>
                    <a:pt x="72" y="441"/>
                    <a:pt x="65" y="455"/>
                    <a:pt x="65" y="525"/>
                  </a:cubicBezTo>
                  <a:cubicBezTo>
                    <a:pt x="72" y="588"/>
                    <a:pt x="129" y="595"/>
                    <a:pt x="65" y="679"/>
                  </a:cubicBezTo>
                  <a:cubicBezTo>
                    <a:pt x="0" y="763"/>
                    <a:pt x="79" y="798"/>
                    <a:pt x="86" y="833"/>
                  </a:cubicBezTo>
                  <a:cubicBezTo>
                    <a:pt x="93" y="875"/>
                    <a:pt x="93" y="993"/>
                    <a:pt x="179" y="1000"/>
                  </a:cubicBezTo>
                  <a:cubicBezTo>
                    <a:pt x="265" y="1000"/>
                    <a:pt x="401" y="917"/>
                    <a:pt x="401" y="826"/>
                  </a:cubicBezTo>
                  <a:cubicBezTo>
                    <a:pt x="401" y="735"/>
                    <a:pt x="429" y="518"/>
                    <a:pt x="458" y="441"/>
                  </a:cubicBezTo>
                  <a:cubicBezTo>
                    <a:pt x="494" y="364"/>
                    <a:pt x="572" y="343"/>
                    <a:pt x="558" y="245"/>
                  </a:cubicBezTo>
                  <a:cubicBezTo>
                    <a:pt x="544" y="147"/>
                    <a:pt x="451" y="28"/>
                    <a:pt x="451" y="14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6"/>
            <p:cNvSpPr/>
            <p:nvPr/>
          </p:nvSpPr>
          <p:spPr>
            <a:xfrm>
              <a:off x="6373813" y="1431925"/>
              <a:ext cx="460374" cy="244476"/>
            </a:xfrm>
            <a:custGeom>
              <a:avLst/>
              <a:gdLst/>
              <a:ahLst/>
              <a:cxnLst/>
              <a:rect l="l" t="t" r="r" b="b"/>
              <a:pathLst>
                <a:path w="1108" h="588" extrusionOk="0">
                  <a:moveTo>
                    <a:pt x="594" y="308"/>
                  </a:moveTo>
                  <a:cubicBezTo>
                    <a:pt x="565" y="364"/>
                    <a:pt x="558" y="385"/>
                    <a:pt x="515" y="399"/>
                  </a:cubicBezTo>
                  <a:cubicBezTo>
                    <a:pt x="472" y="413"/>
                    <a:pt x="429" y="546"/>
                    <a:pt x="429" y="546"/>
                  </a:cubicBezTo>
                  <a:cubicBezTo>
                    <a:pt x="429" y="546"/>
                    <a:pt x="394" y="588"/>
                    <a:pt x="372" y="567"/>
                  </a:cubicBezTo>
                  <a:cubicBezTo>
                    <a:pt x="351" y="546"/>
                    <a:pt x="308" y="518"/>
                    <a:pt x="279" y="483"/>
                  </a:cubicBezTo>
                  <a:cubicBezTo>
                    <a:pt x="251" y="448"/>
                    <a:pt x="229" y="441"/>
                    <a:pt x="215" y="427"/>
                  </a:cubicBezTo>
                  <a:cubicBezTo>
                    <a:pt x="208" y="413"/>
                    <a:pt x="172" y="378"/>
                    <a:pt x="215" y="378"/>
                  </a:cubicBezTo>
                  <a:cubicBezTo>
                    <a:pt x="251" y="378"/>
                    <a:pt x="286" y="385"/>
                    <a:pt x="258" y="364"/>
                  </a:cubicBezTo>
                  <a:cubicBezTo>
                    <a:pt x="229" y="336"/>
                    <a:pt x="151" y="322"/>
                    <a:pt x="143" y="343"/>
                  </a:cubicBezTo>
                  <a:cubicBezTo>
                    <a:pt x="143" y="364"/>
                    <a:pt x="172" y="371"/>
                    <a:pt x="151" y="378"/>
                  </a:cubicBezTo>
                  <a:cubicBezTo>
                    <a:pt x="122" y="378"/>
                    <a:pt x="129" y="385"/>
                    <a:pt x="86" y="350"/>
                  </a:cubicBezTo>
                  <a:cubicBezTo>
                    <a:pt x="43" y="315"/>
                    <a:pt x="0" y="266"/>
                    <a:pt x="15" y="259"/>
                  </a:cubicBezTo>
                  <a:cubicBezTo>
                    <a:pt x="29" y="245"/>
                    <a:pt x="158" y="315"/>
                    <a:pt x="115" y="266"/>
                  </a:cubicBezTo>
                  <a:cubicBezTo>
                    <a:pt x="72" y="210"/>
                    <a:pt x="43" y="189"/>
                    <a:pt x="43" y="189"/>
                  </a:cubicBezTo>
                  <a:cubicBezTo>
                    <a:pt x="43" y="189"/>
                    <a:pt x="43" y="175"/>
                    <a:pt x="65" y="140"/>
                  </a:cubicBezTo>
                  <a:cubicBezTo>
                    <a:pt x="86" y="105"/>
                    <a:pt x="143" y="126"/>
                    <a:pt x="143" y="126"/>
                  </a:cubicBezTo>
                  <a:cubicBezTo>
                    <a:pt x="143" y="126"/>
                    <a:pt x="236" y="119"/>
                    <a:pt x="251" y="126"/>
                  </a:cubicBezTo>
                  <a:cubicBezTo>
                    <a:pt x="265" y="126"/>
                    <a:pt x="258" y="147"/>
                    <a:pt x="301" y="133"/>
                  </a:cubicBezTo>
                  <a:cubicBezTo>
                    <a:pt x="336" y="119"/>
                    <a:pt x="372" y="126"/>
                    <a:pt x="358" y="98"/>
                  </a:cubicBezTo>
                  <a:cubicBezTo>
                    <a:pt x="344" y="70"/>
                    <a:pt x="344" y="70"/>
                    <a:pt x="344" y="70"/>
                  </a:cubicBezTo>
                  <a:cubicBezTo>
                    <a:pt x="344" y="70"/>
                    <a:pt x="386" y="112"/>
                    <a:pt x="429" y="105"/>
                  </a:cubicBezTo>
                  <a:cubicBezTo>
                    <a:pt x="472" y="98"/>
                    <a:pt x="608" y="147"/>
                    <a:pt x="587" y="168"/>
                  </a:cubicBezTo>
                  <a:cubicBezTo>
                    <a:pt x="558" y="189"/>
                    <a:pt x="529" y="182"/>
                    <a:pt x="544" y="189"/>
                  </a:cubicBezTo>
                  <a:cubicBezTo>
                    <a:pt x="551" y="196"/>
                    <a:pt x="565" y="203"/>
                    <a:pt x="601" y="217"/>
                  </a:cubicBezTo>
                  <a:cubicBezTo>
                    <a:pt x="637" y="224"/>
                    <a:pt x="651" y="189"/>
                    <a:pt x="608" y="147"/>
                  </a:cubicBezTo>
                  <a:cubicBezTo>
                    <a:pt x="572" y="112"/>
                    <a:pt x="537" y="98"/>
                    <a:pt x="537" y="98"/>
                  </a:cubicBezTo>
                  <a:cubicBezTo>
                    <a:pt x="537" y="98"/>
                    <a:pt x="487" y="63"/>
                    <a:pt x="479" y="49"/>
                  </a:cubicBezTo>
                  <a:cubicBezTo>
                    <a:pt x="479" y="35"/>
                    <a:pt x="522" y="21"/>
                    <a:pt x="544" y="14"/>
                  </a:cubicBezTo>
                  <a:cubicBezTo>
                    <a:pt x="565" y="0"/>
                    <a:pt x="651" y="42"/>
                    <a:pt x="680" y="28"/>
                  </a:cubicBezTo>
                  <a:cubicBezTo>
                    <a:pt x="715" y="14"/>
                    <a:pt x="787" y="63"/>
                    <a:pt x="787" y="56"/>
                  </a:cubicBezTo>
                  <a:cubicBezTo>
                    <a:pt x="780" y="42"/>
                    <a:pt x="730" y="28"/>
                    <a:pt x="830" y="28"/>
                  </a:cubicBezTo>
                  <a:cubicBezTo>
                    <a:pt x="930" y="21"/>
                    <a:pt x="966" y="49"/>
                    <a:pt x="994" y="56"/>
                  </a:cubicBezTo>
                  <a:cubicBezTo>
                    <a:pt x="1016" y="63"/>
                    <a:pt x="1044" y="84"/>
                    <a:pt x="1058" y="77"/>
                  </a:cubicBezTo>
                  <a:cubicBezTo>
                    <a:pt x="1066" y="77"/>
                    <a:pt x="1108" y="126"/>
                    <a:pt x="1080" y="133"/>
                  </a:cubicBezTo>
                  <a:cubicBezTo>
                    <a:pt x="1058" y="133"/>
                    <a:pt x="1051" y="196"/>
                    <a:pt x="1001" y="182"/>
                  </a:cubicBezTo>
                  <a:cubicBezTo>
                    <a:pt x="951" y="168"/>
                    <a:pt x="973" y="217"/>
                    <a:pt x="830" y="203"/>
                  </a:cubicBezTo>
                  <a:cubicBezTo>
                    <a:pt x="694" y="189"/>
                    <a:pt x="701" y="182"/>
                    <a:pt x="708" y="217"/>
                  </a:cubicBezTo>
                  <a:cubicBezTo>
                    <a:pt x="715" y="245"/>
                    <a:pt x="737" y="294"/>
                    <a:pt x="737" y="294"/>
                  </a:cubicBezTo>
                  <a:cubicBezTo>
                    <a:pt x="772" y="301"/>
                    <a:pt x="772" y="301"/>
                    <a:pt x="772" y="301"/>
                  </a:cubicBezTo>
                  <a:cubicBezTo>
                    <a:pt x="772" y="301"/>
                    <a:pt x="923" y="420"/>
                    <a:pt x="915" y="420"/>
                  </a:cubicBezTo>
                  <a:cubicBezTo>
                    <a:pt x="908" y="420"/>
                    <a:pt x="901" y="427"/>
                    <a:pt x="873" y="434"/>
                  </a:cubicBezTo>
                  <a:cubicBezTo>
                    <a:pt x="851" y="434"/>
                    <a:pt x="837" y="441"/>
                    <a:pt x="837" y="469"/>
                  </a:cubicBezTo>
                  <a:cubicBezTo>
                    <a:pt x="844" y="497"/>
                    <a:pt x="758" y="518"/>
                    <a:pt x="722" y="497"/>
                  </a:cubicBezTo>
                  <a:cubicBezTo>
                    <a:pt x="687" y="476"/>
                    <a:pt x="680" y="490"/>
                    <a:pt x="665" y="476"/>
                  </a:cubicBezTo>
                  <a:cubicBezTo>
                    <a:pt x="644" y="462"/>
                    <a:pt x="715" y="399"/>
                    <a:pt x="694" y="385"/>
                  </a:cubicBezTo>
                  <a:cubicBezTo>
                    <a:pt x="665" y="364"/>
                    <a:pt x="644" y="343"/>
                    <a:pt x="630" y="336"/>
                  </a:cubicBezTo>
                  <a:cubicBezTo>
                    <a:pt x="622" y="329"/>
                    <a:pt x="594" y="308"/>
                    <a:pt x="594" y="308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6"/>
            <p:cNvSpPr/>
            <p:nvPr/>
          </p:nvSpPr>
          <p:spPr>
            <a:xfrm>
              <a:off x="7416801" y="1643063"/>
              <a:ext cx="474663" cy="371475"/>
            </a:xfrm>
            <a:custGeom>
              <a:avLst/>
              <a:gdLst/>
              <a:ahLst/>
              <a:cxnLst/>
              <a:rect l="l" t="t" r="r" b="b"/>
              <a:pathLst>
                <a:path w="1144" h="896" extrusionOk="0">
                  <a:moveTo>
                    <a:pt x="472" y="840"/>
                  </a:moveTo>
                  <a:cubicBezTo>
                    <a:pt x="458" y="854"/>
                    <a:pt x="515" y="896"/>
                    <a:pt x="422" y="868"/>
                  </a:cubicBezTo>
                  <a:cubicBezTo>
                    <a:pt x="329" y="840"/>
                    <a:pt x="265" y="861"/>
                    <a:pt x="236" y="812"/>
                  </a:cubicBezTo>
                  <a:cubicBezTo>
                    <a:pt x="215" y="763"/>
                    <a:pt x="143" y="805"/>
                    <a:pt x="115" y="777"/>
                  </a:cubicBezTo>
                  <a:cubicBezTo>
                    <a:pt x="86" y="742"/>
                    <a:pt x="0" y="812"/>
                    <a:pt x="86" y="721"/>
                  </a:cubicBezTo>
                  <a:cubicBezTo>
                    <a:pt x="172" y="623"/>
                    <a:pt x="165" y="686"/>
                    <a:pt x="172" y="623"/>
                  </a:cubicBezTo>
                  <a:cubicBezTo>
                    <a:pt x="179" y="567"/>
                    <a:pt x="186" y="518"/>
                    <a:pt x="186" y="518"/>
                  </a:cubicBezTo>
                  <a:cubicBezTo>
                    <a:pt x="186" y="518"/>
                    <a:pt x="194" y="497"/>
                    <a:pt x="222" y="511"/>
                  </a:cubicBezTo>
                  <a:cubicBezTo>
                    <a:pt x="251" y="518"/>
                    <a:pt x="279" y="483"/>
                    <a:pt x="272" y="476"/>
                  </a:cubicBezTo>
                  <a:cubicBezTo>
                    <a:pt x="258" y="476"/>
                    <a:pt x="251" y="476"/>
                    <a:pt x="229" y="455"/>
                  </a:cubicBezTo>
                  <a:cubicBezTo>
                    <a:pt x="215" y="434"/>
                    <a:pt x="179" y="420"/>
                    <a:pt x="215" y="413"/>
                  </a:cubicBezTo>
                  <a:cubicBezTo>
                    <a:pt x="244" y="406"/>
                    <a:pt x="344" y="392"/>
                    <a:pt x="337" y="371"/>
                  </a:cubicBezTo>
                  <a:cubicBezTo>
                    <a:pt x="337" y="350"/>
                    <a:pt x="329" y="294"/>
                    <a:pt x="329" y="294"/>
                  </a:cubicBezTo>
                  <a:cubicBezTo>
                    <a:pt x="329" y="294"/>
                    <a:pt x="315" y="231"/>
                    <a:pt x="329" y="231"/>
                  </a:cubicBezTo>
                  <a:cubicBezTo>
                    <a:pt x="344" y="224"/>
                    <a:pt x="437" y="231"/>
                    <a:pt x="458" y="217"/>
                  </a:cubicBezTo>
                  <a:cubicBezTo>
                    <a:pt x="472" y="203"/>
                    <a:pt x="594" y="112"/>
                    <a:pt x="623" y="98"/>
                  </a:cubicBezTo>
                  <a:cubicBezTo>
                    <a:pt x="644" y="84"/>
                    <a:pt x="780" y="98"/>
                    <a:pt x="794" y="98"/>
                  </a:cubicBezTo>
                  <a:cubicBezTo>
                    <a:pt x="808" y="98"/>
                    <a:pt x="880" y="91"/>
                    <a:pt x="901" y="70"/>
                  </a:cubicBezTo>
                  <a:cubicBezTo>
                    <a:pt x="930" y="56"/>
                    <a:pt x="937" y="49"/>
                    <a:pt x="973" y="28"/>
                  </a:cubicBezTo>
                  <a:cubicBezTo>
                    <a:pt x="1001" y="0"/>
                    <a:pt x="1137" y="7"/>
                    <a:pt x="1137" y="21"/>
                  </a:cubicBezTo>
                  <a:cubicBezTo>
                    <a:pt x="1144" y="42"/>
                    <a:pt x="1130" y="84"/>
                    <a:pt x="1130" y="84"/>
                  </a:cubicBezTo>
                  <a:cubicBezTo>
                    <a:pt x="1130" y="84"/>
                    <a:pt x="1123" y="77"/>
                    <a:pt x="1087" y="105"/>
                  </a:cubicBezTo>
                  <a:cubicBezTo>
                    <a:pt x="1059" y="140"/>
                    <a:pt x="937" y="154"/>
                    <a:pt x="901" y="161"/>
                  </a:cubicBezTo>
                  <a:cubicBezTo>
                    <a:pt x="866" y="168"/>
                    <a:pt x="873" y="182"/>
                    <a:pt x="794" y="203"/>
                  </a:cubicBezTo>
                  <a:cubicBezTo>
                    <a:pt x="723" y="224"/>
                    <a:pt x="773" y="273"/>
                    <a:pt x="673" y="287"/>
                  </a:cubicBezTo>
                  <a:cubicBezTo>
                    <a:pt x="580" y="308"/>
                    <a:pt x="522" y="308"/>
                    <a:pt x="494" y="343"/>
                  </a:cubicBezTo>
                  <a:cubicBezTo>
                    <a:pt x="472" y="385"/>
                    <a:pt x="472" y="427"/>
                    <a:pt x="458" y="441"/>
                  </a:cubicBezTo>
                  <a:cubicBezTo>
                    <a:pt x="444" y="455"/>
                    <a:pt x="408" y="483"/>
                    <a:pt x="408" y="497"/>
                  </a:cubicBezTo>
                  <a:cubicBezTo>
                    <a:pt x="415" y="511"/>
                    <a:pt x="387" y="539"/>
                    <a:pt x="387" y="539"/>
                  </a:cubicBezTo>
                  <a:cubicBezTo>
                    <a:pt x="387" y="539"/>
                    <a:pt x="372" y="623"/>
                    <a:pt x="351" y="637"/>
                  </a:cubicBezTo>
                  <a:cubicBezTo>
                    <a:pt x="337" y="644"/>
                    <a:pt x="315" y="686"/>
                    <a:pt x="351" y="735"/>
                  </a:cubicBezTo>
                  <a:cubicBezTo>
                    <a:pt x="387" y="777"/>
                    <a:pt x="472" y="812"/>
                    <a:pt x="472" y="812"/>
                  </a:cubicBezTo>
                  <a:lnTo>
                    <a:pt x="472" y="840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6"/>
            <p:cNvSpPr/>
            <p:nvPr/>
          </p:nvSpPr>
          <p:spPr>
            <a:xfrm>
              <a:off x="7232651" y="1387475"/>
              <a:ext cx="200025" cy="90488"/>
            </a:xfrm>
            <a:custGeom>
              <a:avLst/>
              <a:gdLst/>
              <a:ahLst/>
              <a:cxnLst/>
              <a:rect l="l" t="t" r="r" b="b"/>
              <a:pathLst>
                <a:path w="484" h="220" extrusionOk="0">
                  <a:moveTo>
                    <a:pt x="428" y="206"/>
                  </a:moveTo>
                  <a:cubicBezTo>
                    <a:pt x="356" y="192"/>
                    <a:pt x="363" y="220"/>
                    <a:pt x="292" y="185"/>
                  </a:cubicBezTo>
                  <a:cubicBezTo>
                    <a:pt x="221" y="142"/>
                    <a:pt x="235" y="142"/>
                    <a:pt x="157" y="150"/>
                  </a:cubicBezTo>
                  <a:cubicBezTo>
                    <a:pt x="72" y="157"/>
                    <a:pt x="43" y="135"/>
                    <a:pt x="22" y="107"/>
                  </a:cubicBezTo>
                  <a:cubicBezTo>
                    <a:pt x="0" y="71"/>
                    <a:pt x="0" y="71"/>
                    <a:pt x="29" y="64"/>
                  </a:cubicBezTo>
                  <a:cubicBezTo>
                    <a:pt x="50" y="57"/>
                    <a:pt x="43" y="50"/>
                    <a:pt x="79" y="57"/>
                  </a:cubicBezTo>
                  <a:cubicBezTo>
                    <a:pt x="121" y="64"/>
                    <a:pt x="29" y="128"/>
                    <a:pt x="121" y="64"/>
                  </a:cubicBezTo>
                  <a:cubicBezTo>
                    <a:pt x="214" y="0"/>
                    <a:pt x="264" y="36"/>
                    <a:pt x="264" y="36"/>
                  </a:cubicBezTo>
                  <a:cubicBezTo>
                    <a:pt x="264" y="36"/>
                    <a:pt x="257" y="79"/>
                    <a:pt x="292" y="57"/>
                  </a:cubicBezTo>
                  <a:cubicBezTo>
                    <a:pt x="335" y="43"/>
                    <a:pt x="342" y="29"/>
                    <a:pt x="342" y="29"/>
                  </a:cubicBezTo>
                  <a:cubicBezTo>
                    <a:pt x="342" y="29"/>
                    <a:pt x="484" y="71"/>
                    <a:pt x="456" y="93"/>
                  </a:cubicBezTo>
                  <a:cubicBezTo>
                    <a:pt x="420" y="121"/>
                    <a:pt x="435" y="171"/>
                    <a:pt x="435" y="171"/>
                  </a:cubicBezTo>
                  <a:lnTo>
                    <a:pt x="428" y="206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7443788" y="1423988"/>
              <a:ext cx="85725" cy="34925"/>
            </a:xfrm>
            <a:custGeom>
              <a:avLst/>
              <a:gdLst/>
              <a:ahLst/>
              <a:cxnLst/>
              <a:rect l="l" t="t" r="r" b="b"/>
              <a:pathLst>
                <a:path w="208" h="84" extrusionOk="0">
                  <a:moveTo>
                    <a:pt x="151" y="70"/>
                  </a:moveTo>
                  <a:cubicBezTo>
                    <a:pt x="65" y="84"/>
                    <a:pt x="65" y="84"/>
                    <a:pt x="65" y="84"/>
                  </a:cubicBezTo>
                  <a:cubicBezTo>
                    <a:pt x="65" y="84"/>
                    <a:pt x="0" y="84"/>
                    <a:pt x="8" y="63"/>
                  </a:cubicBezTo>
                  <a:cubicBezTo>
                    <a:pt x="15" y="49"/>
                    <a:pt x="15" y="63"/>
                    <a:pt x="36" y="42"/>
                  </a:cubicBezTo>
                  <a:cubicBezTo>
                    <a:pt x="58" y="28"/>
                    <a:pt x="65" y="35"/>
                    <a:pt x="87" y="35"/>
                  </a:cubicBezTo>
                  <a:cubicBezTo>
                    <a:pt x="101" y="35"/>
                    <a:pt x="94" y="0"/>
                    <a:pt x="94" y="0"/>
                  </a:cubicBezTo>
                  <a:cubicBezTo>
                    <a:pt x="94" y="0"/>
                    <a:pt x="158" y="7"/>
                    <a:pt x="173" y="14"/>
                  </a:cubicBezTo>
                  <a:cubicBezTo>
                    <a:pt x="187" y="21"/>
                    <a:pt x="208" y="49"/>
                    <a:pt x="194" y="49"/>
                  </a:cubicBezTo>
                  <a:cubicBezTo>
                    <a:pt x="180" y="49"/>
                    <a:pt x="151" y="70"/>
                    <a:pt x="151" y="70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6"/>
            <p:cNvSpPr/>
            <p:nvPr/>
          </p:nvSpPr>
          <p:spPr>
            <a:xfrm>
              <a:off x="7478713" y="1344613"/>
              <a:ext cx="133350" cy="76200"/>
            </a:xfrm>
            <a:custGeom>
              <a:avLst/>
              <a:gdLst/>
              <a:ahLst/>
              <a:cxnLst/>
              <a:rect l="l" t="t" r="r" b="b"/>
              <a:pathLst>
                <a:path w="324" h="184" extrusionOk="0">
                  <a:moveTo>
                    <a:pt x="224" y="170"/>
                  </a:moveTo>
                  <a:cubicBezTo>
                    <a:pt x="209" y="170"/>
                    <a:pt x="159" y="184"/>
                    <a:pt x="137" y="177"/>
                  </a:cubicBezTo>
                  <a:cubicBezTo>
                    <a:pt x="123" y="170"/>
                    <a:pt x="123" y="156"/>
                    <a:pt x="101" y="156"/>
                  </a:cubicBezTo>
                  <a:cubicBezTo>
                    <a:pt x="72" y="149"/>
                    <a:pt x="36" y="156"/>
                    <a:pt x="36" y="156"/>
                  </a:cubicBezTo>
                  <a:cubicBezTo>
                    <a:pt x="36" y="156"/>
                    <a:pt x="0" y="177"/>
                    <a:pt x="15" y="142"/>
                  </a:cubicBezTo>
                  <a:cubicBezTo>
                    <a:pt x="36" y="107"/>
                    <a:pt x="80" y="121"/>
                    <a:pt x="87" y="114"/>
                  </a:cubicBezTo>
                  <a:cubicBezTo>
                    <a:pt x="87" y="100"/>
                    <a:pt x="94" y="92"/>
                    <a:pt x="116" y="78"/>
                  </a:cubicBezTo>
                  <a:cubicBezTo>
                    <a:pt x="137" y="57"/>
                    <a:pt x="108" y="64"/>
                    <a:pt x="137" y="43"/>
                  </a:cubicBezTo>
                  <a:cubicBezTo>
                    <a:pt x="159" y="29"/>
                    <a:pt x="159" y="29"/>
                    <a:pt x="159" y="29"/>
                  </a:cubicBezTo>
                  <a:cubicBezTo>
                    <a:pt x="159" y="29"/>
                    <a:pt x="180" y="0"/>
                    <a:pt x="202" y="8"/>
                  </a:cubicBezTo>
                  <a:cubicBezTo>
                    <a:pt x="231" y="15"/>
                    <a:pt x="252" y="29"/>
                    <a:pt x="252" y="29"/>
                  </a:cubicBezTo>
                  <a:cubicBezTo>
                    <a:pt x="252" y="29"/>
                    <a:pt x="260" y="85"/>
                    <a:pt x="245" y="85"/>
                  </a:cubicBezTo>
                  <a:cubicBezTo>
                    <a:pt x="231" y="85"/>
                    <a:pt x="245" y="114"/>
                    <a:pt x="245" y="114"/>
                  </a:cubicBezTo>
                  <a:cubicBezTo>
                    <a:pt x="245" y="114"/>
                    <a:pt x="324" y="142"/>
                    <a:pt x="296" y="149"/>
                  </a:cubicBezTo>
                  <a:cubicBezTo>
                    <a:pt x="267" y="156"/>
                    <a:pt x="245" y="156"/>
                    <a:pt x="245" y="156"/>
                  </a:cubicBezTo>
                  <a:lnTo>
                    <a:pt x="224" y="170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6"/>
            <p:cNvSpPr/>
            <p:nvPr/>
          </p:nvSpPr>
          <p:spPr>
            <a:xfrm>
              <a:off x="7537451" y="1428750"/>
              <a:ext cx="82550" cy="31750"/>
            </a:xfrm>
            <a:custGeom>
              <a:avLst/>
              <a:gdLst/>
              <a:ahLst/>
              <a:cxnLst/>
              <a:rect l="l" t="t" r="r" b="b"/>
              <a:pathLst>
                <a:path w="200" h="76" extrusionOk="0">
                  <a:moveTo>
                    <a:pt x="8" y="70"/>
                  </a:moveTo>
                  <a:cubicBezTo>
                    <a:pt x="29" y="76"/>
                    <a:pt x="43" y="76"/>
                    <a:pt x="65" y="63"/>
                  </a:cubicBezTo>
                  <a:cubicBezTo>
                    <a:pt x="86" y="49"/>
                    <a:pt x="86" y="42"/>
                    <a:pt x="115" y="49"/>
                  </a:cubicBezTo>
                  <a:cubicBezTo>
                    <a:pt x="136" y="56"/>
                    <a:pt x="200" y="21"/>
                    <a:pt x="179" y="21"/>
                  </a:cubicBezTo>
                  <a:cubicBezTo>
                    <a:pt x="165" y="21"/>
                    <a:pt x="136" y="21"/>
                    <a:pt x="122" y="14"/>
                  </a:cubicBezTo>
                  <a:cubicBezTo>
                    <a:pt x="108" y="0"/>
                    <a:pt x="65" y="7"/>
                    <a:pt x="36" y="7"/>
                  </a:cubicBezTo>
                  <a:cubicBezTo>
                    <a:pt x="8" y="14"/>
                    <a:pt x="0" y="49"/>
                    <a:pt x="0" y="49"/>
                  </a:cubicBezTo>
                  <a:lnTo>
                    <a:pt x="8" y="70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6"/>
            <p:cNvSpPr/>
            <p:nvPr/>
          </p:nvSpPr>
          <p:spPr>
            <a:xfrm>
              <a:off x="7616826" y="1387475"/>
              <a:ext cx="77788" cy="73025"/>
            </a:xfrm>
            <a:custGeom>
              <a:avLst/>
              <a:gdLst/>
              <a:ahLst/>
              <a:cxnLst/>
              <a:rect l="l" t="t" r="r" b="b"/>
              <a:pathLst>
                <a:path w="188" h="176" extrusionOk="0">
                  <a:moveTo>
                    <a:pt x="66" y="127"/>
                  </a:moveTo>
                  <a:cubicBezTo>
                    <a:pt x="66" y="127"/>
                    <a:pt x="51" y="176"/>
                    <a:pt x="94" y="148"/>
                  </a:cubicBezTo>
                  <a:cubicBezTo>
                    <a:pt x="138" y="120"/>
                    <a:pt x="138" y="113"/>
                    <a:pt x="152" y="113"/>
                  </a:cubicBezTo>
                  <a:cubicBezTo>
                    <a:pt x="167" y="106"/>
                    <a:pt x="188" y="71"/>
                    <a:pt x="188" y="71"/>
                  </a:cubicBezTo>
                  <a:cubicBezTo>
                    <a:pt x="188" y="71"/>
                    <a:pt x="160" y="43"/>
                    <a:pt x="145" y="29"/>
                  </a:cubicBezTo>
                  <a:cubicBezTo>
                    <a:pt x="123" y="15"/>
                    <a:pt x="145" y="0"/>
                    <a:pt x="109" y="8"/>
                  </a:cubicBezTo>
                  <a:cubicBezTo>
                    <a:pt x="66" y="8"/>
                    <a:pt x="58" y="71"/>
                    <a:pt x="58" y="71"/>
                  </a:cubicBezTo>
                  <a:cubicBezTo>
                    <a:pt x="58" y="71"/>
                    <a:pt x="0" y="50"/>
                    <a:pt x="15" y="78"/>
                  </a:cubicBezTo>
                  <a:cubicBezTo>
                    <a:pt x="29" y="106"/>
                    <a:pt x="66" y="120"/>
                    <a:pt x="66" y="120"/>
                  </a:cubicBezTo>
                  <a:lnTo>
                    <a:pt x="66" y="127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6"/>
            <p:cNvSpPr/>
            <p:nvPr/>
          </p:nvSpPr>
          <p:spPr>
            <a:xfrm>
              <a:off x="7572376" y="1458913"/>
              <a:ext cx="65088" cy="19050"/>
            </a:xfrm>
            <a:custGeom>
              <a:avLst/>
              <a:gdLst/>
              <a:ahLst/>
              <a:cxnLst/>
              <a:rect l="l" t="t" r="r" b="b"/>
              <a:pathLst>
                <a:path w="156" h="48" extrusionOk="0">
                  <a:moveTo>
                    <a:pt x="67" y="0"/>
                  </a:moveTo>
                  <a:cubicBezTo>
                    <a:pt x="52" y="0"/>
                    <a:pt x="0" y="21"/>
                    <a:pt x="30" y="35"/>
                  </a:cubicBezTo>
                  <a:cubicBezTo>
                    <a:pt x="60" y="48"/>
                    <a:pt x="104" y="48"/>
                    <a:pt x="112" y="48"/>
                  </a:cubicBezTo>
                  <a:cubicBezTo>
                    <a:pt x="127" y="48"/>
                    <a:pt x="149" y="48"/>
                    <a:pt x="149" y="35"/>
                  </a:cubicBezTo>
                  <a:cubicBezTo>
                    <a:pt x="156" y="21"/>
                    <a:pt x="112" y="0"/>
                    <a:pt x="112" y="0"/>
                  </a:cubicBezTo>
                  <a:lnTo>
                    <a:pt x="67" y="0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7572376" y="1322388"/>
              <a:ext cx="39688" cy="25400"/>
            </a:xfrm>
            <a:custGeom>
              <a:avLst/>
              <a:gdLst/>
              <a:ahLst/>
              <a:cxnLst/>
              <a:rect l="l" t="t" r="r" b="b"/>
              <a:pathLst>
                <a:path w="96" h="60" extrusionOk="0">
                  <a:moveTo>
                    <a:pt x="67" y="60"/>
                  </a:moveTo>
                  <a:cubicBezTo>
                    <a:pt x="67" y="60"/>
                    <a:pt x="0" y="40"/>
                    <a:pt x="0" y="27"/>
                  </a:cubicBezTo>
                  <a:cubicBezTo>
                    <a:pt x="8" y="20"/>
                    <a:pt x="45" y="0"/>
                    <a:pt x="60" y="0"/>
                  </a:cubicBezTo>
                  <a:cubicBezTo>
                    <a:pt x="67" y="7"/>
                    <a:pt x="96" y="0"/>
                    <a:pt x="89" y="14"/>
                  </a:cubicBezTo>
                  <a:cubicBezTo>
                    <a:pt x="89" y="27"/>
                    <a:pt x="67" y="60"/>
                    <a:pt x="67" y="60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16"/>
            <p:cNvSpPr/>
            <p:nvPr/>
          </p:nvSpPr>
          <p:spPr>
            <a:xfrm>
              <a:off x="8424863" y="1377950"/>
              <a:ext cx="271463" cy="182563"/>
            </a:xfrm>
            <a:custGeom>
              <a:avLst/>
              <a:gdLst/>
              <a:ahLst/>
              <a:cxnLst/>
              <a:rect l="l" t="t" r="r" b="b"/>
              <a:pathLst>
                <a:path w="656" h="440" extrusionOk="0">
                  <a:moveTo>
                    <a:pt x="164" y="294"/>
                  </a:moveTo>
                  <a:cubicBezTo>
                    <a:pt x="150" y="322"/>
                    <a:pt x="236" y="392"/>
                    <a:pt x="157" y="343"/>
                  </a:cubicBezTo>
                  <a:cubicBezTo>
                    <a:pt x="72" y="294"/>
                    <a:pt x="58" y="280"/>
                    <a:pt x="58" y="280"/>
                  </a:cubicBezTo>
                  <a:cubicBezTo>
                    <a:pt x="15" y="315"/>
                    <a:pt x="15" y="315"/>
                    <a:pt x="15" y="315"/>
                  </a:cubicBezTo>
                  <a:cubicBezTo>
                    <a:pt x="15" y="315"/>
                    <a:pt x="0" y="259"/>
                    <a:pt x="22" y="245"/>
                  </a:cubicBezTo>
                  <a:cubicBezTo>
                    <a:pt x="50" y="231"/>
                    <a:pt x="58" y="259"/>
                    <a:pt x="50" y="217"/>
                  </a:cubicBezTo>
                  <a:cubicBezTo>
                    <a:pt x="43" y="168"/>
                    <a:pt x="43" y="161"/>
                    <a:pt x="58" y="147"/>
                  </a:cubicBezTo>
                  <a:cubicBezTo>
                    <a:pt x="72" y="126"/>
                    <a:pt x="65" y="140"/>
                    <a:pt x="93" y="119"/>
                  </a:cubicBezTo>
                  <a:cubicBezTo>
                    <a:pt x="115" y="98"/>
                    <a:pt x="193" y="84"/>
                    <a:pt x="207" y="56"/>
                  </a:cubicBezTo>
                  <a:cubicBezTo>
                    <a:pt x="222" y="35"/>
                    <a:pt x="236" y="21"/>
                    <a:pt x="243" y="14"/>
                  </a:cubicBezTo>
                  <a:cubicBezTo>
                    <a:pt x="257" y="0"/>
                    <a:pt x="286" y="35"/>
                    <a:pt x="314" y="42"/>
                  </a:cubicBezTo>
                  <a:cubicBezTo>
                    <a:pt x="350" y="49"/>
                    <a:pt x="364" y="112"/>
                    <a:pt x="364" y="112"/>
                  </a:cubicBezTo>
                  <a:cubicBezTo>
                    <a:pt x="364" y="112"/>
                    <a:pt x="414" y="168"/>
                    <a:pt x="435" y="189"/>
                  </a:cubicBezTo>
                  <a:cubicBezTo>
                    <a:pt x="464" y="210"/>
                    <a:pt x="457" y="266"/>
                    <a:pt x="500" y="252"/>
                  </a:cubicBezTo>
                  <a:cubicBezTo>
                    <a:pt x="550" y="245"/>
                    <a:pt x="656" y="294"/>
                    <a:pt x="642" y="294"/>
                  </a:cubicBezTo>
                  <a:cubicBezTo>
                    <a:pt x="628" y="301"/>
                    <a:pt x="607" y="329"/>
                    <a:pt x="607" y="329"/>
                  </a:cubicBezTo>
                  <a:cubicBezTo>
                    <a:pt x="614" y="357"/>
                    <a:pt x="614" y="357"/>
                    <a:pt x="614" y="357"/>
                  </a:cubicBezTo>
                  <a:cubicBezTo>
                    <a:pt x="614" y="357"/>
                    <a:pt x="649" y="406"/>
                    <a:pt x="621" y="406"/>
                  </a:cubicBezTo>
                  <a:cubicBezTo>
                    <a:pt x="592" y="399"/>
                    <a:pt x="557" y="406"/>
                    <a:pt x="514" y="406"/>
                  </a:cubicBezTo>
                  <a:cubicBezTo>
                    <a:pt x="471" y="406"/>
                    <a:pt x="485" y="440"/>
                    <a:pt x="471" y="433"/>
                  </a:cubicBezTo>
                  <a:cubicBezTo>
                    <a:pt x="450" y="427"/>
                    <a:pt x="435" y="420"/>
                    <a:pt x="393" y="399"/>
                  </a:cubicBezTo>
                  <a:cubicBezTo>
                    <a:pt x="350" y="371"/>
                    <a:pt x="371" y="371"/>
                    <a:pt x="314" y="364"/>
                  </a:cubicBezTo>
                  <a:cubicBezTo>
                    <a:pt x="257" y="357"/>
                    <a:pt x="293" y="420"/>
                    <a:pt x="257" y="357"/>
                  </a:cubicBezTo>
                  <a:cubicBezTo>
                    <a:pt x="222" y="301"/>
                    <a:pt x="200" y="287"/>
                    <a:pt x="200" y="287"/>
                  </a:cubicBezTo>
                  <a:lnTo>
                    <a:pt x="164" y="29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6"/>
            <p:cNvSpPr/>
            <p:nvPr/>
          </p:nvSpPr>
          <p:spPr>
            <a:xfrm>
              <a:off x="8666163" y="1501775"/>
              <a:ext cx="176213" cy="98425"/>
            </a:xfrm>
            <a:custGeom>
              <a:avLst/>
              <a:gdLst/>
              <a:ahLst/>
              <a:cxnLst/>
              <a:rect l="l" t="t" r="r" b="b"/>
              <a:pathLst>
                <a:path w="424" h="236" extrusionOk="0">
                  <a:moveTo>
                    <a:pt x="36" y="223"/>
                  </a:moveTo>
                  <a:cubicBezTo>
                    <a:pt x="80" y="209"/>
                    <a:pt x="101" y="195"/>
                    <a:pt x="137" y="195"/>
                  </a:cubicBezTo>
                  <a:cubicBezTo>
                    <a:pt x="180" y="195"/>
                    <a:pt x="223" y="202"/>
                    <a:pt x="252" y="209"/>
                  </a:cubicBezTo>
                  <a:cubicBezTo>
                    <a:pt x="274" y="216"/>
                    <a:pt x="338" y="216"/>
                    <a:pt x="345" y="202"/>
                  </a:cubicBezTo>
                  <a:cubicBezTo>
                    <a:pt x="345" y="188"/>
                    <a:pt x="353" y="174"/>
                    <a:pt x="353" y="174"/>
                  </a:cubicBezTo>
                  <a:cubicBezTo>
                    <a:pt x="353" y="174"/>
                    <a:pt x="424" y="181"/>
                    <a:pt x="396" y="153"/>
                  </a:cubicBezTo>
                  <a:cubicBezTo>
                    <a:pt x="367" y="125"/>
                    <a:pt x="281" y="63"/>
                    <a:pt x="281" y="63"/>
                  </a:cubicBezTo>
                  <a:cubicBezTo>
                    <a:pt x="281" y="63"/>
                    <a:pt x="202" y="14"/>
                    <a:pt x="180" y="7"/>
                  </a:cubicBezTo>
                  <a:cubicBezTo>
                    <a:pt x="159" y="0"/>
                    <a:pt x="123" y="28"/>
                    <a:pt x="94" y="42"/>
                  </a:cubicBezTo>
                  <a:cubicBezTo>
                    <a:pt x="72" y="49"/>
                    <a:pt x="72" y="70"/>
                    <a:pt x="72" y="91"/>
                  </a:cubicBezTo>
                  <a:cubicBezTo>
                    <a:pt x="72" y="105"/>
                    <a:pt x="36" y="167"/>
                    <a:pt x="15" y="167"/>
                  </a:cubicBezTo>
                  <a:cubicBezTo>
                    <a:pt x="0" y="167"/>
                    <a:pt x="8" y="209"/>
                    <a:pt x="15" y="223"/>
                  </a:cubicBezTo>
                  <a:cubicBezTo>
                    <a:pt x="22" y="236"/>
                    <a:pt x="36" y="223"/>
                    <a:pt x="36" y="223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16"/>
            <p:cNvSpPr/>
            <p:nvPr/>
          </p:nvSpPr>
          <p:spPr>
            <a:xfrm>
              <a:off x="8218488" y="1697038"/>
              <a:ext cx="44450" cy="46038"/>
            </a:xfrm>
            <a:custGeom>
              <a:avLst/>
              <a:gdLst/>
              <a:ahLst/>
              <a:cxnLst/>
              <a:rect l="l" t="t" r="r" b="b"/>
              <a:pathLst>
                <a:path w="108" h="112" extrusionOk="0">
                  <a:moveTo>
                    <a:pt x="58" y="0"/>
                  </a:moveTo>
                  <a:cubicBezTo>
                    <a:pt x="8" y="21"/>
                    <a:pt x="8" y="21"/>
                    <a:pt x="8" y="21"/>
                  </a:cubicBezTo>
                  <a:cubicBezTo>
                    <a:pt x="8" y="21"/>
                    <a:pt x="29" y="56"/>
                    <a:pt x="15" y="56"/>
                  </a:cubicBezTo>
                  <a:cubicBezTo>
                    <a:pt x="8" y="56"/>
                    <a:pt x="0" y="98"/>
                    <a:pt x="0" y="98"/>
                  </a:cubicBezTo>
                  <a:cubicBezTo>
                    <a:pt x="0" y="98"/>
                    <a:pt x="0" y="112"/>
                    <a:pt x="22" y="105"/>
                  </a:cubicBezTo>
                  <a:cubicBezTo>
                    <a:pt x="51" y="98"/>
                    <a:pt x="51" y="77"/>
                    <a:pt x="51" y="77"/>
                  </a:cubicBezTo>
                  <a:cubicBezTo>
                    <a:pt x="51" y="77"/>
                    <a:pt x="36" y="28"/>
                    <a:pt x="58" y="28"/>
                  </a:cubicBezTo>
                  <a:cubicBezTo>
                    <a:pt x="72" y="28"/>
                    <a:pt x="108" y="28"/>
                    <a:pt x="108" y="28"/>
                  </a:cubicBezTo>
                  <a:lnTo>
                    <a:pt x="58" y="0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6"/>
            <p:cNvSpPr/>
            <p:nvPr/>
          </p:nvSpPr>
          <p:spPr>
            <a:xfrm>
              <a:off x="8401051" y="1619250"/>
              <a:ext cx="36513" cy="31750"/>
            </a:xfrm>
            <a:custGeom>
              <a:avLst/>
              <a:gdLst/>
              <a:ahLst/>
              <a:cxnLst/>
              <a:rect l="l" t="t" r="r" b="b"/>
              <a:pathLst>
                <a:path w="88" h="76" extrusionOk="0">
                  <a:moveTo>
                    <a:pt x="0" y="76"/>
                  </a:moveTo>
                  <a:cubicBezTo>
                    <a:pt x="0" y="76"/>
                    <a:pt x="28" y="76"/>
                    <a:pt x="55" y="49"/>
                  </a:cubicBezTo>
                  <a:cubicBezTo>
                    <a:pt x="75" y="21"/>
                    <a:pt x="88" y="0"/>
                    <a:pt x="68" y="0"/>
                  </a:cubicBezTo>
                  <a:cubicBezTo>
                    <a:pt x="55" y="0"/>
                    <a:pt x="28" y="21"/>
                    <a:pt x="28" y="21"/>
                  </a:cubicBezTo>
                  <a:cubicBezTo>
                    <a:pt x="28" y="63"/>
                    <a:pt x="28" y="63"/>
                    <a:pt x="28" y="63"/>
                  </a:cubicBezTo>
                  <a:lnTo>
                    <a:pt x="0" y="76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16"/>
            <p:cNvSpPr/>
            <p:nvPr/>
          </p:nvSpPr>
          <p:spPr>
            <a:xfrm>
              <a:off x="8112126" y="1401763"/>
              <a:ext cx="33338" cy="22225"/>
            </a:xfrm>
            <a:custGeom>
              <a:avLst/>
              <a:gdLst/>
              <a:ahLst/>
              <a:cxnLst/>
              <a:rect l="l" t="t" r="r" b="b"/>
              <a:pathLst>
                <a:path w="80" h="52" extrusionOk="0">
                  <a:moveTo>
                    <a:pt x="0" y="45"/>
                  </a:moveTo>
                  <a:cubicBezTo>
                    <a:pt x="37" y="45"/>
                    <a:pt x="80" y="52"/>
                    <a:pt x="80" y="52"/>
                  </a:cubicBezTo>
                  <a:cubicBezTo>
                    <a:pt x="80" y="52"/>
                    <a:pt x="73" y="0"/>
                    <a:pt x="66" y="0"/>
                  </a:cubicBezTo>
                  <a:cubicBezTo>
                    <a:pt x="51" y="0"/>
                    <a:pt x="0" y="45"/>
                    <a:pt x="0" y="45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16"/>
            <p:cNvSpPr/>
            <p:nvPr/>
          </p:nvSpPr>
          <p:spPr>
            <a:xfrm>
              <a:off x="8112126" y="1401763"/>
              <a:ext cx="34800" cy="22200"/>
            </a:xfrm>
            <a:prstGeom prst="rect">
              <a:avLst/>
            </a:pr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6"/>
            <p:cNvSpPr/>
            <p:nvPr/>
          </p:nvSpPr>
          <p:spPr>
            <a:xfrm>
              <a:off x="9656763" y="1670050"/>
              <a:ext cx="234900" cy="112800"/>
            </a:xfrm>
            <a:prstGeom prst="rect">
              <a:avLst/>
            </a:pr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16"/>
            <p:cNvSpPr/>
            <p:nvPr/>
          </p:nvSpPr>
          <p:spPr>
            <a:xfrm>
              <a:off x="9656763" y="1670050"/>
              <a:ext cx="234950" cy="111125"/>
            </a:xfrm>
            <a:custGeom>
              <a:avLst/>
              <a:gdLst/>
              <a:ahLst/>
              <a:cxnLst/>
              <a:rect l="l" t="t" r="r" b="b"/>
              <a:pathLst>
                <a:path w="564" h="268" extrusionOk="0">
                  <a:moveTo>
                    <a:pt x="50" y="64"/>
                  </a:moveTo>
                  <a:cubicBezTo>
                    <a:pt x="29" y="22"/>
                    <a:pt x="0" y="134"/>
                    <a:pt x="36" y="163"/>
                  </a:cubicBezTo>
                  <a:cubicBezTo>
                    <a:pt x="65" y="184"/>
                    <a:pt x="115" y="212"/>
                    <a:pt x="115" y="212"/>
                  </a:cubicBezTo>
                  <a:cubicBezTo>
                    <a:pt x="115" y="212"/>
                    <a:pt x="165" y="254"/>
                    <a:pt x="172" y="261"/>
                  </a:cubicBezTo>
                  <a:cubicBezTo>
                    <a:pt x="179" y="268"/>
                    <a:pt x="215" y="219"/>
                    <a:pt x="215" y="219"/>
                  </a:cubicBezTo>
                  <a:cubicBezTo>
                    <a:pt x="215" y="219"/>
                    <a:pt x="150" y="205"/>
                    <a:pt x="215" y="205"/>
                  </a:cubicBezTo>
                  <a:cubicBezTo>
                    <a:pt x="272" y="205"/>
                    <a:pt x="300" y="219"/>
                    <a:pt x="300" y="219"/>
                  </a:cubicBezTo>
                  <a:cubicBezTo>
                    <a:pt x="300" y="219"/>
                    <a:pt x="343" y="240"/>
                    <a:pt x="350" y="226"/>
                  </a:cubicBezTo>
                  <a:cubicBezTo>
                    <a:pt x="357" y="219"/>
                    <a:pt x="343" y="198"/>
                    <a:pt x="372" y="198"/>
                  </a:cubicBezTo>
                  <a:cubicBezTo>
                    <a:pt x="393" y="198"/>
                    <a:pt x="386" y="191"/>
                    <a:pt x="422" y="205"/>
                  </a:cubicBezTo>
                  <a:cubicBezTo>
                    <a:pt x="457" y="219"/>
                    <a:pt x="543" y="156"/>
                    <a:pt x="543" y="156"/>
                  </a:cubicBezTo>
                  <a:cubicBezTo>
                    <a:pt x="543" y="156"/>
                    <a:pt x="564" y="113"/>
                    <a:pt x="543" y="106"/>
                  </a:cubicBezTo>
                  <a:cubicBezTo>
                    <a:pt x="514" y="92"/>
                    <a:pt x="514" y="99"/>
                    <a:pt x="500" y="92"/>
                  </a:cubicBezTo>
                  <a:cubicBezTo>
                    <a:pt x="486" y="92"/>
                    <a:pt x="514" y="99"/>
                    <a:pt x="436" y="64"/>
                  </a:cubicBezTo>
                  <a:cubicBezTo>
                    <a:pt x="350" y="36"/>
                    <a:pt x="300" y="64"/>
                    <a:pt x="279" y="64"/>
                  </a:cubicBezTo>
                  <a:cubicBezTo>
                    <a:pt x="250" y="64"/>
                    <a:pt x="279" y="78"/>
                    <a:pt x="250" y="78"/>
                  </a:cubicBezTo>
                  <a:cubicBezTo>
                    <a:pt x="229" y="78"/>
                    <a:pt x="257" y="127"/>
                    <a:pt x="200" y="64"/>
                  </a:cubicBezTo>
                  <a:cubicBezTo>
                    <a:pt x="143" y="8"/>
                    <a:pt x="179" y="0"/>
                    <a:pt x="143" y="8"/>
                  </a:cubicBezTo>
                  <a:cubicBezTo>
                    <a:pt x="115" y="15"/>
                    <a:pt x="65" y="43"/>
                    <a:pt x="65" y="43"/>
                  </a:cubicBezTo>
                  <a:cubicBezTo>
                    <a:pt x="65" y="43"/>
                    <a:pt x="58" y="78"/>
                    <a:pt x="50" y="64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9763126" y="1781175"/>
              <a:ext cx="114300" cy="72900"/>
            </a:xfrm>
            <a:prstGeom prst="rect">
              <a:avLst/>
            </a:pr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6"/>
            <p:cNvSpPr/>
            <p:nvPr/>
          </p:nvSpPr>
          <p:spPr>
            <a:xfrm>
              <a:off x="9763126" y="1781175"/>
              <a:ext cx="112713" cy="71438"/>
            </a:xfrm>
            <a:custGeom>
              <a:avLst/>
              <a:gdLst/>
              <a:ahLst/>
              <a:cxnLst/>
              <a:rect l="l" t="t" r="r" b="b"/>
              <a:pathLst>
                <a:path w="272" h="172" extrusionOk="0">
                  <a:moveTo>
                    <a:pt x="108" y="165"/>
                  </a:moveTo>
                  <a:cubicBezTo>
                    <a:pt x="272" y="172"/>
                    <a:pt x="272" y="172"/>
                    <a:pt x="272" y="172"/>
                  </a:cubicBezTo>
                  <a:cubicBezTo>
                    <a:pt x="244" y="122"/>
                    <a:pt x="244" y="122"/>
                    <a:pt x="244" y="122"/>
                  </a:cubicBezTo>
                  <a:cubicBezTo>
                    <a:pt x="179" y="86"/>
                    <a:pt x="179" y="86"/>
                    <a:pt x="179" y="86"/>
                  </a:cubicBezTo>
                  <a:cubicBezTo>
                    <a:pt x="179" y="86"/>
                    <a:pt x="151" y="51"/>
                    <a:pt x="129" y="43"/>
                  </a:cubicBezTo>
                  <a:cubicBezTo>
                    <a:pt x="108" y="36"/>
                    <a:pt x="129" y="51"/>
                    <a:pt x="108" y="36"/>
                  </a:cubicBezTo>
                  <a:cubicBezTo>
                    <a:pt x="86" y="22"/>
                    <a:pt x="79" y="0"/>
                    <a:pt x="58" y="0"/>
                  </a:cubicBezTo>
                  <a:cubicBezTo>
                    <a:pt x="43" y="0"/>
                    <a:pt x="58" y="0"/>
                    <a:pt x="29" y="22"/>
                  </a:cubicBezTo>
                  <a:cubicBezTo>
                    <a:pt x="0" y="51"/>
                    <a:pt x="36" y="72"/>
                    <a:pt x="36" y="72"/>
                  </a:cubicBezTo>
                  <a:cubicBezTo>
                    <a:pt x="79" y="101"/>
                    <a:pt x="79" y="101"/>
                    <a:pt x="79" y="101"/>
                  </a:cubicBezTo>
                  <a:cubicBezTo>
                    <a:pt x="79" y="101"/>
                    <a:pt x="43" y="122"/>
                    <a:pt x="51" y="137"/>
                  </a:cubicBezTo>
                  <a:cubicBezTo>
                    <a:pt x="58" y="151"/>
                    <a:pt x="108" y="165"/>
                    <a:pt x="108" y="165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16"/>
            <p:cNvSpPr/>
            <p:nvPr/>
          </p:nvSpPr>
          <p:spPr>
            <a:xfrm>
              <a:off x="9617076" y="1770063"/>
              <a:ext cx="52388" cy="44450"/>
            </a:xfrm>
            <a:custGeom>
              <a:avLst/>
              <a:gdLst/>
              <a:ahLst/>
              <a:cxnLst/>
              <a:rect l="l" t="t" r="r" b="b"/>
              <a:pathLst>
                <a:path w="124" h="108" extrusionOk="0">
                  <a:moveTo>
                    <a:pt x="124" y="108"/>
                  </a:moveTo>
                  <a:cubicBezTo>
                    <a:pt x="30" y="44"/>
                    <a:pt x="30" y="44"/>
                    <a:pt x="30" y="44"/>
                  </a:cubicBezTo>
                  <a:cubicBezTo>
                    <a:pt x="30" y="44"/>
                    <a:pt x="0" y="0"/>
                    <a:pt x="37" y="22"/>
                  </a:cubicBezTo>
                  <a:cubicBezTo>
                    <a:pt x="73" y="44"/>
                    <a:pt x="124" y="72"/>
                    <a:pt x="124" y="72"/>
                  </a:cubicBezTo>
                  <a:lnTo>
                    <a:pt x="124" y="108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16"/>
            <p:cNvSpPr/>
            <p:nvPr/>
          </p:nvSpPr>
          <p:spPr>
            <a:xfrm>
              <a:off x="9913938" y="1697038"/>
              <a:ext cx="120650" cy="73025"/>
            </a:xfrm>
            <a:custGeom>
              <a:avLst/>
              <a:gdLst/>
              <a:ahLst/>
              <a:cxnLst/>
              <a:rect l="l" t="t" r="r" b="b"/>
              <a:pathLst>
                <a:path w="292" h="176" extrusionOk="0">
                  <a:moveTo>
                    <a:pt x="15" y="22"/>
                  </a:moveTo>
                  <a:cubicBezTo>
                    <a:pt x="22" y="36"/>
                    <a:pt x="57" y="99"/>
                    <a:pt x="57" y="99"/>
                  </a:cubicBezTo>
                  <a:cubicBezTo>
                    <a:pt x="57" y="99"/>
                    <a:pt x="79" y="99"/>
                    <a:pt x="93" y="113"/>
                  </a:cubicBezTo>
                  <a:cubicBezTo>
                    <a:pt x="107" y="120"/>
                    <a:pt x="157" y="155"/>
                    <a:pt x="157" y="155"/>
                  </a:cubicBezTo>
                  <a:cubicBezTo>
                    <a:pt x="193" y="169"/>
                    <a:pt x="193" y="169"/>
                    <a:pt x="193" y="169"/>
                  </a:cubicBezTo>
                  <a:cubicBezTo>
                    <a:pt x="193" y="169"/>
                    <a:pt x="200" y="176"/>
                    <a:pt x="235" y="162"/>
                  </a:cubicBezTo>
                  <a:cubicBezTo>
                    <a:pt x="271" y="155"/>
                    <a:pt x="257" y="155"/>
                    <a:pt x="271" y="141"/>
                  </a:cubicBezTo>
                  <a:cubicBezTo>
                    <a:pt x="285" y="127"/>
                    <a:pt x="292" y="127"/>
                    <a:pt x="285" y="113"/>
                  </a:cubicBezTo>
                  <a:cubicBezTo>
                    <a:pt x="278" y="99"/>
                    <a:pt x="285" y="99"/>
                    <a:pt x="264" y="99"/>
                  </a:cubicBezTo>
                  <a:cubicBezTo>
                    <a:pt x="235" y="92"/>
                    <a:pt x="221" y="92"/>
                    <a:pt x="179" y="78"/>
                  </a:cubicBezTo>
                  <a:cubicBezTo>
                    <a:pt x="129" y="71"/>
                    <a:pt x="107" y="43"/>
                    <a:pt x="93" y="36"/>
                  </a:cubicBezTo>
                  <a:cubicBezTo>
                    <a:pt x="79" y="22"/>
                    <a:pt x="122" y="36"/>
                    <a:pt x="65" y="22"/>
                  </a:cubicBezTo>
                  <a:cubicBezTo>
                    <a:pt x="0" y="0"/>
                    <a:pt x="15" y="22"/>
                    <a:pt x="15" y="22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16"/>
            <p:cNvSpPr/>
            <p:nvPr/>
          </p:nvSpPr>
          <p:spPr>
            <a:xfrm>
              <a:off x="10815638" y="1933575"/>
              <a:ext cx="123825" cy="52388"/>
            </a:xfrm>
            <a:custGeom>
              <a:avLst/>
              <a:gdLst/>
              <a:ahLst/>
              <a:cxnLst/>
              <a:rect l="l" t="t" r="r" b="b"/>
              <a:pathLst>
                <a:path w="300" h="124" extrusionOk="0">
                  <a:moveTo>
                    <a:pt x="50" y="30"/>
                  </a:moveTo>
                  <a:cubicBezTo>
                    <a:pt x="36" y="30"/>
                    <a:pt x="0" y="52"/>
                    <a:pt x="22" y="59"/>
                  </a:cubicBezTo>
                  <a:cubicBezTo>
                    <a:pt x="50" y="66"/>
                    <a:pt x="50" y="73"/>
                    <a:pt x="93" y="88"/>
                  </a:cubicBezTo>
                  <a:cubicBezTo>
                    <a:pt x="143" y="103"/>
                    <a:pt x="158" y="124"/>
                    <a:pt x="172" y="117"/>
                  </a:cubicBezTo>
                  <a:cubicBezTo>
                    <a:pt x="186" y="117"/>
                    <a:pt x="200" y="88"/>
                    <a:pt x="236" y="88"/>
                  </a:cubicBezTo>
                  <a:cubicBezTo>
                    <a:pt x="265" y="88"/>
                    <a:pt x="286" y="110"/>
                    <a:pt x="293" y="95"/>
                  </a:cubicBezTo>
                  <a:cubicBezTo>
                    <a:pt x="300" y="88"/>
                    <a:pt x="300" y="59"/>
                    <a:pt x="279" y="52"/>
                  </a:cubicBezTo>
                  <a:cubicBezTo>
                    <a:pt x="258" y="37"/>
                    <a:pt x="229" y="15"/>
                    <a:pt x="215" y="15"/>
                  </a:cubicBezTo>
                  <a:cubicBezTo>
                    <a:pt x="200" y="15"/>
                    <a:pt x="200" y="15"/>
                    <a:pt x="179" y="15"/>
                  </a:cubicBezTo>
                  <a:cubicBezTo>
                    <a:pt x="158" y="15"/>
                    <a:pt x="65" y="0"/>
                    <a:pt x="65" y="0"/>
                  </a:cubicBezTo>
                  <a:lnTo>
                    <a:pt x="50" y="30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6"/>
            <p:cNvSpPr/>
            <p:nvPr/>
          </p:nvSpPr>
          <p:spPr>
            <a:xfrm>
              <a:off x="11823701" y="2527300"/>
              <a:ext cx="66675" cy="125413"/>
            </a:xfrm>
            <a:custGeom>
              <a:avLst/>
              <a:gdLst/>
              <a:ahLst/>
              <a:cxnLst/>
              <a:rect l="l" t="t" r="r" b="b"/>
              <a:pathLst>
                <a:path w="160" h="300" extrusionOk="0">
                  <a:moveTo>
                    <a:pt x="42" y="0"/>
                  </a:moveTo>
                  <a:cubicBezTo>
                    <a:pt x="42" y="14"/>
                    <a:pt x="28" y="56"/>
                    <a:pt x="28" y="56"/>
                  </a:cubicBezTo>
                  <a:cubicBezTo>
                    <a:pt x="28" y="56"/>
                    <a:pt x="35" y="70"/>
                    <a:pt x="28" y="91"/>
                  </a:cubicBezTo>
                  <a:cubicBezTo>
                    <a:pt x="28" y="105"/>
                    <a:pt x="56" y="168"/>
                    <a:pt x="42" y="168"/>
                  </a:cubicBezTo>
                  <a:cubicBezTo>
                    <a:pt x="35" y="168"/>
                    <a:pt x="70" y="168"/>
                    <a:pt x="42" y="196"/>
                  </a:cubicBezTo>
                  <a:cubicBezTo>
                    <a:pt x="21" y="217"/>
                    <a:pt x="0" y="245"/>
                    <a:pt x="35" y="259"/>
                  </a:cubicBezTo>
                  <a:cubicBezTo>
                    <a:pt x="63" y="266"/>
                    <a:pt x="91" y="300"/>
                    <a:pt x="91" y="266"/>
                  </a:cubicBezTo>
                  <a:cubicBezTo>
                    <a:pt x="91" y="238"/>
                    <a:pt x="98" y="252"/>
                    <a:pt x="105" y="231"/>
                  </a:cubicBezTo>
                  <a:cubicBezTo>
                    <a:pt x="119" y="203"/>
                    <a:pt x="154" y="217"/>
                    <a:pt x="154" y="203"/>
                  </a:cubicBezTo>
                  <a:cubicBezTo>
                    <a:pt x="154" y="189"/>
                    <a:pt x="160" y="189"/>
                    <a:pt x="140" y="161"/>
                  </a:cubicBezTo>
                  <a:cubicBezTo>
                    <a:pt x="119" y="133"/>
                    <a:pt x="98" y="35"/>
                    <a:pt x="98" y="35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6"/>
            <p:cNvSpPr/>
            <p:nvPr/>
          </p:nvSpPr>
          <p:spPr>
            <a:xfrm>
              <a:off x="11811001" y="2673350"/>
              <a:ext cx="47625" cy="36513"/>
            </a:xfrm>
            <a:custGeom>
              <a:avLst/>
              <a:gdLst/>
              <a:ahLst/>
              <a:cxnLst/>
              <a:rect l="l" t="t" r="r" b="b"/>
              <a:pathLst>
                <a:path w="112" h="88" extrusionOk="0">
                  <a:moveTo>
                    <a:pt x="77" y="0"/>
                  </a:moveTo>
                  <a:cubicBezTo>
                    <a:pt x="56" y="0"/>
                    <a:pt x="0" y="22"/>
                    <a:pt x="14" y="30"/>
                  </a:cubicBezTo>
                  <a:cubicBezTo>
                    <a:pt x="21" y="44"/>
                    <a:pt x="84" y="88"/>
                    <a:pt x="91" y="66"/>
                  </a:cubicBezTo>
                  <a:cubicBezTo>
                    <a:pt x="98" y="52"/>
                    <a:pt x="112" y="66"/>
                    <a:pt x="112" y="44"/>
                  </a:cubicBezTo>
                  <a:cubicBezTo>
                    <a:pt x="112" y="22"/>
                    <a:pt x="77" y="0"/>
                    <a:pt x="77" y="0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6"/>
            <p:cNvSpPr/>
            <p:nvPr/>
          </p:nvSpPr>
          <p:spPr>
            <a:xfrm>
              <a:off x="11790363" y="2714625"/>
              <a:ext cx="82550" cy="65088"/>
            </a:xfrm>
            <a:custGeom>
              <a:avLst/>
              <a:gdLst/>
              <a:ahLst/>
              <a:cxnLst/>
              <a:rect l="l" t="t" r="r" b="b"/>
              <a:pathLst>
                <a:path w="200" h="156" extrusionOk="0">
                  <a:moveTo>
                    <a:pt x="22" y="15"/>
                  </a:moveTo>
                  <a:cubicBezTo>
                    <a:pt x="22" y="15"/>
                    <a:pt x="200" y="0"/>
                    <a:pt x="193" y="8"/>
                  </a:cubicBezTo>
                  <a:cubicBezTo>
                    <a:pt x="179" y="8"/>
                    <a:pt x="193" y="57"/>
                    <a:pt x="158" y="57"/>
                  </a:cubicBezTo>
                  <a:cubicBezTo>
                    <a:pt x="115" y="64"/>
                    <a:pt x="100" y="36"/>
                    <a:pt x="86" y="64"/>
                  </a:cubicBezTo>
                  <a:cubicBezTo>
                    <a:pt x="72" y="93"/>
                    <a:pt x="93" y="156"/>
                    <a:pt x="72" y="142"/>
                  </a:cubicBezTo>
                  <a:cubicBezTo>
                    <a:pt x="43" y="128"/>
                    <a:pt x="8" y="86"/>
                    <a:pt x="8" y="71"/>
                  </a:cubicBezTo>
                  <a:cubicBezTo>
                    <a:pt x="0" y="57"/>
                    <a:pt x="22" y="15"/>
                    <a:pt x="22" y="15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6"/>
            <p:cNvSpPr/>
            <p:nvPr/>
          </p:nvSpPr>
          <p:spPr>
            <a:xfrm>
              <a:off x="11390313" y="2574925"/>
              <a:ext cx="50800" cy="42863"/>
            </a:xfrm>
            <a:custGeom>
              <a:avLst/>
              <a:gdLst/>
              <a:ahLst/>
              <a:cxnLst/>
              <a:rect l="l" t="t" r="r" b="b"/>
              <a:pathLst>
                <a:path w="120" h="104" extrusionOk="0">
                  <a:moveTo>
                    <a:pt x="120" y="104"/>
                  </a:moveTo>
                  <a:cubicBezTo>
                    <a:pt x="113" y="77"/>
                    <a:pt x="106" y="7"/>
                    <a:pt x="92" y="7"/>
                  </a:cubicBezTo>
                  <a:cubicBezTo>
                    <a:pt x="78" y="0"/>
                    <a:pt x="15" y="7"/>
                    <a:pt x="8" y="14"/>
                  </a:cubicBezTo>
                  <a:cubicBezTo>
                    <a:pt x="0" y="28"/>
                    <a:pt x="71" y="84"/>
                    <a:pt x="71" y="84"/>
                  </a:cubicBezTo>
                  <a:lnTo>
                    <a:pt x="120" y="10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6"/>
            <p:cNvSpPr/>
            <p:nvPr/>
          </p:nvSpPr>
          <p:spPr>
            <a:xfrm>
              <a:off x="11161713" y="2370138"/>
              <a:ext cx="128588" cy="47625"/>
            </a:xfrm>
            <a:custGeom>
              <a:avLst/>
              <a:gdLst/>
              <a:ahLst/>
              <a:cxnLst/>
              <a:rect l="l" t="t" r="r" b="b"/>
              <a:pathLst>
                <a:path w="308" h="116" extrusionOk="0">
                  <a:moveTo>
                    <a:pt x="230" y="116"/>
                  </a:moveTo>
                  <a:cubicBezTo>
                    <a:pt x="187" y="96"/>
                    <a:pt x="137" y="96"/>
                    <a:pt x="115" y="89"/>
                  </a:cubicBezTo>
                  <a:cubicBezTo>
                    <a:pt x="94" y="82"/>
                    <a:pt x="122" y="116"/>
                    <a:pt x="58" y="62"/>
                  </a:cubicBezTo>
                  <a:cubicBezTo>
                    <a:pt x="0" y="7"/>
                    <a:pt x="86" y="7"/>
                    <a:pt x="137" y="7"/>
                  </a:cubicBezTo>
                  <a:cubicBezTo>
                    <a:pt x="187" y="0"/>
                    <a:pt x="144" y="0"/>
                    <a:pt x="208" y="21"/>
                  </a:cubicBezTo>
                  <a:cubicBezTo>
                    <a:pt x="265" y="41"/>
                    <a:pt x="294" y="69"/>
                    <a:pt x="294" y="69"/>
                  </a:cubicBezTo>
                  <a:cubicBezTo>
                    <a:pt x="294" y="69"/>
                    <a:pt x="308" y="96"/>
                    <a:pt x="287" y="96"/>
                  </a:cubicBezTo>
                  <a:cubicBezTo>
                    <a:pt x="258" y="103"/>
                    <a:pt x="230" y="116"/>
                    <a:pt x="230" y="116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6"/>
            <p:cNvSpPr/>
            <p:nvPr/>
          </p:nvSpPr>
          <p:spPr>
            <a:xfrm>
              <a:off x="11469688" y="2901950"/>
              <a:ext cx="66675" cy="50800"/>
            </a:xfrm>
            <a:custGeom>
              <a:avLst/>
              <a:gdLst/>
              <a:ahLst/>
              <a:cxnLst/>
              <a:rect l="l" t="t" r="r" b="b"/>
              <a:pathLst>
                <a:path w="160" h="120" extrusionOk="0">
                  <a:moveTo>
                    <a:pt x="131" y="0"/>
                  </a:moveTo>
                  <a:cubicBezTo>
                    <a:pt x="117" y="22"/>
                    <a:pt x="95" y="64"/>
                    <a:pt x="73" y="50"/>
                  </a:cubicBezTo>
                  <a:cubicBezTo>
                    <a:pt x="59" y="43"/>
                    <a:pt x="0" y="64"/>
                    <a:pt x="8" y="71"/>
                  </a:cubicBezTo>
                  <a:cubicBezTo>
                    <a:pt x="15" y="78"/>
                    <a:pt x="51" y="120"/>
                    <a:pt x="51" y="120"/>
                  </a:cubicBezTo>
                  <a:cubicBezTo>
                    <a:pt x="51" y="120"/>
                    <a:pt x="37" y="113"/>
                    <a:pt x="51" y="92"/>
                  </a:cubicBezTo>
                  <a:cubicBezTo>
                    <a:pt x="66" y="64"/>
                    <a:pt x="102" y="85"/>
                    <a:pt x="124" y="78"/>
                  </a:cubicBezTo>
                  <a:cubicBezTo>
                    <a:pt x="146" y="64"/>
                    <a:pt x="153" y="50"/>
                    <a:pt x="153" y="43"/>
                  </a:cubicBezTo>
                  <a:cubicBezTo>
                    <a:pt x="160" y="29"/>
                    <a:pt x="160" y="29"/>
                    <a:pt x="153" y="15"/>
                  </a:cubicBezTo>
                  <a:cubicBezTo>
                    <a:pt x="153" y="8"/>
                    <a:pt x="131" y="0"/>
                    <a:pt x="131" y="0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16"/>
            <p:cNvSpPr/>
            <p:nvPr/>
          </p:nvSpPr>
          <p:spPr>
            <a:xfrm>
              <a:off x="11295063" y="2952750"/>
              <a:ext cx="73025" cy="42863"/>
            </a:xfrm>
            <a:custGeom>
              <a:avLst/>
              <a:gdLst/>
              <a:ahLst/>
              <a:cxnLst/>
              <a:rect l="l" t="t" r="r" b="b"/>
              <a:pathLst>
                <a:path w="176" h="104" extrusionOk="0">
                  <a:moveTo>
                    <a:pt x="118" y="84"/>
                  </a:moveTo>
                  <a:cubicBezTo>
                    <a:pt x="81" y="84"/>
                    <a:pt x="81" y="104"/>
                    <a:pt x="66" y="104"/>
                  </a:cubicBezTo>
                  <a:cubicBezTo>
                    <a:pt x="44" y="104"/>
                    <a:pt x="0" y="70"/>
                    <a:pt x="8" y="70"/>
                  </a:cubicBezTo>
                  <a:cubicBezTo>
                    <a:pt x="22" y="63"/>
                    <a:pt x="44" y="35"/>
                    <a:pt x="59" y="35"/>
                  </a:cubicBezTo>
                  <a:cubicBezTo>
                    <a:pt x="66" y="28"/>
                    <a:pt x="37" y="0"/>
                    <a:pt x="103" y="35"/>
                  </a:cubicBezTo>
                  <a:cubicBezTo>
                    <a:pt x="176" y="70"/>
                    <a:pt x="118" y="84"/>
                    <a:pt x="118" y="84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16"/>
            <p:cNvSpPr/>
            <p:nvPr/>
          </p:nvSpPr>
          <p:spPr>
            <a:xfrm>
              <a:off x="11220451" y="2990850"/>
              <a:ext cx="60325" cy="22225"/>
            </a:xfrm>
            <a:custGeom>
              <a:avLst/>
              <a:gdLst/>
              <a:ahLst/>
              <a:cxnLst/>
              <a:rect l="l" t="t" r="r" b="b"/>
              <a:pathLst>
                <a:path w="148" h="56" extrusionOk="0">
                  <a:moveTo>
                    <a:pt x="148" y="42"/>
                  </a:moveTo>
                  <a:cubicBezTo>
                    <a:pt x="113" y="56"/>
                    <a:pt x="57" y="42"/>
                    <a:pt x="57" y="42"/>
                  </a:cubicBezTo>
                  <a:cubicBezTo>
                    <a:pt x="57" y="42"/>
                    <a:pt x="0" y="14"/>
                    <a:pt x="22" y="7"/>
                  </a:cubicBezTo>
                  <a:cubicBezTo>
                    <a:pt x="43" y="0"/>
                    <a:pt x="64" y="7"/>
                    <a:pt x="85" y="7"/>
                  </a:cubicBezTo>
                  <a:cubicBezTo>
                    <a:pt x="106" y="14"/>
                    <a:pt x="141" y="14"/>
                    <a:pt x="141" y="14"/>
                  </a:cubicBezTo>
                  <a:lnTo>
                    <a:pt x="148" y="42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6"/>
            <p:cNvSpPr/>
            <p:nvPr/>
          </p:nvSpPr>
          <p:spPr>
            <a:xfrm>
              <a:off x="11125201" y="2992438"/>
              <a:ext cx="52388" cy="28575"/>
            </a:xfrm>
            <a:custGeom>
              <a:avLst/>
              <a:gdLst/>
              <a:ahLst/>
              <a:cxnLst/>
              <a:rect l="l" t="t" r="r" b="b"/>
              <a:pathLst>
                <a:path w="124" h="72" extrusionOk="0">
                  <a:moveTo>
                    <a:pt x="73" y="72"/>
                  </a:moveTo>
                  <a:cubicBezTo>
                    <a:pt x="59" y="58"/>
                    <a:pt x="0" y="0"/>
                    <a:pt x="22" y="8"/>
                  </a:cubicBezTo>
                  <a:cubicBezTo>
                    <a:pt x="44" y="15"/>
                    <a:pt x="124" y="29"/>
                    <a:pt x="110" y="36"/>
                  </a:cubicBezTo>
                  <a:cubicBezTo>
                    <a:pt x="95" y="44"/>
                    <a:pt x="73" y="72"/>
                    <a:pt x="73" y="72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16"/>
            <p:cNvSpPr/>
            <p:nvPr/>
          </p:nvSpPr>
          <p:spPr>
            <a:xfrm>
              <a:off x="10725151" y="2770188"/>
              <a:ext cx="69850" cy="68263"/>
            </a:xfrm>
            <a:custGeom>
              <a:avLst/>
              <a:gdLst/>
              <a:ahLst/>
              <a:cxnLst/>
              <a:rect l="l" t="t" r="r" b="b"/>
              <a:pathLst>
                <a:path w="168" h="164" extrusionOk="0">
                  <a:moveTo>
                    <a:pt x="140" y="164"/>
                  </a:moveTo>
                  <a:cubicBezTo>
                    <a:pt x="119" y="157"/>
                    <a:pt x="49" y="136"/>
                    <a:pt x="35" y="115"/>
                  </a:cubicBezTo>
                  <a:cubicBezTo>
                    <a:pt x="28" y="86"/>
                    <a:pt x="0" y="0"/>
                    <a:pt x="35" y="36"/>
                  </a:cubicBezTo>
                  <a:cubicBezTo>
                    <a:pt x="63" y="79"/>
                    <a:pt x="70" y="115"/>
                    <a:pt x="98" y="122"/>
                  </a:cubicBezTo>
                  <a:cubicBezTo>
                    <a:pt x="126" y="136"/>
                    <a:pt x="168" y="164"/>
                    <a:pt x="168" y="164"/>
                  </a:cubicBezTo>
                  <a:lnTo>
                    <a:pt x="140" y="16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16"/>
            <p:cNvSpPr/>
            <p:nvPr/>
          </p:nvSpPr>
          <p:spPr>
            <a:xfrm>
              <a:off x="10788651" y="2805113"/>
              <a:ext cx="57150" cy="42863"/>
            </a:xfrm>
            <a:custGeom>
              <a:avLst/>
              <a:gdLst/>
              <a:ahLst/>
              <a:cxnLst/>
              <a:rect l="l" t="t" r="r" b="b"/>
              <a:pathLst>
                <a:path w="136" h="104" extrusionOk="0">
                  <a:moveTo>
                    <a:pt x="86" y="104"/>
                  </a:moveTo>
                  <a:cubicBezTo>
                    <a:pt x="115" y="91"/>
                    <a:pt x="136" y="77"/>
                    <a:pt x="108" y="70"/>
                  </a:cubicBezTo>
                  <a:cubicBezTo>
                    <a:pt x="79" y="63"/>
                    <a:pt x="94" y="63"/>
                    <a:pt x="51" y="42"/>
                  </a:cubicBezTo>
                  <a:cubicBezTo>
                    <a:pt x="15" y="14"/>
                    <a:pt x="29" y="0"/>
                    <a:pt x="15" y="14"/>
                  </a:cubicBezTo>
                  <a:cubicBezTo>
                    <a:pt x="0" y="28"/>
                    <a:pt x="51" y="77"/>
                    <a:pt x="51" y="77"/>
                  </a:cubicBezTo>
                  <a:lnTo>
                    <a:pt x="86" y="10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16"/>
            <p:cNvSpPr/>
            <p:nvPr/>
          </p:nvSpPr>
          <p:spPr>
            <a:xfrm>
              <a:off x="10101263" y="2846388"/>
              <a:ext cx="161925" cy="357188"/>
            </a:xfrm>
            <a:custGeom>
              <a:avLst/>
              <a:gdLst/>
              <a:ahLst/>
              <a:cxnLst/>
              <a:rect l="l" t="t" r="r" b="b"/>
              <a:pathLst>
                <a:path w="392" h="864" extrusionOk="0">
                  <a:moveTo>
                    <a:pt x="200" y="858"/>
                  </a:moveTo>
                  <a:cubicBezTo>
                    <a:pt x="207" y="844"/>
                    <a:pt x="193" y="844"/>
                    <a:pt x="164" y="760"/>
                  </a:cubicBezTo>
                  <a:cubicBezTo>
                    <a:pt x="129" y="676"/>
                    <a:pt x="122" y="600"/>
                    <a:pt x="122" y="558"/>
                  </a:cubicBezTo>
                  <a:cubicBezTo>
                    <a:pt x="122" y="509"/>
                    <a:pt x="115" y="509"/>
                    <a:pt x="93" y="453"/>
                  </a:cubicBezTo>
                  <a:cubicBezTo>
                    <a:pt x="72" y="398"/>
                    <a:pt x="43" y="356"/>
                    <a:pt x="50" y="328"/>
                  </a:cubicBezTo>
                  <a:cubicBezTo>
                    <a:pt x="50" y="300"/>
                    <a:pt x="22" y="154"/>
                    <a:pt x="15" y="126"/>
                  </a:cubicBezTo>
                  <a:cubicBezTo>
                    <a:pt x="8" y="98"/>
                    <a:pt x="0" y="0"/>
                    <a:pt x="8" y="0"/>
                  </a:cubicBezTo>
                  <a:cubicBezTo>
                    <a:pt x="22" y="0"/>
                    <a:pt x="72" y="35"/>
                    <a:pt x="86" y="63"/>
                  </a:cubicBezTo>
                  <a:cubicBezTo>
                    <a:pt x="100" y="84"/>
                    <a:pt x="129" y="251"/>
                    <a:pt x="150" y="286"/>
                  </a:cubicBezTo>
                  <a:cubicBezTo>
                    <a:pt x="172" y="328"/>
                    <a:pt x="150" y="370"/>
                    <a:pt x="186" y="384"/>
                  </a:cubicBezTo>
                  <a:cubicBezTo>
                    <a:pt x="221" y="405"/>
                    <a:pt x="221" y="349"/>
                    <a:pt x="221" y="405"/>
                  </a:cubicBezTo>
                  <a:cubicBezTo>
                    <a:pt x="221" y="460"/>
                    <a:pt x="271" y="467"/>
                    <a:pt x="250" y="467"/>
                  </a:cubicBezTo>
                  <a:cubicBezTo>
                    <a:pt x="229" y="467"/>
                    <a:pt x="236" y="495"/>
                    <a:pt x="236" y="495"/>
                  </a:cubicBezTo>
                  <a:cubicBezTo>
                    <a:pt x="236" y="495"/>
                    <a:pt x="307" y="537"/>
                    <a:pt x="321" y="551"/>
                  </a:cubicBezTo>
                  <a:cubicBezTo>
                    <a:pt x="335" y="565"/>
                    <a:pt x="392" y="621"/>
                    <a:pt x="357" y="614"/>
                  </a:cubicBezTo>
                  <a:cubicBezTo>
                    <a:pt x="314" y="607"/>
                    <a:pt x="300" y="635"/>
                    <a:pt x="278" y="600"/>
                  </a:cubicBezTo>
                  <a:cubicBezTo>
                    <a:pt x="250" y="572"/>
                    <a:pt x="250" y="572"/>
                    <a:pt x="229" y="558"/>
                  </a:cubicBezTo>
                  <a:cubicBezTo>
                    <a:pt x="214" y="544"/>
                    <a:pt x="200" y="537"/>
                    <a:pt x="207" y="565"/>
                  </a:cubicBezTo>
                  <a:cubicBezTo>
                    <a:pt x="214" y="586"/>
                    <a:pt x="207" y="586"/>
                    <a:pt x="207" y="628"/>
                  </a:cubicBezTo>
                  <a:cubicBezTo>
                    <a:pt x="214" y="669"/>
                    <a:pt x="221" y="704"/>
                    <a:pt x="214" y="725"/>
                  </a:cubicBezTo>
                  <a:cubicBezTo>
                    <a:pt x="207" y="739"/>
                    <a:pt x="236" y="781"/>
                    <a:pt x="250" y="788"/>
                  </a:cubicBezTo>
                  <a:cubicBezTo>
                    <a:pt x="264" y="795"/>
                    <a:pt x="286" y="809"/>
                    <a:pt x="286" y="823"/>
                  </a:cubicBezTo>
                  <a:cubicBezTo>
                    <a:pt x="293" y="830"/>
                    <a:pt x="343" y="858"/>
                    <a:pt x="307" y="858"/>
                  </a:cubicBezTo>
                  <a:cubicBezTo>
                    <a:pt x="271" y="864"/>
                    <a:pt x="236" y="851"/>
                    <a:pt x="236" y="851"/>
                  </a:cubicBezTo>
                  <a:lnTo>
                    <a:pt x="200" y="858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16"/>
            <p:cNvSpPr/>
            <p:nvPr/>
          </p:nvSpPr>
          <p:spPr>
            <a:xfrm>
              <a:off x="10144126" y="3168650"/>
              <a:ext cx="306388" cy="215900"/>
            </a:xfrm>
            <a:custGeom>
              <a:avLst/>
              <a:gdLst/>
              <a:ahLst/>
              <a:cxnLst/>
              <a:rect l="l" t="t" r="r" b="b"/>
              <a:pathLst>
                <a:path w="740" h="520" extrusionOk="0">
                  <a:moveTo>
                    <a:pt x="281" y="275"/>
                  </a:moveTo>
                  <a:cubicBezTo>
                    <a:pt x="202" y="232"/>
                    <a:pt x="209" y="260"/>
                    <a:pt x="166" y="211"/>
                  </a:cubicBezTo>
                  <a:cubicBezTo>
                    <a:pt x="123" y="169"/>
                    <a:pt x="101" y="155"/>
                    <a:pt x="101" y="155"/>
                  </a:cubicBezTo>
                  <a:cubicBezTo>
                    <a:pt x="51" y="176"/>
                    <a:pt x="51" y="176"/>
                    <a:pt x="51" y="176"/>
                  </a:cubicBezTo>
                  <a:cubicBezTo>
                    <a:pt x="94" y="246"/>
                    <a:pt x="94" y="246"/>
                    <a:pt x="94" y="246"/>
                  </a:cubicBezTo>
                  <a:cubicBezTo>
                    <a:pt x="94" y="246"/>
                    <a:pt x="108" y="267"/>
                    <a:pt x="94" y="282"/>
                  </a:cubicBezTo>
                  <a:cubicBezTo>
                    <a:pt x="87" y="289"/>
                    <a:pt x="87" y="338"/>
                    <a:pt x="72" y="338"/>
                  </a:cubicBezTo>
                  <a:cubicBezTo>
                    <a:pt x="65" y="345"/>
                    <a:pt x="65" y="366"/>
                    <a:pt x="44" y="359"/>
                  </a:cubicBezTo>
                  <a:cubicBezTo>
                    <a:pt x="22" y="359"/>
                    <a:pt x="29" y="366"/>
                    <a:pt x="22" y="387"/>
                  </a:cubicBezTo>
                  <a:cubicBezTo>
                    <a:pt x="15" y="401"/>
                    <a:pt x="79" y="450"/>
                    <a:pt x="58" y="457"/>
                  </a:cubicBezTo>
                  <a:cubicBezTo>
                    <a:pt x="29" y="464"/>
                    <a:pt x="0" y="485"/>
                    <a:pt x="22" y="492"/>
                  </a:cubicBezTo>
                  <a:cubicBezTo>
                    <a:pt x="44" y="499"/>
                    <a:pt x="58" y="520"/>
                    <a:pt x="72" y="506"/>
                  </a:cubicBezTo>
                  <a:cubicBezTo>
                    <a:pt x="94" y="499"/>
                    <a:pt x="130" y="485"/>
                    <a:pt x="115" y="464"/>
                  </a:cubicBezTo>
                  <a:cubicBezTo>
                    <a:pt x="101" y="450"/>
                    <a:pt x="130" y="415"/>
                    <a:pt x="144" y="415"/>
                  </a:cubicBezTo>
                  <a:cubicBezTo>
                    <a:pt x="166" y="415"/>
                    <a:pt x="180" y="415"/>
                    <a:pt x="202" y="422"/>
                  </a:cubicBezTo>
                  <a:cubicBezTo>
                    <a:pt x="223" y="422"/>
                    <a:pt x="216" y="436"/>
                    <a:pt x="230" y="436"/>
                  </a:cubicBezTo>
                  <a:cubicBezTo>
                    <a:pt x="245" y="443"/>
                    <a:pt x="252" y="464"/>
                    <a:pt x="281" y="457"/>
                  </a:cubicBezTo>
                  <a:cubicBezTo>
                    <a:pt x="309" y="450"/>
                    <a:pt x="266" y="436"/>
                    <a:pt x="288" y="422"/>
                  </a:cubicBezTo>
                  <a:cubicBezTo>
                    <a:pt x="309" y="408"/>
                    <a:pt x="331" y="387"/>
                    <a:pt x="345" y="380"/>
                  </a:cubicBezTo>
                  <a:cubicBezTo>
                    <a:pt x="367" y="373"/>
                    <a:pt x="403" y="373"/>
                    <a:pt x="403" y="373"/>
                  </a:cubicBezTo>
                  <a:cubicBezTo>
                    <a:pt x="403" y="310"/>
                    <a:pt x="403" y="310"/>
                    <a:pt x="403" y="310"/>
                  </a:cubicBezTo>
                  <a:cubicBezTo>
                    <a:pt x="403" y="310"/>
                    <a:pt x="381" y="289"/>
                    <a:pt x="381" y="275"/>
                  </a:cubicBezTo>
                  <a:cubicBezTo>
                    <a:pt x="388" y="253"/>
                    <a:pt x="518" y="232"/>
                    <a:pt x="532" y="225"/>
                  </a:cubicBezTo>
                  <a:cubicBezTo>
                    <a:pt x="539" y="218"/>
                    <a:pt x="590" y="225"/>
                    <a:pt x="611" y="197"/>
                  </a:cubicBezTo>
                  <a:cubicBezTo>
                    <a:pt x="626" y="169"/>
                    <a:pt x="633" y="120"/>
                    <a:pt x="647" y="106"/>
                  </a:cubicBezTo>
                  <a:cubicBezTo>
                    <a:pt x="669" y="99"/>
                    <a:pt x="733" y="71"/>
                    <a:pt x="733" y="57"/>
                  </a:cubicBezTo>
                  <a:cubicBezTo>
                    <a:pt x="726" y="50"/>
                    <a:pt x="740" y="0"/>
                    <a:pt x="690" y="36"/>
                  </a:cubicBezTo>
                  <a:cubicBezTo>
                    <a:pt x="647" y="71"/>
                    <a:pt x="647" y="92"/>
                    <a:pt x="582" y="127"/>
                  </a:cubicBezTo>
                  <a:cubicBezTo>
                    <a:pt x="518" y="155"/>
                    <a:pt x="496" y="176"/>
                    <a:pt x="482" y="190"/>
                  </a:cubicBezTo>
                  <a:cubicBezTo>
                    <a:pt x="467" y="204"/>
                    <a:pt x="489" y="239"/>
                    <a:pt x="417" y="239"/>
                  </a:cubicBezTo>
                  <a:cubicBezTo>
                    <a:pt x="338" y="239"/>
                    <a:pt x="295" y="253"/>
                    <a:pt x="295" y="253"/>
                  </a:cubicBezTo>
                  <a:lnTo>
                    <a:pt x="281" y="275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16"/>
            <p:cNvSpPr/>
            <p:nvPr/>
          </p:nvSpPr>
          <p:spPr>
            <a:xfrm>
              <a:off x="9913938" y="3378200"/>
              <a:ext cx="357188" cy="390526"/>
            </a:xfrm>
            <a:custGeom>
              <a:avLst/>
              <a:gdLst/>
              <a:ahLst/>
              <a:cxnLst/>
              <a:rect l="l" t="t" r="r" b="b"/>
              <a:pathLst>
                <a:path w="860" h="944" extrusionOk="0">
                  <a:moveTo>
                    <a:pt x="703" y="0"/>
                  </a:moveTo>
                  <a:cubicBezTo>
                    <a:pt x="696" y="7"/>
                    <a:pt x="667" y="28"/>
                    <a:pt x="653" y="42"/>
                  </a:cubicBezTo>
                  <a:cubicBezTo>
                    <a:pt x="631" y="56"/>
                    <a:pt x="610" y="56"/>
                    <a:pt x="610" y="84"/>
                  </a:cubicBezTo>
                  <a:cubicBezTo>
                    <a:pt x="610" y="119"/>
                    <a:pt x="645" y="154"/>
                    <a:pt x="638" y="203"/>
                  </a:cubicBezTo>
                  <a:cubicBezTo>
                    <a:pt x="624" y="245"/>
                    <a:pt x="696" y="280"/>
                    <a:pt x="660" y="287"/>
                  </a:cubicBezTo>
                  <a:cubicBezTo>
                    <a:pt x="624" y="301"/>
                    <a:pt x="631" y="308"/>
                    <a:pt x="617" y="315"/>
                  </a:cubicBezTo>
                  <a:cubicBezTo>
                    <a:pt x="595" y="329"/>
                    <a:pt x="581" y="357"/>
                    <a:pt x="581" y="357"/>
                  </a:cubicBezTo>
                  <a:cubicBezTo>
                    <a:pt x="581" y="357"/>
                    <a:pt x="602" y="420"/>
                    <a:pt x="559" y="385"/>
                  </a:cubicBezTo>
                  <a:cubicBezTo>
                    <a:pt x="509" y="350"/>
                    <a:pt x="509" y="336"/>
                    <a:pt x="502" y="336"/>
                  </a:cubicBezTo>
                  <a:cubicBezTo>
                    <a:pt x="488" y="336"/>
                    <a:pt x="481" y="378"/>
                    <a:pt x="466" y="385"/>
                  </a:cubicBezTo>
                  <a:cubicBezTo>
                    <a:pt x="452" y="392"/>
                    <a:pt x="459" y="406"/>
                    <a:pt x="452" y="420"/>
                  </a:cubicBezTo>
                  <a:cubicBezTo>
                    <a:pt x="445" y="427"/>
                    <a:pt x="488" y="434"/>
                    <a:pt x="430" y="462"/>
                  </a:cubicBezTo>
                  <a:cubicBezTo>
                    <a:pt x="366" y="483"/>
                    <a:pt x="359" y="490"/>
                    <a:pt x="366" y="504"/>
                  </a:cubicBezTo>
                  <a:cubicBezTo>
                    <a:pt x="366" y="511"/>
                    <a:pt x="459" y="532"/>
                    <a:pt x="352" y="539"/>
                  </a:cubicBezTo>
                  <a:cubicBezTo>
                    <a:pt x="244" y="546"/>
                    <a:pt x="237" y="546"/>
                    <a:pt x="201" y="553"/>
                  </a:cubicBezTo>
                  <a:cubicBezTo>
                    <a:pt x="165" y="553"/>
                    <a:pt x="165" y="567"/>
                    <a:pt x="151" y="588"/>
                  </a:cubicBezTo>
                  <a:cubicBezTo>
                    <a:pt x="129" y="602"/>
                    <a:pt x="144" y="616"/>
                    <a:pt x="129" y="630"/>
                  </a:cubicBezTo>
                  <a:cubicBezTo>
                    <a:pt x="115" y="637"/>
                    <a:pt x="144" y="700"/>
                    <a:pt x="101" y="693"/>
                  </a:cubicBezTo>
                  <a:cubicBezTo>
                    <a:pt x="58" y="686"/>
                    <a:pt x="22" y="693"/>
                    <a:pt x="15" y="707"/>
                  </a:cubicBezTo>
                  <a:cubicBezTo>
                    <a:pt x="8" y="714"/>
                    <a:pt x="0" y="742"/>
                    <a:pt x="43" y="763"/>
                  </a:cubicBezTo>
                  <a:cubicBezTo>
                    <a:pt x="86" y="784"/>
                    <a:pt x="137" y="784"/>
                    <a:pt x="122" y="805"/>
                  </a:cubicBezTo>
                  <a:cubicBezTo>
                    <a:pt x="108" y="826"/>
                    <a:pt x="144" y="896"/>
                    <a:pt x="151" y="903"/>
                  </a:cubicBezTo>
                  <a:cubicBezTo>
                    <a:pt x="151" y="910"/>
                    <a:pt x="129" y="930"/>
                    <a:pt x="151" y="910"/>
                  </a:cubicBezTo>
                  <a:cubicBezTo>
                    <a:pt x="180" y="889"/>
                    <a:pt x="187" y="944"/>
                    <a:pt x="215" y="840"/>
                  </a:cubicBezTo>
                  <a:cubicBezTo>
                    <a:pt x="237" y="735"/>
                    <a:pt x="187" y="686"/>
                    <a:pt x="258" y="700"/>
                  </a:cubicBezTo>
                  <a:cubicBezTo>
                    <a:pt x="330" y="721"/>
                    <a:pt x="316" y="735"/>
                    <a:pt x="330" y="721"/>
                  </a:cubicBezTo>
                  <a:cubicBezTo>
                    <a:pt x="344" y="700"/>
                    <a:pt x="387" y="679"/>
                    <a:pt x="395" y="651"/>
                  </a:cubicBezTo>
                  <a:cubicBezTo>
                    <a:pt x="395" y="630"/>
                    <a:pt x="402" y="630"/>
                    <a:pt x="416" y="651"/>
                  </a:cubicBezTo>
                  <a:cubicBezTo>
                    <a:pt x="438" y="665"/>
                    <a:pt x="423" y="686"/>
                    <a:pt x="466" y="686"/>
                  </a:cubicBezTo>
                  <a:cubicBezTo>
                    <a:pt x="502" y="686"/>
                    <a:pt x="559" y="658"/>
                    <a:pt x="559" y="630"/>
                  </a:cubicBezTo>
                  <a:cubicBezTo>
                    <a:pt x="552" y="609"/>
                    <a:pt x="567" y="574"/>
                    <a:pt x="552" y="567"/>
                  </a:cubicBezTo>
                  <a:cubicBezTo>
                    <a:pt x="545" y="560"/>
                    <a:pt x="574" y="532"/>
                    <a:pt x="602" y="546"/>
                  </a:cubicBezTo>
                  <a:cubicBezTo>
                    <a:pt x="638" y="560"/>
                    <a:pt x="617" y="581"/>
                    <a:pt x="653" y="588"/>
                  </a:cubicBezTo>
                  <a:cubicBezTo>
                    <a:pt x="688" y="588"/>
                    <a:pt x="817" y="588"/>
                    <a:pt x="803" y="560"/>
                  </a:cubicBezTo>
                  <a:cubicBezTo>
                    <a:pt x="782" y="532"/>
                    <a:pt x="789" y="483"/>
                    <a:pt x="774" y="469"/>
                  </a:cubicBezTo>
                  <a:cubicBezTo>
                    <a:pt x="760" y="448"/>
                    <a:pt x="796" y="483"/>
                    <a:pt x="796" y="427"/>
                  </a:cubicBezTo>
                  <a:cubicBezTo>
                    <a:pt x="796" y="371"/>
                    <a:pt x="782" y="371"/>
                    <a:pt x="774" y="294"/>
                  </a:cubicBezTo>
                  <a:cubicBezTo>
                    <a:pt x="774" y="217"/>
                    <a:pt x="839" y="245"/>
                    <a:pt x="839" y="231"/>
                  </a:cubicBezTo>
                  <a:cubicBezTo>
                    <a:pt x="839" y="210"/>
                    <a:pt x="860" y="238"/>
                    <a:pt x="839" y="189"/>
                  </a:cubicBezTo>
                  <a:cubicBezTo>
                    <a:pt x="817" y="140"/>
                    <a:pt x="796" y="84"/>
                    <a:pt x="782" y="77"/>
                  </a:cubicBezTo>
                  <a:cubicBezTo>
                    <a:pt x="767" y="63"/>
                    <a:pt x="724" y="28"/>
                    <a:pt x="724" y="28"/>
                  </a:cubicBezTo>
                  <a:lnTo>
                    <a:pt x="703" y="0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16"/>
            <p:cNvSpPr/>
            <p:nvPr/>
          </p:nvSpPr>
          <p:spPr>
            <a:xfrm>
              <a:off x="9691688" y="3911601"/>
              <a:ext cx="68263" cy="104775"/>
            </a:xfrm>
            <a:custGeom>
              <a:avLst/>
              <a:gdLst/>
              <a:ahLst/>
              <a:cxnLst/>
              <a:rect l="l" t="t" r="r" b="b"/>
              <a:pathLst>
                <a:path w="164" h="252" extrusionOk="0">
                  <a:moveTo>
                    <a:pt x="107" y="0"/>
                  </a:moveTo>
                  <a:cubicBezTo>
                    <a:pt x="58" y="28"/>
                    <a:pt x="0" y="28"/>
                    <a:pt x="36" y="77"/>
                  </a:cubicBezTo>
                  <a:cubicBezTo>
                    <a:pt x="79" y="119"/>
                    <a:pt x="107" y="252"/>
                    <a:pt x="93" y="238"/>
                  </a:cubicBezTo>
                  <a:cubicBezTo>
                    <a:pt x="86" y="224"/>
                    <a:pt x="93" y="231"/>
                    <a:pt x="115" y="203"/>
                  </a:cubicBezTo>
                  <a:cubicBezTo>
                    <a:pt x="136" y="182"/>
                    <a:pt x="157" y="182"/>
                    <a:pt x="143" y="168"/>
                  </a:cubicBezTo>
                  <a:cubicBezTo>
                    <a:pt x="129" y="154"/>
                    <a:pt x="136" y="133"/>
                    <a:pt x="150" y="119"/>
                  </a:cubicBezTo>
                  <a:cubicBezTo>
                    <a:pt x="164" y="105"/>
                    <a:pt x="157" y="105"/>
                    <a:pt x="143" y="70"/>
                  </a:cubicBezTo>
                  <a:cubicBezTo>
                    <a:pt x="136" y="35"/>
                    <a:pt x="107" y="0"/>
                    <a:pt x="107" y="0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6"/>
            <p:cNvSpPr/>
            <p:nvPr/>
          </p:nvSpPr>
          <p:spPr>
            <a:xfrm>
              <a:off x="9817101" y="3911601"/>
              <a:ext cx="55563" cy="46038"/>
            </a:xfrm>
            <a:custGeom>
              <a:avLst/>
              <a:gdLst/>
              <a:ahLst/>
              <a:cxnLst/>
              <a:rect l="l" t="t" r="r" b="b"/>
              <a:pathLst>
                <a:path w="136" h="112" extrusionOk="0">
                  <a:moveTo>
                    <a:pt x="8" y="84"/>
                  </a:moveTo>
                  <a:cubicBezTo>
                    <a:pt x="0" y="91"/>
                    <a:pt x="136" y="112"/>
                    <a:pt x="122" y="77"/>
                  </a:cubicBezTo>
                  <a:cubicBezTo>
                    <a:pt x="101" y="49"/>
                    <a:pt x="136" y="42"/>
                    <a:pt x="101" y="21"/>
                  </a:cubicBezTo>
                  <a:cubicBezTo>
                    <a:pt x="72" y="0"/>
                    <a:pt x="29" y="70"/>
                    <a:pt x="29" y="70"/>
                  </a:cubicBezTo>
                  <a:lnTo>
                    <a:pt x="8" y="8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6"/>
            <p:cNvSpPr/>
            <p:nvPr/>
          </p:nvSpPr>
          <p:spPr>
            <a:xfrm>
              <a:off x="9917113" y="3860801"/>
              <a:ext cx="26988" cy="26988"/>
            </a:xfrm>
            <a:custGeom>
              <a:avLst/>
              <a:gdLst/>
              <a:ahLst/>
              <a:cxnLst/>
              <a:rect l="l" t="t" r="r" b="b"/>
              <a:pathLst>
                <a:path w="64" h="64" extrusionOk="0">
                  <a:moveTo>
                    <a:pt x="22" y="64"/>
                  </a:moveTo>
                  <a:cubicBezTo>
                    <a:pt x="29" y="64"/>
                    <a:pt x="64" y="57"/>
                    <a:pt x="64" y="36"/>
                  </a:cubicBezTo>
                  <a:cubicBezTo>
                    <a:pt x="64" y="22"/>
                    <a:pt x="36" y="0"/>
                    <a:pt x="22" y="8"/>
                  </a:cubicBezTo>
                  <a:cubicBezTo>
                    <a:pt x="0" y="15"/>
                    <a:pt x="22" y="64"/>
                    <a:pt x="22" y="64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16"/>
            <p:cNvSpPr/>
            <p:nvPr/>
          </p:nvSpPr>
          <p:spPr>
            <a:xfrm>
              <a:off x="9921876" y="3814763"/>
              <a:ext cx="55563" cy="38100"/>
            </a:xfrm>
            <a:custGeom>
              <a:avLst/>
              <a:gdLst/>
              <a:ahLst/>
              <a:cxnLst/>
              <a:rect l="l" t="t" r="r" b="b"/>
              <a:pathLst>
                <a:path w="132" h="92" extrusionOk="0">
                  <a:moveTo>
                    <a:pt x="118" y="92"/>
                  </a:moveTo>
                  <a:cubicBezTo>
                    <a:pt x="96" y="85"/>
                    <a:pt x="66" y="92"/>
                    <a:pt x="30" y="64"/>
                  </a:cubicBezTo>
                  <a:cubicBezTo>
                    <a:pt x="0" y="36"/>
                    <a:pt x="37" y="22"/>
                    <a:pt x="44" y="15"/>
                  </a:cubicBezTo>
                  <a:cubicBezTo>
                    <a:pt x="44" y="0"/>
                    <a:pt x="132" y="29"/>
                    <a:pt x="118" y="36"/>
                  </a:cubicBezTo>
                  <a:cubicBezTo>
                    <a:pt x="110" y="43"/>
                    <a:pt x="118" y="92"/>
                    <a:pt x="118" y="92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6"/>
            <p:cNvSpPr/>
            <p:nvPr/>
          </p:nvSpPr>
          <p:spPr>
            <a:xfrm>
              <a:off x="9748838" y="4108451"/>
              <a:ext cx="150813" cy="182563"/>
            </a:xfrm>
            <a:custGeom>
              <a:avLst/>
              <a:gdLst/>
              <a:ahLst/>
              <a:cxnLst/>
              <a:rect l="l" t="t" r="r" b="b"/>
              <a:pathLst>
                <a:path w="364" h="440" extrusionOk="0">
                  <a:moveTo>
                    <a:pt x="136" y="266"/>
                  </a:moveTo>
                  <a:cubicBezTo>
                    <a:pt x="122" y="245"/>
                    <a:pt x="108" y="224"/>
                    <a:pt x="136" y="203"/>
                  </a:cubicBezTo>
                  <a:cubicBezTo>
                    <a:pt x="172" y="182"/>
                    <a:pt x="215" y="189"/>
                    <a:pt x="200" y="154"/>
                  </a:cubicBezTo>
                  <a:cubicBezTo>
                    <a:pt x="186" y="133"/>
                    <a:pt x="143" y="49"/>
                    <a:pt x="143" y="35"/>
                  </a:cubicBezTo>
                  <a:cubicBezTo>
                    <a:pt x="143" y="28"/>
                    <a:pt x="93" y="0"/>
                    <a:pt x="86" y="14"/>
                  </a:cubicBezTo>
                  <a:cubicBezTo>
                    <a:pt x="72" y="28"/>
                    <a:pt x="22" y="98"/>
                    <a:pt x="22" y="98"/>
                  </a:cubicBezTo>
                  <a:cubicBezTo>
                    <a:pt x="15" y="147"/>
                    <a:pt x="15" y="147"/>
                    <a:pt x="15" y="147"/>
                  </a:cubicBezTo>
                  <a:cubicBezTo>
                    <a:pt x="15" y="147"/>
                    <a:pt x="15" y="168"/>
                    <a:pt x="8" y="175"/>
                  </a:cubicBezTo>
                  <a:cubicBezTo>
                    <a:pt x="0" y="189"/>
                    <a:pt x="43" y="231"/>
                    <a:pt x="65" y="238"/>
                  </a:cubicBezTo>
                  <a:cubicBezTo>
                    <a:pt x="86" y="252"/>
                    <a:pt x="43" y="266"/>
                    <a:pt x="50" y="287"/>
                  </a:cubicBezTo>
                  <a:cubicBezTo>
                    <a:pt x="58" y="301"/>
                    <a:pt x="100" y="329"/>
                    <a:pt x="100" y="329"/>
                  </a:cubicBezTo>
                  <a:cubicBezTo>
                    <a:pt x="86" y="371"/>
                    <a:pt x="86" y="371"/>
                    <a:pt x="86" y="371"/>
                  </a:cubicBezTo>
                  <a:cubicBezTo>
                    <a:pt x="86" y="371"/>
                    <a:pt x="36" y="371"/>
                    <a:pt x="86" y="385"/>
                  </a:cubicBezTo>
                  <a:cubicBezTo>
                    <a:pt x="136" y="406"/>
                    <a:pt x="172" y="440"/>
                    <a:pt x="172" y="433"/>
                  </a:cubicBezTo>
                  <a:cubicBezTo>
                    <a:pt x="165" y="427"/>
                    <a:pt x="136" y="378"/>
                    <a:pt x="136" y="378"/>
                  </a:cubicBezTo>
                  <a:cubicBezTo>
                    <a:pt x="193" y="350"/>
                    <a:pt x="193" y="350"/>
                    <a:pt x="193" y="350"/>
                  </a:cubicBezTo>
                  <a:cubicBezTo>
                    <a:pt x="336" y="440"/>
                    <a:pt x="336" y="440"/>
                    <a:pt x="336" y="440"/>
                  </a:cubicBezTo>
                  <a:cubicBezTo>
                    <a:pt x="336" y="440"/>
                    <a:pt x="336" y="420"/>
                    <a:pt x="350" y="413"/>
                  </a:cubicBezTo>
                  <a:cubicBezTo>
                    <a:pt x="364" y="399"/>
                    <a:pt x="343" y="350"/>
                    <a:pt x="343" y="350"/>
                  </a:cubicBezTo>
                  <a:cubicBezTo>
                    <a:pt x="343" y="350"/>
                    <a:pt x="364" y="343"/>
                    <a:pt x="315" y="336"/>
                  </a:cubicBezTo>
                  <a:cubicBezTo>
                    <a:pt x="265" y="322"/>
                    <a:pt x="265" y="315"/>
                    <a:pt x="243" y="315"/>
                  </a:cubicBezTo>
                  <a:cubicBezTo>
                    <a:pt x="229" y="315"/>
                    <a:pt x="222" y="329"/>
                    <a:pt x="193" y="308"/>
                  </a:cubicBezTo>
                  <a:cubicBezTo>
                    <a:pt x="172" y="294"/>
                    <a:pt x="136" y="266"/>
                    <a:pt x="136" y="266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16"/>
            <p:cNvSpPr/>
            <p:nvPr/>
          </p:nvSpPr>
          <p:spPr>
            <a:xfrm>
              <a:off x="9831388" y="4360863"/>
              <a:ext cx="187325" cy="120650"/>
            </a:xfrm>
            <a:custGeom>
              <a:avLst/>
              <a:gdLst/>
              <a:ahLst/>
              <a:cxnLst/>
              <a:rect l="l" t="t" r="r" b="b"/>
              <a:pathLst>
                <a:path w="452" h="292" extrusionOk="0">
                  <a:moveTo>
                    <a:pt x="316" y="0"/>
                  </a:moveTo>
                  <a:cubicBezTo>
                    <a:pt x="273" y="35"/>
                    <a:pt x="273" y="105"/>
                    <a:pt x="223" y="91"/>
                  </a:cubicBezTo>
                  <a:cubicBezTo>
                    <a:pt x="165" y="77"/>
                    <a:pt x="237" y="98"/>
                    <a:pt x="165" y="77"/>
                  </a:cubicBezTo>
                  <a:cubicBezTo>
                    <a:pt x="101" y="56"/>
                    <a:pt x="115" y="77"/>
                    <a:pt x="101" y="98"/>
                  </a:cubicBezTo>
                  <a:cubicBezTo>
                    <a:pt x="87" y="112"/>
                    <a:pt x="94" y="140"/>
                    <a:pt x="94" y="140"/>
                  </a:cubicBezTo>
                  <a:cubicBezTo>
                    <a:pt x="94" y="140"/>
                    <a:pt x="0" y="202"/>
                    <a:pt x="44" y="202"/>
                  </a:cubicBezTo>
                  <a:cubicBezTo>
                    <a:pt x="87" y="195"/>
                    <a:pt x="130" y="188"/>
                    <a:pt x="187" y="181"/>
                  </a:cubicBezTo>
                  <a:cubicBezTo>
                    <a:pt x="252" y="167"/>
                    <a:pt x="273" y="188"/>
                    <a:pt x="252" y="202"/>
                  </a:cubicBezTo>
                  <a:cubicBezTo>
                    <a:pt x="237" y="209"/>
                    <a:pt x="273" y="258"/>
                    <a:pt x="309" y="272"/>
                  </a:cubicBezTo>
                  <a:cubicBezTo>
                    <a:pt x="338" y="279"/>
                    <a:pt x="388" y="292"/>
                    <a:pt x="381" y="279"/>
                  </a:cubicBezTo>
                  <a:cubicBezTo>
                    <a:pt x="381" y="258"/>
                    <a:pt x="374" y="244"/>
                    <a:pt x="374" y="209"/>
                  </a:cubicBezTo>
                  <a:cubicBezTo>
                    <a:pt x="366" y="181"/>
                    <a:pt x="438" y="174"/>
                    <a:pt x="438" y="174"/>
                  </a:cubicBezTo>
                  <a:cubicBezTo>
                    <a:pt x="438" y="174"/>
                    <a:pt x="452" y="112"/>
                    <a:pt x="445" y="105"/>
                  </a:cubicBezTo>
                  <a:cubicBezTo>
                    <a:pt x="431" y="98"/>
                    <a:pt x="402" y="63"/>
                    <a:pt x="388" y="49"/>
                  </a:cubicBezTo>
                  <a:cubicBezTo>
                    <a:pt x="374" y="28"/>
                    <a:pt x="316" y="0"/>
                    <a:pt x="316" y="0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6"/>
            <p:cNvSpPr/>
            <p:nvPr/>
          </p:nvSpPr>
          <p:spPr>
            <a:xfrm>
              <a:off x="9483726" y="4430713"/>
              <a:ext cx="330201" cy="298451"/>
            </a:xfrm>
            <a:custGeom>
              <a:avLst/>
              <a:gdLst/>
              <a:ahLst/>
              <a:cxnLst/>
              <a:rect l="l" t="t" r="r" b="b"/>
              <a:pathLst>
                <a:path w="796" h="720" extrusionOk="0">
                  <a:moveTo>
                    <a:pt x="669" y="203"/>
                  </a:moveTo>
                  <a:cubicBezTo>
                    <a:pt x="647" y="238"/>
                    <a:pt x="683" y="280"/>
                    <a:pt x="690" y="294"/>
                  </a:cubicBezTo>
                  <a:cubicBezTo>
                    <a:pt x="697" y="308"/>
                    <a:pt x="796" y="315"/>
                    <a:pt x="761" y="357"/>
                  </a:cubicBezTo>
                  <a:cubicBezTo>
                    <a:pt x="733" y="392"/>
                    <a:pt x="711" y="392"/>
                    <a:pt x="725" y="406"/>
                  </a:cubicBezTo>
                  <a:cubicBezTo>
                    <a:pt x="747" y="420"/>
                    <a:pt x="676" y="420"/>
                    <a:pt x="669" y="469"/>
                  </a:cubicBezTo>
                  <a:cubicBezTo>
                    <a:pt x="661" y="518"/>
                    <a:pt x="711" y="581"/>
                    <a:pt x="704" y="581"/>
                  </a:cubicBezTo>
                  <a:cubicBezTo>
                    <a:pt x="690" y="581"/>
                    <a:pt x="661" y="581"/>
                    <a:pt x="647" y="588"/>
                  </a:cubicBezTo>
                  <a:cubicBezTo>
                    <a:pt x="626" y="588"/>
                    <a:pt x="633" y="581"/>
                    <a:pt x="633" y="616"/>
                  </a:cubicBezTo>
                  <a:cubicBezTo>
                    <a:pt x="640" y="651"/>
                    <a:pt x="647" y="699"/>
                    <a:pt x="647" y="699"/>
                  </a:cubicBezTo>
                  <a:cubicBezTo>
                    <a:pt x="647" y="699"/>
                    <a:pt x="605" y="720"/>
                    <a:pt x="583" y="706"/>
                  </a:cubicBezTo>
                  <a:cubicBezTo>
                    <a:pt x="562" y="693"/>
                    <a:pt x="491" y="699"/>
                    <a:pt x="462" y="706"/>
                  </a:cubicBezTo>
                  <a:cubicBezTo>
                    <a:pt x="434" y="713"/>
                    <a:pt x="377" y="672"/>
                    <a:pt x="349" y="672"/>
                  </a:cubicBezTo>
                  <a:cubicBezTo>
                    <a:pt x="320" y="672"/>
                    <a:pt x="320" y="679"/>
                    <a:pt x="256" y="665"/>
                  </a:cubicBezTo>
                  <a:cubicBezTo>
                    <a:pt x="192" y="644"/>
                    <a:pt x="207" y="630"/>
                    <a:pt x="157" y="616"/>
                  </a:cubicBezTo>
                  <a:cubicBezTo>
                    <a:pt x="114" y="602"/>
                    <a:pt x="100" y="644"/>
                    <a:pt x="64" y="567"/>
                  </a:cubicBezTo>
                  <a:cubicBezTo>
                    <a:pt x="29" y="497"/>
                    <a:pt x="22" y="497"/>
                    <a:pt x="15" y="469"/>
                  </a:cubicBezTo>
                  <a:cubicBezTo>
                    <a:pt x="0" y="448"/>
                    <a:pt x="64" y="343"/>
                    <a:pt x="64" y="329"/>
                  </a:cubicBezTo>
                  <a:cubicBezTo>
                    <a:pt x="72" y="315"/>
                    <a:pt x="164" y="392"/>
                    <a:pt x="164" y="399"/>
                  </a:cubicBezTo>
                  <a:cubicBezTo>
                    <a:pt x="171" y="406"/>
                    <a:pt x="278" y="315"/>
                    <a:pt x="263" y="301"/>
                  </a:cubicBezTo>
                  <a:cubicBezTo>
                    <a:pt x="249" y="287"/>
                    <a:pt x="398" y="238"/>
                    <a:pt x="398" y="210"/>
                  </a:cubicBezTo>
                  <a:cubicBezTo>
                    <a:pt x="406" y="189"/>
                    <a:pt x="420" y="182"/>
                    <a:pt x="434" y="189"/>
                  </a:cubicBezTo>
                  <a:cubicBezTo>
                    <a:pt x="455" y="203"/>
                    <a:pt x="462" y="133"/>
                    <a:pt x="462" y="105"/>
                  </a:cubicBezTo>
                  <a:cubicBezTo>
                    <a:pt x="462" y="70"/>
                    <a:pt x="512" y="35"/>
                    <a:pt x="541" y="21"/>
                  </a:cubicBezTo>
                  <a:cubicBezTo>
                    <a:pt x="569" y="0"/>
                    <a:pt x="733" y="119"/>
                    <a:pt x="725" y="105"/>
                  </a:cubicBezTo>
                  <a:cubicBezTo>
                    <a:pt x="718" y="84"/>
                    <a:pt x="669" y="203"/>
                    <a:pt x="669" y="203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6"/>
            <p:cNvSpPr/>
            <p:nvPr/>
          </p:nvSpPr>
          <p:spPr>
            <a:xfrm>
              <a:off x="10196513" y="4621213"/>
              <a:ext cx="715962" cy="296863"/>
            </a:xfrm>
            <a:custGeom>
              <a:avLst/>
              <a:gdLst/>
              <a:ahLst/>
              <a:cxnLst/>
              <a:rect l="l" t="t" r="r" b="b"/>
              <a:pathLst>
                <a:path w="1728" h="716" extrusionOk="0">
                  <a:moveTo>
                    <a:pt x="251" y="274"/>
                  </a:moveTo>
                  <a:cubicBezTo>
                    <a:pt x="266" y="274"/>
                    <a:pt x="366" y="253"/>
                    <a:pt x="502" y="316"/>
                  </a:cubicBezTo>
                  <a:cubicBezTo>
                    <a:pt x="631" y="380"/>
                    <a:pt x="674" y="401"/>
                    <a:pt x="667" y="415"/>
                  </a:cubicBezTo>
                  <a:cubicBezTo>
                    <a:pt x="667" y="429"/>
                    <a:pt x="710" y="478"/>
                    <a:pt x="682" y="478"/>
                  </a:cubicBezTo>
                  <a:cubicBezTo>
                    <a:pt x="653" y="478"/>
                    <a:pt x="574" y="527"/>
                    <a:pt x="624" y="548"/>
                  </a:cubicBezTo>
                  <a:cubicBezTo>
                    <a:pt x="667" y="569"/>
                    <a:pt x="653" y="590"/>
                    <a:pt x="710" y="569"/>
                  </a:cubicBezTo>
                  <a:cubicBezTo>
                    <a:pt x="761" y="548"/>
                    <a:pt x="732" y="527"/>
                    <a:pt x="839" y="555"/>
                  </a:cubicBezTo>
                  <a:cubicBezTo>
                    <a:pt x="940" y="590"/>
                    <a:pt x="954" y="611"/>
                    <a:pt x="954" y="611"/>
                  </a:cubicBezTo>
                  <a:cubicBezTo>
                    <a:pt x="954" y="611"/>
                    <a:pt x="918" y="639"/>
                    <a:pt x="997" y="625"/>
                  </a:cubicBezTo>
                  <a:cubicBezTo>
                    <a:pt x="1069" y="618"/>
                    <a:pt x="1062" y="618"/>
                    <a:pt x="1076" y="604"/>
                  </a:cubicBezTo>
                  <a:cubicBezTo>
                    <a:pt x="1097" y="590"/>
                    <a:pt x="1162" y="562"/>
                    <a:pt x="1162" y="541"/>
                  </a:cubicBezTo>
                  <a:cubicBezTo>
                    <a:pt x="1162" y="527"/>
                    <a:pt x="1305" y="548"/>
                    <a:pt x="1320" y="562"/>
                  </a:cubicBezTo>
                  <a:cubicBezTo>
                    <a:pt x="1341" y="576"/>
                    <a:pt x="1370" y="632"/>
                    <a:pt x="1391" y="639"/>
                  </a:cubicBezTo>
                  <a:cubicBezTo>
                    <a:pt x="1406" y="639"/>
                    <a:pt x="1521" y="716"/>
                    <a:pt x="1571" y="716"/>
                  </a:cubicBezTo>
                  <a:cubicBezTo>
                    <a:pt x="1621" y="716"/>
                    <a:pt x="1693" y="716"/>
                    <a:pt x="1693" y="716"/>
                  </a:cubicBezTo>
                  <a:cubicBezTo>
                    <a:pt x="1693" y="716"/>
                    <a:pt x="1728" y="674"/>
                    <a:pt x="1707" y="660"/>
                  </a:cubicBezTo>
                  <a:cubicBezTo>
                    <a:pt x="1693" y="646"/>
                    <a:pt x="1693" y="653"/>
                    <a:pt x="1650" y="639"/>
                  </a:cubicBezTo>
                  <a:cubicBezTo>
                    <a:pt x="1599" y="625"/>
                    <a:pt x="1535" y="604"/>
                    <a:pt x="1478" y="569"/>
                  </a:cubicBezTo>
                  <a:cubicBezTo>
                    <a:pt x="1420" y="534"/>
                    <a:pt x="1391" y="513"/>
                    <a:pt x="1391" y="492"/>
                  </a:cubicBezTo>
                  <a:cubicBezTo>
                    <a:pt x="1384" y="471"/>
                    <a:pt x="1377" y="436"/>
                    <a:pt x="1377" y="436"/>
                  </a:cubicBezTo>
                  <a:cubicBezTo>
                    <a:pt x="1377" y="436"/>
                    <a:pt x="1470" y="499"/>
                    <a:pt x="1363" y="422"/>
                  </a:cubicBezTo>
                  <a:cubicBezTo>
                    <a:pt x="1262" y="344"/>
                    <a:pt x="1248" y="309"/>
                    <a:pt x="1219" y="309"/>
                  </a:cubicBezTo>
                  <a:cubicBezTo>
                    <a:pt x="1191" y="309"/>
                    <a:pt x="1184" y="302"/>
                    <a:pt x="1097" y="260"/>
                  </a:cubicBezTo>
                  <a:cubicBezTo>
                    <a:pt x="1019" y="225"/>
                    <a:pt x="911" y="190"/>
                    <a:pt x="854" y="176"/>
                  </a:cubicBezTo>
                  <a:cubicBezTo>
                    <a:pt x="796" y="162"/>
                    <a:pt x="768" y="148"/>
                    <a:pt x="682" y="134"/>
                  </a:cubicBezTo>
                  <a:cubicBezTo>
                    <a:pt x="603" y="113"/>
                    <a:pt x="502" y="85"/>
                    <a:pt x="481" y="99"/>
                  </a:cubicBezTo>
                  <a:cubicBezTo>
                    <a:pt x="459" y="106"/>
                    <a:pt x="452" y="141"/>
                    <a:pt x="438" y="162"/>
                  </a:cubicBezTo>
                  <a:cubicBezTo>
                    <a:pt x="431" y="176"/>
                    <a:pt x="431" y="260"/>
                    <a:pt x="373" y="232"/>
                  </a:cubicBezTo>
                  <a:cubicBezTo>
                    <a:pt x="316" y="197"/>
                    <a:pt x="316" y="225"/>
                    <a:pt x="294" y="197"/>
                  </a:cubicBezTo>
                  <a:cubicBezTo>
                    <a:pt x="280" y="162"/>
                    <a:pt x="302" y="183"/>
                    <a:pt x="280" y="134"/>
                  </a:cubicBezTo>
                  <a:cubicBezTo>
                    <a:pt x="259" y="85"/>
                    <a:pt x="244" y="71"/>
                    <a:pt x="201" y="71"/>
                  </a:cubicBezTo>
                  <a:cubicBezTo>
                    <a:pt x="158" y="71"/>
                    <a:pt x="0" y="0"/>
                    <a:pt x="15" y="43"/>
                  </a:cubicBezTo>
                  <a:cubicBezTo>
                    <a:pt x="29" y="85"/>
                    <a:pt x="58" y="106"/>
                    <a:pt x="58" y="106"/>
                  </a:cubicBezTo>
                  <a:cubicBezTo>
                    <a:pt x="58" y="106"/>
                    <a:pt x="180" y="162"/>
                    <a:pt x="165" y="162"/>
                  </a:cubicBezTo>
                  <a:cubicBezTo>
                    <a:pt x="158" y="162"/>
                    <a:pt x="208" y="155"/>
                    <a:pt x="201" y="183"/>
                  </a:cubicBezTo>
                  <a:cubicBezTo>
                    <a:pt x="194" y="218"/>
                    <a:pt x="144" y="197"/>
                    <a:pt x="151" y="211"/>
                  </a:cubicBezTo>
                  <a:cubicBezTo>
                    <a:pt x="158" y="218"/>
                    <a:pt x="151" y="281"/>
                    <a:pt x="251" y="274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6"/>
            <p:cNvSpPr/>
            <p:nvPr/>
          </p:nvSpPr>
          <p:spPr>
            <a:xfrm>
              <a:off x="10313988" y="4757738"/>
              <a:ext cx="58738" cy="49213"/>
            </a:xfrm>
            <a:custGeom>
              <a:avLst/>
              <a:gdLst/>
              <a:ahLst/>
              <a:cxnLst/>
              <a:rect l="l" t="t" r="r" b="b"/>
              <a:pathLst>
                <a:path w="144" h="120" extrusionOk="0">
                  <a:moveTo>
                    <a:pt x="58" y="0"/>
                  </a:moveTo>
                  <a:cubicBezTo>
                    <a:pt x="44" y="0"/>
                    <a:pt x="0" y="43"/>
                    <a:pt x="15" y="57"/>
                  </a:cubicBezTo>
                  <a:cubicBezTo>
                    <a:pt x="29" y="64"/>
                    <a:pt x="36" y="120"/>
                    <a:pt x="36" y="120"/>
                  </a:cubicBezTo>
                  <a:cubicBezTo>
                    <a:pt x="36" y="120"/>
                    <a:pt x="72" y="120"/>
                    <a:pt x="108" y="106"/>
                  </a:cubicBezTo>
                  <a:cubicBezTo>
                    <a:pt x="144" y="99"/>
                    <a:pt x="144" y="92"/>
                    <a:pt x="130" y="78"/>
                  </a:cubicBezTo>
                  <a:cubicBezTo>
                    <a:pt x="116" y="64"/>
                    <a:pt x="58" y="0"/>
                    <a:pt x="58" y="0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6"/>
            <p:cNvSpPr/>
            <p:nvPr/>
          </p:nvSpPr>
          <p:spPr>
            <a:xfrm>
              <a:off x="10004426" y="4846638"/>
              <a:ext cx="130175" cy="71438"/>
            </a:xfrm>
            <a:custGeom>
              <a:avLst/>
              <a:gdLst/>
              <a:ahLst/>
              <a:cxnLst/>
              <a:rect l="l" t="t" r="r" b="b"/>
              <a:pathLst>
                <a:path w="316" h="172" extrusionOk="0">
                  <a:moveTo>
                    <a:pt x="72" y="151"/>
                  </a:moveTo>
                  <a:cubicBezTo>
                    <a:pt x="115" y="129"/>
                    <a:pt x="216" y="65"/>
                    <a:pt x="237" y="51"/>
                  </a:cubicBezTo>
                  <a:cubicBezTo>
                    <a:pt x="266" y="36"/>
                    <a:pt x="316" y="8"/>
                    <a:pt x="266" y="8"/>
                  </a:cubicBezTo>
                  <a:cubicBezTo>
                    <a:pt x="223" y="8"/>
                    <a:pt x="144" y="0"/>
                    <a:pt x="115" y="8"/>
                  </a:cubicBezTo>
                  <a:cubicBezTo>
                    <a:pt x="87" y="15"/>
                    <a:pt x="44" y="58"/>
                    <a:pt x="36" y="72"/>
                  </a:cubicBezTo>
                  <a:cubicBezTo>
                    <a:pt x="29" y="86"/>
                    <a:pt x="22" y="94"/>
                    <a:pt x="8" y="94"/>
                  </a:cubicBezTo>
                  <a:cubicBezTo>
                    <a:pt x="0" y="94"/>
                    <a:pt x="29" y="172"/>
                    <a:pt x="72" y="151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6"/>
            <p:cNvSpPr/>
            <p:nvPr/>
          </p:nvSpPr>
          <p:spPr>
            <a:xfrm>
              <a:off x="9858376" y="4873626"/>
              <a:ext cx="88900" cy="36513"/>
            </a:xfrm>
            <a:custGeom>
              <a:avLst/>
              <a:gdLst/>
              <a:ahLst/>
              <a:cxnLst/>
              <a:rect l="l" t="t" r="r" b="b"/>
              <a:pathLst>
                <a:path w="216" h="88" extrusionOk="0">
                  <a:moveTo>
                    <a:pt x="144" y="81"/>
                  </a:moveTo>
                  <a:cubicBezTo>
                    <a:pt x="94" y="88"/>
                    <a:pt x="0" y="30"/>
                    <a:pt x="0" y="30"/>
                  </a:cubicBezTo>
                  <a:cubicBezTo>
                    <a:pt x="0" y="30"/>
                    <a:pt x="44" y="0"/>
                    <a:pt x="65" y="8"/>
                  </a:cubicBezTo>
                  <a:cubicBezTo>
                    <a:pt x="87" y="22"/>
                    <a:pt x="216" y="74"/>
                    <a:pt x="144" y="81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9402763" y="4781551"/>
              <a:ext cx="593725" cy="90488"/>
            </a:xfrm>
            <a:custGeom>
              <a:avLst/>
              <a:gdLst/>
              <a:ahLst/>
              <a:cxnLst/>
              <a:rect l="l" t="t" r="r" b="b"/>
              <a:pathLst>
                <a:path w="1436" h="216" extrusionOk="0">
                  <a:moveTo>
                    <a:pt x="129" y="7"/>
                  </a:moveTo>
                  <a:cubicBezTo>
                    <a:pt x="65" y="35"/>
                    <a:pt x="0" y="77"/>
                    <a:pt x="36" y="91"/>
                  </a:cubicBezTo>
                  <a:cubicBezTo>
                    <a:pt x="65" y="105"/>
                    <a:pt x="122" y="147"/>
                    <a:pt x="193" y="140"/>
                  </a:cubicBezTo>
                  <a:cubicBezTo>
                    <a:pt x="272" y="140"/>
                    <a:pt x="286" y="161"/>
                    <a:pt x="393" y="161"/>
                  </a:cubicBezTo>
                  <a:cubicBezTo>
                    <a:pt x="501" y="154"/>
                    <a:pt x="551" y="175"/>
                    <a:pt x="572" y="175"/>
                  </a:cubicBezTo>
                  <a:cubicBezTo>
                    <a:pt x="593" y="175"/>
                    <a:pt x="586" y="196"/>
                    <a:pt x="658" y="196"/>
                  </a:cubicBezTo>
                  <a:cubicBezTo>
                    <a:pt x="722" y="203"/>
                    <a:pt x="801" y="196"/>
                    <a:pt x="836" y="196"/>
                  </a:cubicBezTo>
                  <a:cubicBezTo>
                    <a:pt x="872" y="196"/>
                    <a:pt x="879" y="203"/>
                    <a:pt x="929" y="210"/>
                  </a:cubicBezTo>
                  <a:cubicBezTo>
                    <a:pt x="979" y="216"/>
                    <a:pt x="901" y="203"/>
                    <a:pt x="1022" y="203"/>
                  </a:cubicBezTo>
                  <a:cubicBezTo>
                    <a:pt x="1136" y="210"/>
                    <a:pt x="1215" y="189"/>
                    <a:pt x="1265" y="196"/>
                  </a:cubicBezTo>
                  <a:cubicBezTo>
                    <a:pt x="1315" y="196"/>
                    <a:pt x="1329" y="203"/>
                    <a:pt x="1351" y="203"/>
                  </a:cubicBezTo>
                  <a:cubicBezTo>
                    <a:pt x="1365" y="203"/>
                    <a:pt x="1436" y="189"/>
                    <a:pt x="1429" y="175"/>
                  </a:cubicBezTo>
                  <a:cubicBezTo>
                    <a:pt x="1415" y="154"/>
                    <a:pt x="1265" y="203"/>
                    <a:pt x="1229" y="189"/>
                  </a:cubicBezTo>
                  <a:cubicBezTo>
                    <a:pt x="1201" y="175"/>
                    <a:pt x="1115" y="168"/>
                    <a:pt x="1094" y="168"/>
                  </a:cubicBezTo>
                  <a:cubicBezTo>
                    <a:pt x="1072" y="175"/>
                    <a:pt x="972" y="168"/>
                    <a:pt x="929" y="168"/>
                  </a:cubicBezTo>
                  <a:cubicBezTo>
                    <a:pt x="886" y="168"/>
                    <a:pt x="979" y="189"/>
                    <a:pt x="872" y="168"/>
                  </a:cubicBezTo>
                  <a:cubicBezTo>
                    <a:pt x="765" y="147"/>
                    <a:pt x="701" y="119"/>
                    <a:pt x="701" y="119"/>
                  </a:cubicBezTo>
                  <a:cubicBezTo>
                    <a:pt x="701" y="119"/>
                    <a:pt x="729" y="77"/>
                    <a:pt x="651" y="77"/>
                  </a:cubicBezTo>
                  <a:cubicBezTo>
                    <a:pt x="565" y="84"/>
                    <a:pt x="551" y="84"/>
                    <a:pt x="551" y="84"/>
                  </a:cubicBezTo>
                  <a:cubicBezTo>
                    <a:pt x="551" y="84"/>
                    <a:pt x="601" y="84"/>
                    <a:pt x="479" y="70"/>
                  </a:cubicBezTo>
                  <a:cubicBezTo>
                    <a:pt x="365" y="49"/>
                    <a:pt x="351" y="49"/>
                    <a:pt x="308" y="49"/>
                  </a:cubicBezTo>
                  <a:cubicBezTo>
                    <a:pt x="272" y="49"/>
                    <a:pt x="222" y="42"/>
                    <a:pt x="193" y="21"/>
                  </a:cubicBezTo>
                  <a:cubicBezTo>
                    <a:pt x="158" y="0"/>
                    <a:pt x="129" y="7"/>
                    <a:pt x="129" y="7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6"/>
            <p:cNvSpPr/>
            <p:nvPr/>
          </p:nvSpPr>
          <p:spPr>
            <a:xfrm>
              <a:off x="9040813" y="4476751"/>
              <a:ext cx="404813" cy="315913"/>
            </a:xfrm>
            <a:custGeom>
              <a:avLst/>
              <a:gdLst/>
              <a:ahLst/>
              <a:cxnLst/>
              <a:rect l="l" t="t" r="r" b="b"/>
              <a:pathLst>
                <a:path w="976" h="760" extrusionOk="0">
                  <a:moveTo>
                    <a:pt x="870" y="719"/>
                  </a:moveTo>
                  <a:cubicBezTo>
                    <a:pt x="862" y="719"/>
                    <a:pt x="798" y="698"/>
                    <a:pt x="720" y="656"/>
                  </a:cubicBezTo>
                  <a:cubicBezTo>
                    <a:pt x="642" y="607"/>
                    <a:pt x="620" y="621"/>
                    <a:pt x="563" y="565"/>
                  </a:cubicBezTo>
                  <a:cubicBezTo>
                    <a:pt x="499" y="509"/>
                    <a:pt x="421" y="384"/>
                    <a:pt x="364" y="328"/>
                  </a:cubicBezTo>
                  <a:cubicBezTo>
                    <a:pt x="307" y="279"/>
                    <a:pt x="335" y="307"/>
                    <a:pt x="193" y="210"/>
                  </a:cubicBezTo>
                  <a:cubicBezTo>
                    <a:pt x="50" y="112"/>
                    <a:pt x="0" y="28"/>
                    <a:pt x="0" y="28"/>
                  </a:cubicBezTo>
                  <a:cubicBezTo>
                    <a:pt x="0" y="28"/>
                    <a:pt x="136" y="0"/>
                    <a:pt x="164" y="7"/>
                  </a:cubicBezTo>
                  <a:cubicBezTo>
                    <a:pt x="193" y="21"/>
                    <a:pt x="221" y="77"/>
                    <a:pt x="371" y="168"/>
                  </a:cubicBezTo>
                  <a:cubicBezTo>
                    <a:pt x="513" y="258"/>
                    <a:pt x="798" y="405"/>
                    <a:pt x="834" y="461"/>
                  </a:cubicBezTo>
                  <a:cubicBezTo>
                    <a:pt x="870" y="516"/>
                    <a:pt x="848" y="572"/>
                    <a:pt x="877" y="607"/>
                  </a:cubicBezTo>
                  <a:cubicBezTo>
                    <a:pt x="905" y="642"/>
                    <a:pt x="976" y="760"/>
                    <a:pt x="870" y="719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6"/>
            <p:cNvSpPr/>
            <p:nvPr/>
          </p:nvSpPr>
          <p:spPr>
            <a:xfrm>
              <a:off x="8521701" y="4373563"/>
              <a:ext cx="125413" cy="98425"/>
            </a:xfrm>
            <a:custGeom>
              <a:avLst/>
              <a:gdLst/>
              <a:ahLst/>
              <a:cxnLst/>
              <a:rect l="l" t="t" r="r" b="b"/>
              <a:pathLst>
                <a:path w="300" h="240" extrusionOk="0">
                  <a:moveTo>
                    <a:pt x="79" y="0"/>
                  </a:moveTo>
                  <a:cubicBezTo>
                    <a:pt x="15" y="22"/>
                    <a:pt x="0" y="29"/>
                    <a:pt x="43" y="106"/>
                  </a:cubicBezTo>
                  <a:cubicBezTo>
                    <a:pt x="86" y="184"/>
                    <a:pt x="72" y="212"/>
                    <a:pt x="100" y="219"/>
                  </a:cubicBezTo>
                  <a:cubicBezTo>
                    <a:pt x="136" y="219"/>
                    <a:pt x="143" y="240"/>
                    <a:pt x="165" y="226"/>
                  </a:cubicBezTo>
                  <a:cubicBezTo>
                    <a:pt x="193" y="219"/>
                    <a:pt x="229" y="191"/>
                    <a:pt x="250" y="177"/>
                  </a:cubicBezTo>
                  <a:cubicBezTo>
                    <a:pt x="272" y="163"/>
                    <a:pt x="300" y="163"/>
                    <a:pt x="300" y="163"/>
                  </a:cubicBezTo>
                  <a:cubicBezTo>
                    <a:pt x="300" y="163"/>
                    <a:pt x="143" y="64"/>
                    <a:pt x="122" y="43"/>
                  </a:cubicBezTo>
                  <a:cubicBezTo>
                    <a:pt x="100" y="29"/>
                    <a:pt x="79" y="0"/>
                    <a:pt x="79" y="0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6"/>
            <p:cNvSpPr/>
            <p:nvPr/>
          </p:nvSpPr>
          <p:spPr>
            <a:xfrm>
              <a:off x="11728451" y="5830888"/>
              <a:ext cx="225425" cy="217488"/>
            </a:xfrm>
            <a:custGeom>
              <a:avLst/>
              <a:gdLst/>
              <a:ahLst/>
              <a:cxnLst/>
              <a:rect l="l" t="t" r="r" b="b"/>
              <a:pathLst>
                <a:path w="544" h="524" extrusionOk="0">
                  <a:moveTo>
                    <a:pt x="101" y="483"/>
                  </a:moveTo>
                  <a:cubicBezTo>
                    <a:pt x="158" y="490"/>
                    <a:pt x="208" y="524"/>
                    <a:pt x="265" y="517"/>
                  </a:cubicBezTo>
                  <a:cubicBezTo>
                    <a:pt x="330" y="517"/>
                    <a:pt x="437" y="448"/>
                    <a:pt x="408" y="434"/>
                  </a:cubicBezTo>
                  <a:cubicBezTo>
                    <a:pt x="387" y="420"/>
                    <a:pt x="373" y="406"/>
                    <a:pt x="408" y="336"/>
                  </a:cubicBezTo>
                  <a:cubicBezTo>
                    <a:pt x="437" y="266"/>
                    <a:pt x="516" y="266"/>
                    <a:pt x="509" y="231"/>
                  </a:cubicBezTo>
                  <a:cubicBezTo>
                    <a:pt x="502" y="196"/>
                    <a:pt x="516" y="168"/>
                    <a:pt x="516" y="140"/>
                  </a:cubicBezTo>
                  <a:cubicBezTo>
                    <a:pt x="509" y="105"/>
                    <a:pt x="544" y="91"/>
                    <a:pt x="494" y="63"/>
                  </a:cubicBezTo>
                  <a:cubicBezTo>
                    <a:pt x="451" y="35"/>
                    <a:pt x="366" y="0"/>
                    <a:pt x="366" y="0"/>
                  </a:cubicBezTo>
                  <a:cubicBezTo>
                    <a:pt x="366" y="0"/>
                    <a:pt x="344" y="0"/>
                    <a:pt x="358" y="70"/>
                  </a:cubicBezTo>
                  <a:cubicBezTo>
                    <a:pt x="373" y="140"/>
                    <a:pt x="423" y="203"/>
                    <a:pt x="337" y="210"/>
                  </a:cubicBezTo>
                  <a:cubicBezTo>
                    <a:pt x="251" y="210"/>
                    <a:pt x="244" y="245"/>
                    <a:pt x="194" y="266"/>
                  </a:cubicBezTo>
                  <a:cubicBezTo>
                    <a:pt x="144" y="280"/>
                    <a:pt x="222" y="315"/>
                    <a:pt x="144" y="336"/>
                  </a:cubicBezTo>
                  <a:cubicBezTo>
                    <a:pt x="58" y="357"/>
                    <a:pt x="0" y="427"/>
                    <a:pt x="8" y="455"/>
                  </a:cubicBezTo>
                  <a:cubicBezTo>
                    <a:pt x="15" y="476"/>
                    <a:pt x="101" y="483"/>
                    <a:pt x="101" y="483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6"/>
            <p:cNvSpPr/>
            <p:nvPr/>
          </p:nvSpPr>
          <p:spPr>
            <a:xfrm>
              <a:off x="11823701" y="5614988"/>
              <a:ext cx="254000" cy="241300"/>
            </a:xfrm>
            <a:custGeom>
              <a:avLst/>
              <a:gdLst/>
              <a:ahLst/>
              <a:cxnLst/>
              <a:rect l="l" t="t" r="r" b="b"/>
              <a:pathLst>
                <a:path w="612" h="584" extrusionOk="0">
                  <a:moveTo>
                    <a:pt x="406" y="557"/>
                  </a:moveTo>
                  <a:cubicBezTo>
                    <a:pt x="378" y="550"/>
                    <a:pt x="371" y="494"/>
                    <a:pt x="363" y="473"/>
                  </a:cubicBezTo>
                  <a:cubicBezTo>
                    <a:pt x="356" y="445"/>
                    <a:pt x="285" y="425"/>
                    <a:pt x="285" y="425"/>
                  </a:cubicBezTo>
                  <a:cubicBezTo>
                    <a:pt x="285" y="425"/>
                    <a:pt x="228" y="383"/>
                    <a:pt x="228" y="369"/>
                  </a:cubicBezTo>
                  <a:cubicBezTo>
                    <a:pt x="235" y="355"/>
                    <a:pt x="335" y="369"/>
                    <a:pt x="321" y="355"/>
                  </a:cubicBezTo>
                  <a:cubicBezTo>
                    <a:pt x="306" y="334"/>
                    <a:pt x="314" y="286"/>
                    <a:pt x="242" y="237"/>
                  </a:cubicBezTo>
                  <a:cubicBezTo>
                    <a:pt x="178" y="195"/>
                    <a:pt x="0" y="0"/>
                    <a:pt x="0" y="0"/>
                  </a:cubicBezTo>
                  <a:cubicBezTo>
                    <a:pt x="0" y="0"/>
                    <a:pt x="107" y="70"/>
                    <a:pt x="228" y="119"/>
                  </a:cubicBezTo>
                  <a:cubicBezTo>
                    <a:pt x="356" y="167"/>
                    <a:pt x="399" y="223"/>
                    <a:pt x="406" y="244"/>
                  </a:cubicBezTo>
                  <a:cubicBezTo>
                    <a:pt x="413" y="272"/>
                    <a:pt x="506" y="327"/>
                    <a:pt x="499" y="299"/>
                  </a:cubicBezTo>
                  <a:cubicBezTo>
                    <a:pt x="499" y="272"/>
                    <a:pt x="548" y="216"/>
                    <a:pt x="563" y="237"/>
                  </a:cubicBezTo>
                  <a:cubicBezTo>
                    <a:pt x="570" y="251"/>
                    <a:pt x="598" y="286"/>
                    <a:pt x="570" y="299"/>
                  </a:cubicBezTo>
                  <a:cubicBezTo>
                    <a:pt x="541" y="313"/>
                    <a:pt x="612" y="390"/>
                    <a:pt x="570" y="397"/>
                  </a:cubicBezTo>
                  <a:cubicBezTo>
                    <a:pt x="534" y="397"/>
                    <a:pt x="491" y="411"/>
                    <a:pt x="491" y="411"/>
                  </a:cubicBezTo>
                  <a:cubicBezTo>
                    <a:pt x="491" y="459"/>
                    <a:pt x="491" y="459"/>
                    <a:pt x="491" y="459"/>
                  </a:cubicBezTo>
                  <a:cubicBezTo>
                    <a:pt x="491" y="459"/>
                    <a:pt x="513" y="584"/>
                    <a:pt x="406" y="557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6"/>
            <p:cNvSpPr/>
            <p:nvPr/>
          </p:nvSpPr>
          <p:spPr>
            <a:xfrm>
              <a:off x="9779001" y="4914901"/>
              <a:ext cx="1376360" cy="877887"/>
            </a:xfrm>
            <a:custGeom>
              <a:avLst/>
              <a:gdLst/>
              <a:ahLst/>
              <a:cxnLst/>
              <a:rect l="l" t="t" r="r" b="b"/>
              <a:pathLst>
                <a:path w="3324" h="2120" extrusionOk="0">
                  <a:moveTo>
                    <a:pt x="1923" y="1757"/>
                  </a:moveTo>
                  <a:cubicBezTo>
                    <a:pt x="1852" y="1708"/>
                    <a:pt x="1888" y="1666"/>
                    <a:pt x="1816" y="1610"/>
                  </a:cubicBezTo>
                  <a:cubicBezTo>
                    <a:pt x="1745" y="1561"/>
                    <a:pt x="1880" y="1561"/>
                    <a:pt x="1695" y="1540"/>
                  </a:cubicBezTo>
                  <a:cubicBezTo>
                    <a:pt x="1509" y="1519"/>
                    <a:pt x="1509" y="1498"/>
                    <a:pt x="1509" y="1519"/>
                  </a:cubicBezTo>
                  <a:cubicBezTo>
                    <a:pt x="1509" y="1533"/>
                    <a:pt x="1223" y="1568"/>
                    <a:pt x="1201" y="1575"/>
                  </a:cubicBezTo>
                  <a:cubicBezTo>
                    <a:pt x="1173" y="1582"/>
                    <a:pt x="1123" y="1596"/>
                    <a:pt x="1044" y="1624"/>
                  </a:cubicBezTo>
                  <a:cubicBezTo>
                    <a:pt x="966" y="1645"/>
                    <a:pt x="994" y="1673"/>
                    <a:pt x="973" y="1687"/>
                  </a:cubicBezTo>
                  <a:cubicBezTo>
                    <a:pt x="944" y="1701"/>
                    <a:pt x="930" y="1722"/>
                    <a:pt x="901" y="1708"/>
                  </a:cubicBezTo>
                  <a:cubicBezTo>
                    <a:pt x="873" y="1694"/>
                    <a:pt x="851" y="1680"/>
                    <a:pt x="830" y="1680"/>
                  </a:cubicBezTo>
                  <a:cubicBezTo>
                    <a:pt x="808" y="1680"/>
                    <a:pt x="801" y="1708"/>
                    <a:pt x="758" y="1708"/>
                  </a:cubicBezTo>
                  <a:cubicBezTo>
                    <a:pt x="708" y="1708"/>
                    <a:pt x="701" y="1701"/>
                    <a:pt x="672" y="1715"/>
                  </a:cubicBezTo>
                  <a:cubicBezTo>
                    <a:pt x="644" y="1729"/>
                    <a:pt x="644" y="1750"/>
                    <a:pt x="630" y="1757"/>
                  </a:cubicBezTo>
                  <a:cubicBezTo>
                    <a:pt x="608" y="1757"/>
                    <a:pt x="622" y="1771"/>
                    <a:pt x="601" y="1778"/>
                  </a:cubicBezTo>
                  <a:cubicBezTo>
                    <a:pt x="572" y="1785"/>
                    <a:pt x="637" y="1799"/>
                    <a:pt x="551" y="1792"/>
                  </a:cubicBezTo>
                  <a:cubicBezTo>
                    <a:pt x="458" y="1785"/>
                    <a:pt x="515" y="1799"/>
                    <a:pt x="429" y="1778"/>
                  </a:cubicBezTo>
                  <a:cubicBezTo>
                    <a:pt x="336" y="1757"/>
                    <a:pt x="351" y="1757"/>
                    <a:pt x="322" y="1736"/>
                  </a:cubicBezTo>
                  <a:cubicBezTo>
                    <a:pt x="301" y="1715"/>
                    <a:pt x="286" y="1757"/>
                    <a:pt x="251" y="1694"/>
                  </a:cubicBezTo>
                  <a:cubicBezTo>
                    <a:pt x="208" y="1624"/>
                    <a:pt x="279" y="1638"/>
                    <a:pt x="272" y="1624"/>
                  </a:cubicBezTo>
                  <a:cubicBezTo>
                    <a:pt x="272" y="1610"/>
                    <a:pt x="244" y="1505"/>
                    <a:pt x="244" y="1505"/>
                  </a:cubicBezTo>
                  <a:cubicBezTo>
                    <a:pt x="244" y="1505"/>
                    <a:pt x="229" y="1428"/>
                    <a:pt x="193" y="1407"/>
                  </a:cubicBezTo>
                  <a:cubicBezTo>
                    <a:pt x="151" y="1379"/>
                    <a:pt x="165" y="1386"/>
                    <a:pt x="158" y="1344"/>
                  </a:cubicBezTo>
                  <a:cubicBezTo>
                    <a:pt x="158" y="1302"/>
                    <a:pt x="165" y="1309"/>
                    <a:pt x="101" y="1260"/>
                  </a:cubicBezTo>
                  <a:cubicBezTo>
                    <a:pt x="43" y="1218"/>
                    <a:pt x="43" y="1211"/>
                    <a:pt x="22" y="1176"/>
                  </a:cubicBezTo>
                  <a:cubicBezTo>
                    <a:pt x="0" y="1141"/>
                    <a:pt x="0" y="1099"/>
                    <a:pt x="0" y="1085"/>
                  </a:cubicBezTo>
                  <a:cubicBezTo>
                    <a:pt x="8" y="1064"/>
                    <a:pt x="0" y="1092"/>
                    <a:pt x="36" y="1071"/>
                  </a:cubicBezTo>
                  <a:cubicBezTo>
                    <a:pt x="72" y="1057"/>
                    <a:pt x="72" y="1029"/>
                    <a:pt x="36" y="1015"/>
                  </a:cubicBezTo>
                  <a:cubicBezTo>
                    <a:pt x="0" y="994"/>
                    <a:pt x="0" y="966"/>
                    <a:pt x="15" y="903"/>
                  </a:cubicBezTo>
                  <a:cubicBezTo>
                    <a:pt x="29" y="840"/>
                    <a:pt x="8" y="812"/>
                    <a:pt x="79" y="756"/>
                  </a:cubicBezTo>
                  <a:cubicBezTo>
                    <a:pt x="151" y="700"/>
                    <a:pt x="165" y="672"/>
                    <a:pt x="351" y="651"/>
                  </a:cubicBezTo>
                  <a:cubicBezTo>
                    <a:pt x="537" y="623"/>
                    <a:pt x="572" y="567"/>
                    <a:pt x="572" y="455"/>
                  </a:cubicBezTo>
                  <a:cubicBezTo>
                    <a:pt x="579" y="343"/>
                    <a:pt x="608" y="385"/>
                    <a:pt x="608" y="385"/>
                  </a:cubicBezTo>
                  <a:cubicBezTo>
                    <a:pt x="687" y="413"/>
                    <a:pt x="687" y="413"/>
                    <a:pt x="687" y="413"/>
                  </a:cubicBezTo>
                  <a:cubicBezTo>
                    <a:pt x="687" y="413"/>
                    <a:pt x="722" y="420"/>
                    <a:pt x="715" y="371"/>
                  </a:cubicBezTo>
                  <a:cubicBezTo>
                    <a:pt x="715" y="329"/>
                    <a:pt x="708" y="266"/>
                    <a:pt x="744" y="266"/>
                  </a:cubicBezTo>
                  <a:cubicBezTo>
                    <a:pt x="787" y="266"/>
                    <a:pt x="930" y="189"/>
                    <a:pt x="951" y="196"/>
                  </a:cubicBezTo>
                  <a:cubicBezTo>
                    <a:pt x="973" y="210"/>
                    <a:pt x="980" y="238"/>
                    <a:pt x="1037" y="287"/>
                  </a:cubicBezTo>
                  <a:cubicBezTo>
                    <a:pt x="1094" y="329"/>
                    <a:pt x="1073" y="259"/>
                    <a:pt x="1094" y="273"/>
                  </a:cubicBezTo>
                  <a:cubicBezTo>
                    <a:pt x="1108" y="287"/>
                    <a:pt x="1080" y="231"/>
                    <a:pt x="1087" y="210"/>
                  </a:cubicBezTo>
                  <a:cubicBezTo>
                    <a:pt x="1087" y="196"/>
                    <a:pt x="1123" y="147"/>
                    <a:pt x="1123" y="147"/>
                  </a:cubicBezTo>
                  <a:cubicBezTo>
                    <a:pt x="1187" y="112"/>
                    <a:pt x="1187" y="112"/>
                    <a:pt x="1187" y="112"/>
                  </a:cubicBezTo>
                  <a:cubicBezTo>
                    <a:pt x="1273" y="91"/>
                    <a:pt x="1273" y="91"/>
                    <a:pt x="1273" y="91"/>
                  </a:cubicBezTo>
                  <a:cubicBezTo>
                    <a:pt x="1273" y="91"/>
                    <a:pt x="1209" y="63"/>
                    <a:pt x="1223" y="42"/>
                  </a:cubicBezTo>
                  <a:cubicBezTo>
                    <a:pt x="1237" y="28"/>
                    <a:pt x="1244" y="35"/>
                    <a:pt x="1294" y="35"/>
                  </a:cubicBezTo>
                  <a:cubicBezTo>
                    <a:pt x="1344" y="35"/>
                    <a:pt x="1409" y="77"/>
                    <a:pt x="1430" y="77"/>
                  </a:cubicBezTo>
                  <a:cubicBezTo>
                    <a:pt x="1452" y="77"/>
                    <a:pt x="1595" y="91"/>
                    <a:pt x="1595" y="91"/>
                  </a:cubicBezTo>
                  <a:cubicBezTo>
                    <a:pt x="1645" y="112"/>
                    <a:pt x="1645" y="112"/>
                    <a:pt x="1645" y="112"/>
                  </a:cubicBezTo>
                  <a:cubicBezTo>
                    <a:pt x="1645" y="112"/>
                    <a:pt x="1645" y="252"/>
                    <a:pt x="1623" y="252"/>
                  </a:cubicBezTo>
                  <a:cubicBezTo>
                    <a:pt x="1609" y="252"/>
                    <a:pt x="1595" y="308"/>
                    <a:pt x="1673" y="329"/>
                  </a:cubicBezTo>
                  <a:cubicBezTo>
                    <a:pt x="1745" y="357"/>
                    <a:pt x="1780" y="378"/>
                    <a:pt x="1780" y="378"/>
                  </a:cubicBezTo>
                  <a:cubicBezTo>
                    <a:pt x="1902" y="448"/>
                    <a:pt x="1902" y="448"/>
                    <a:pt x="1902" y="448"/>
                  </a:cubicBezTo>
                  <a:cubicBezTo>
                    <a:pt x="1902" y="448"/>
                    <a:pt x="2081" y="504"/>
                    <a:pt x="2031" y="476"/>
                  </a:cubicBezTo>
                  <a:cubicBezTo>
                    <a:pt x="1981" y="455"/>
                    <a:pt x="2095" y="511"/>
                    <a:pt x="2074" y="413"/>
                  </a:cubicBezTo>
                  <a:cubicBezTo>
                    <a:pt x="2045" y="315"/>
                    <a:pt x="2059" y="259"/>
                    <a:pt x="2038" y="217"/>
                  </a:cubicBezTo>
                  <a:cubicBezTo>
                    <a:pt x="2023" y="182"/>
                    <a:pt x="2009" y="105"/>
                    <a:pt x="2016" y="84"/>
                  </a:cubicBezTo>
                  <a:cubicBezTo>
                    <a:pt x="2031" y="70"/>
                    <a:pt x="2031" y="56"/>
                    <a:pt x="2045" y="28"/>
                  </a:cubicBezTo>
                  <a:cubicBezTo>
                    <a:pt x="2059" y="7"/>
                    <a:pt x="2009" y="0"/>
                    <a:pt x="2059" y="7"/>
                  </a:cubicBezTo>
                  <a:cubicBezTo>
                    <a:pt x="2102" y="7"/>
                    <a:pt x="2131" y="42"/>
                    <a:pt x="2131" y="42"/>
                  </a:cubicBezTo>
                  <a:cubicBezTo>
                    <a:pt x="2131" y="42"/>
                    <a:pt x="2174" y="182"/>
                    <a:pt x="2216" y="203"/>
                  </a:cubicBezTo>
                  <a:cubicBezTo>
                    <a:pt x="2252" y="224"/>
                    <a:pt x="2324" y="245"/>
                    <a:pt x="2324" y="245"/>
                  </a:cubicBezTo>
                  <a:cubicBezTo>
                    <a:pt x="2324" y="245"/>
                    <a:pt x="2402" y="329"/>
                    <a:pt x="2409" y="357"/>
                  </a:cubicBezTo>
                  <a:cubicBezTo>
                    <a:pt x="2417" y="392"/>
                    <a:pt x="2524" y="420"/>
                    <a:pt x="2488" y="448"/>
                  </a:cubicBezTo>
                  <a:cubicBezTo>
                    <a:pt x="2460" y="483"/>
                    <a:pt x="2467" y="518"/>
                    <a:pt x="2488" y="525"/>
                  </a:cubicBezTo>
                  <a:cubicBezTo>
                    <a:pt x="2517" y="532"/>
                    <a:pt x="2581" y="581"/>
                    <a:pt x="2581" y="581"/>
                  </a:cubicBezTo>
                  <a:cubicBezTo>
                    <a:pt x="2581" y="581"/>
                    <a:pt x="2610" y="616"/>
                    <a:pt x="2660" y="637"/>
                  </a:cubicBezTo>
                  <a:cubicBezTo>
                    <a:pt x="2703" y="651"/>
                    <a:pt x="2731" y="707"/>
                    <a:pt x="2731" y="707"/>
                  </a:cubicBezTo>
                  <a:cubicBezTo>
                    <a:pt x="2903" y="826"/>
                    <a:pt x="2903" y="826"/>
                    <a:pt x="2903" y="826"/>
                  </a:cubicBezTo>
                  <a:cubicBezTo>
                    <a:pt x="2903" y="826"/>
                    <a:pt x="2803" y="819"/>
                    <a:pt x="2860" y="840"/>
                  </a:cubicBezTo>
                  <a:cubicBezTo>
                    <a:pt x="2917" y="868"/>
                    <a:pt x="3067" y="917"/>
                    <a:pt x="3074" y="931"/>
                  </a:cubicBezTo>
                  <a:cubicBezTo>
                    <a:pt x="3074" y="945"/>
                    <a:pt x="3189" y="1001"/>
                    <a:pt x="3203" y="1071"/>
                  </a:cubicBezTo>
                  <a:cubicBezTo>
                    <a:pt x="3217" y="1141"/>
                    <a:pt x="3274" y="1260"/>
                    <a:pt x="3260" y="1323"/>
                  </a:cubicBezTo>
                  <a:cubicBezTo>
                    <a:pt x="3246" y="1379"/>
                    <a:pt x="3274" y="1470"/>
                    <a:pt x="3289" y="1498"/>
                  </a:cubicBezTo>
                  <a:cubicBezTo>
                    <a:pt x="3303" y="1526"/>
                    <a:pt x="3324" y="1568"/>
                    <a:pt x="3260" y="1596"/>
                  </a:cubicBezTo>
                  <a:cubicBezTo>
                    <a:pt x="3196" y="1631"/>
                    <a:pt x="3210" y="1694"/>
                    <a:pt x="3182" y="1729"/>
                  </a:cubicBezTo>
                  <a:cubicBezTo>
                    <a:pt x="3153" y="1764"/>
                    <a:pt x="3196" y="1848"/>
                    <a:pt x="3174" y="1855"/>
                  </a:cubicBezTo>
                  <a:cubicBezTo>
                    <a:pt x="3146" y="1855"/>
                    <a:pt x="3224" y="1939"/>
                    <a:pt x="3167" y="1953"/>
                  </a:cubicBezTo>
                  <a:cubicBezTo>
                    <a:pt x="3110" y="1960"/>
                    <a:pt x="3003" y="1967"/>
                    <a:pt x="3003" y="1967"/>
                  </a:cubicBezTo>
                  <a:cubicBezTo>
                    <a:pt x="3003" y="1967"/>
                    <a:pt x="2996" y="2002"/>
                    <a:pt x="2981" y="2030"/>
                  </a:cubicBezTo>
                  <a:cubicBezTo>
                    <a:pt x="2967" y="2057"/>
                    <a:pt x="3003" y="2078"/>
                    <a:pt x="2931" y="2071"/>
                  </a:cubicBezTo>
                  <a:cubicBezTo>
                    <a:pt x="2867" y="2071"/>
                    <a:pt x="2831" y="2120"/>
                    <a:pt x="2824" y="2044"/>
                  </a:cubicBezTo>
                  <a:cubicBezTo>
                    <a:pt x="2817" y="1974"/>
                    <a:pt x="2831" y="1960"/>
                    <a:pt x="2795" y="1981"/>
                  </a:cubicBezTo>
                  <a:cubicBezTo>
                    <a:pt x="2760" y="2002"/>
                    <a:pt x="2695" y="2016"/>
                    <a:pt x="2688" y="2037"/>
                  </a:cubicBezTo>
                  <a:cubicBezTo>
                    <a:pt x="2681" y="2057"/>
                    <a:pt x="2703" y="2085"/>
                    <a:pt x="2667" y="2085"/>
                  </a:cubicBezTo>
                  <a:cubicBezTo>
                    <a:pt x="2638" y="2092"/>
                    <a:pt x="2560" y="2071"/>
                    <a:pt x="2502" y="2037"/>
                  </a:cubicBezTo>
                  <a:cubicBezTo>
                    <a:pt x="2438" y="2002"/>
                    <a:pt x="2524" y="2057"/>
                    <a:pt x="2438" y="2002"/>
                  </a:cubicBezTo>
                  <a:cubicBezTo>
                    <a:pt x="2352" y="1953"/>
                    <a:pt x="2302" y="1883"/>
                    <a:pt x="2302" y="1869"/>
                  </a:cubicBezTo>
                  <a:cubicBezTo>
                    <a:pt x="2309" y="1848"/>
                    <a:pt x="2374" y="1862"/>
                    <a:pt x="2317" y="1813"/>
                  </a:cubicBezTo>
                  <a:cubicBezTo>
                    <a:pt x="2259" y="1757"/>
                    <a:pt x="2224" y="1841"/>
                    <a:pt x="2188" y="1827"/>
                  </a:cubicBezTo>
                  <a:cubicBezTo>
                    <a:pt x="2152" y="1813"/>
                    <a:pt x="2166" y="1848"/>
                    <a:pt x="2116" y="1813"/>
                  </a:cubicBezTo>
                  <a:cubicBezTo>
                    <a:pt x="2074" y="1785"/>
                    <a:pt x="2045" y="1757"/>
                    <a:pt x="2045" y="1757"/>
                  </a:cubicBezTo>
                  <a:lnTo>
                    <a:pt x="1923" y="1757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16"/>
            <p:cNvSpPr/>
            <p:nvPr/>
          </p:nvSpPr>
          <p:spPr>
            <a:xfrm>
              <a:off x="10912476" y="5830888"/>
              <a:ext cx="180975" cy="111125"/>
            </a:xfrm>
            <a:custGeom>
              <a:avLst/>
              <a:gdLst/>
              <a:ahLst/>
              <a:cxnLst/>
              <a:rect l="l" t="t" r="r" b="b"/>
              <a:pathLst>
                <a:path w="440" h="268" extrusionOk="0">
                  <a:moveTo>
                    <a:pt x="263" y="76"/>
                  </a:moveTo>
                  <a:cubicBezTo>
                    <a:pt x="135" y="55"/>
                    <a:pt x="135" y="21"/>
                    <a:pt x="64" y="21"/>
                  </a:cubicBezTo>
                  <a:cubicBezTo>
                    <a:pt x="0" y="21"/>
                    <a:pt x="50" y="97"/>
                    <a:pt x="93" y="117"/>
                  </a:cubicBezTo>
                  <a:cubicBezTo>
                    <a:pt x="142" y="138"/>
                    <a:pt x="142" y="145"/>
                    <a:pt x="178" y="186"/>
                  </a:cubicBezTo>
                  <a:cubicBezTo>
                    <a:pt x="213" y="227"/>
                    <a:pt x="178" y="262"/>
                    <a:pt x="256" y="262"/>
                  </a:cubicBezTo>
                  <a:cubicBezTo>
                    <a:pt x="341" y="268"/>
                    <a:pt x="384" y="234"/>
                    <a:pt x="391" y="213"/>
                  </a:cubicBezTo>
                  <a:cubicBezTo>
                    <a:pt x="398" y="193"/>
                    <a:pt x="440" y="124"/>
                    <a:pt x="405" y="76"/>
                  </a:cubicBezTo>
                  <a:cubicBezTo>
                    <a:pt x="362" y="35"/>
                    <a:pt x="384" y="0"/>
                    <a:pt x="348" y="14"/>
                  </a:cubicBezTo>
                  <a:cubicBezTo>
                    <a:pt x="313" y="28"/>
                    <a:pt x="263" y="76"/>
                    <a:pt x="263" y="76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" name="Google Shape;152;p16"/>
          <p:cNvGrpSpPr/>
          <p:nvPr/>
        </p:nvGrpSpPr>
        <p:grpSpPr>
          <a:xfrm>
            <a:off x="575849" y="663849"/>
            <a:ext cx="9055894" cy="3963572"/>
            <a:chOff x="3176" y="1154113"/>
            <a:chExt cx="12074525" cy="5284763"/>
          </a:xfrm>
        </p:grpSpPr>
        <p:sp>
          <p:nvSpPr>
            <p:cNvPr id="153" name="Google Shape;153;p16"/>
            <p:cNvSpPr/>
            <p:nvPr/>
          </p:nvSpPr>
          <p:spPr>
            <a:xfrm>
              <a:off x="5800726" y="1603375"/>
              <a:ext cx="5419731" cy="3006723"/>
            </a:xfrm>
            <a:custGeom>
              <a:avLst/>
              <a:gdLst/>
              <a:ahLst/>
              <a:cxnLst/>
              <a:rect l="l" t="t" r="r" b="b"/>
              <a:pathLst>
                <a:path w="13080" h="7256" extrusionOk="0">
                  <a:moveTo>
                    <a:pt x="3872" y="6474"/>
                  </a:moveTo>
                  <a:cubicBezTo>
                    <a:pt x="3728" y="6348"/>
                    <a:pt x="3764" y="6334"/>
                    <a:pt x="3700" y="6194"/>
                  </a:cubicBezTo>
                  <a:cubicBezTo>
                    <a:pt x="3643" y="6054"/>
                    <a:pt x="3614" y="6082"/>
                    <a:pt x="3571" y="5963"/>
                  </a:cubicBezTo>
                  <a:cubicBezTo>
                    <a:pt x="3528" y="5851"/>
                    <a:pt x="3442" y="5740"/>
                    <a:pt x="3378" y="5663"/>
                  </a:cubicBezTo>
                  <a:cubicBezTo>
                    <a:pt x="3306" y="5586"/>
                    <a:pt x="3235" y="5495"/>
                    <a:pt x="3235" y="5495"/>
                  </a:cubicBezTo>
                  <a:cubicBezTo>
                    <a:pt x="3099" y="5355"/>
                    <a:pt x="3099" y="5355"/>
                    <a:pt x="3099" y="5355"/>
                  </a:cubicBezTo>
                  <a:cubicBezTo>
                    <a:pt x="3099" y="5355"/>
                    <a:pt x="3027" y="5348"/>
                    <a:pt x="3027" y="5278"/>
                  </a:cubicBezTo>
                  <a:cubicBezTo>
                    <a:pt x="3027" y="5208"/>
                    <a:pt x="3049" y="5103"/>
                    <a:pt x="3049" y="5103"/>
                  </a:cubicBezTo>
                  <a:cubicBezTo>
                    <a:pt x="3049" y="5103"/>
                    <a:pt x="3149" y="4992"/>
                    <a:pt x="3192" y="4950"/>
                  </a:cubicBezTo>
                  <a:cubicBezTo>
                    <a:pt x="3235" y="4908"/>
                    <a:pt x="3263" y="4845"/>
                    <a:pt x="3228" y="4810"/>
                  </a:cubicBezTo>
                  <a:cubicBezTo>
                    <a:pt x="3192" y="4775"/>
                    <a:pt x="3163" y="4747"/>
                    <a:pt x="3163" y="4747"/>
                  </a:cubicBezTo>
                  <a:cubicBezTo>
                    <a:pt x="3163" y="4747"/>
                    <a:pt x="3113" y="4747"/>
                    <a:pt x="3077" y="4747"/>
                  </a:cubicBezTo>
                  <a:cubicBezTo>
                    <a:pt x="3041" y="4747"/>
                    <a:pt x="2891" y="4754"/>
                    <a:pt x="2891" y="4754"/>
                  </a:cubicBezTo>
                  <a:cubicBezTo>
                    <a:pt x="2891" y="4754"/>
                    <a:pt x="2827" y="4698"/>
                    <a:pt x="2805" y="4698"/>
                  </a:cubicBezTo>
                  <a:cubicBezTo>
                    <a:pt x="2777" y="4698"/>
                    <a:pt x="2770" y="4733"/>
                    <a:pt x="2734" y="4733"/>
                  </a:cubicBezTo>
                  <a:cubicBezTo>
                    <a:pt x="2698" y="4733"/>
                    <a:pt x="2705" y="4726"/>
                    <a:pt x="2662" y="4726"/>
                  </a:cubicBezTo>
                  <a:cubicBezTo>
                    <a:pt x="2619" y="4726"/>
                    <a:pt x="2619" y="4740"/>
                    <a:pt x="2591" y="4719"/>
                  </a:cubicBezTo>
                  <a:cubicBezTo>
                    <a:pt x="2569" y="4698"/>
                    <a:pt x="2498" y="4628"/>
                    <a:pt x="2498" y="4628"/>
                  </a:cubicBezTo>
                  <a:cubicBezTo>
                    <a:pt x="2505" y="4551"/>
                    <a:pt x="2505" y="4551"/>
                    <a:pt x="2505" y="4551"/>
                  </a:cubicBezTo>
                  <a:cubicBezTo>
                    <a:pt x="2505" y="4551"/>
                    <a:pt x="2491" y="4502"/>
                    <a:pt x="2512" y="4481"/>
                  </a:cubicBezTo>
                  <a:cubicBezTo>
                    <a:pt x="2526" y="4460"/>
                    <a:pt x="2533" y="4432"/>
                    <a:pt x="2533" y="4432"/>
                  </a:cubicBezTo>
                  <a:cubicBezTo>
                    <a:pt x="2505" y="4397"/>
                    <a:pt x="2498" y="4369"/>
                    <a:pt x="2462" y="4390"/>
                  </a:cubicBezTo>
                  <a:cubicBezTo>
                    <a:pt x="2426" y="4411"/>
                    <a:pt x="2426" y="4418"/>
                    <a:pt x="2390" y="4418"/>
                  </a:cubicBezTo>
                  <a:cubicBezTo>
                    <a:pt x="2362" y="4418"/>
                    <a:pt x="2262" y="4418"/>
                    <a:pt x="2290" y="4460"/>
                  </a:cubicBezTo>
                  <a:cubicBezTo>
                    <a:pt x="2319" y="4502"/>
                    <a:pt x="2355" y="4551"/>
                    <a:pt x="2355" y="4551"/>
                  </a:cubicBezTo>
                  <a:cubicBezTo>
                    <a:pt x="2355" y="4551"/>
                    <a:pt x="2440" y="4600"/>
                    <a:pt x="2376" y="4649"/>
                  </a:cubicBezTo>
                  <a:cubicBezTo>
                    <a:pt x="2312" y="4691"/>
                    <a:pt x="2333" y="4677"/>
                    <a:pt x="2312" y="4719"/>
                  </a:cubicBezTo>
                  <a:cubicBezTo>
                    <a:pt x="2297" y="4768"/>
                    <a:pt x="2226" y="4733"/>
                    <a:pt x="2197" y="4719"/>
                  </a:cubicBezTo>
                  <a:cubicBezTo>
                    <a:pt x="2176" y="4712"/>
                    <a:pt x="2161" y="4649"/>
                    <a:pt x="2154" y="4621"/>
                  </a:cubicBezTo>
                  <a:cubicBezTo>
                    <a:pt x="2147" y="4600"/>
                    <a:pt x="2111" y="4621"/>
                    <a:pt x="2068" y="4593"/>
                  </a:cubicBezTo>
                  <a:cubicBezTo>
                    <a:pt x="2025" y="4558"/>
                    <a:pt x="1990" y="4516"/>
                    <a:pt x="2033" y="4495"/>
                  </a:cubicBezTo>
                  <a:cubicBezTo>
                    <a:pt x="2083" y="4481"/>
                    <a:pt x="2118" y="4453"/>
                    <a:pt x="2040" y="4397"/>
                  </a:cubicBezTo>
                  <a:cubicBezTo>
                    <a:pt x="1961" y="4341"/>
                    <a:pt x="1983" y="4286"/>
                    <a:pt x="1990" y="4265"/>
                  </a:cubicBezTo>
                  <a:cubicBezTo>
                    <a:pt x="2004" y="4237"/>
                    <a:pt x="2025" y="4265"/>
                    <a:pt x="1904" y="4216"/>
                  </a:cubicBezTo>
                  <a:cubicBezTo>
                    <a:pt x="1789" y="4167"/>
                    <a:pt x="1825" y="4167"/>
                    <a:pt x="1775" y="4118"/>
                  </a:cubicBezTo>
                  <a:cubicBezTo>
                    <a:pt x="1718" y="4062"/>
                    <a:pt x="1610" y="4013"/>
                    <a:pt x="1582" y="4013"/>
                  </a:cubicBezTo>
                  <a:cubicBezTo>
                    <a:pt x="1553" y="4013"/>
                    <a:pt x="1532" y="4034"/>
                    <a:pt x="1560" y="4090"/>
                  </a:cubicBezTo>
                  <a:cubicBezTo>
                    <a:pt x="1582" y="4139"/>
                    <a:pt x="1553" y="4139"/>
                    <a:pt x="1689" y="4237"/>
                  </a:cubicBezTo>
                  <a:cubicBezTo>
                    <a:pt x="1825" y="4328"/>
                    <a:pt x="1832" y="4279"/>
                    <a:pt x="1839" y="4307"/>
                  </a:cubicBezTo>
                  <a:cubicBezTo>
                    <a:pt x="1854" y="4328"/>
                    <a:pt x="1918" y="4348"/>
                    <a:pt x="1954" y="4390"/>
                  </a:cubicBezTo>
                  <a:cubicBezTo>
                    <a:pt x="1983" y="4439"/>
                    <a:pt x="1983" y="4467"/>
                    <a:pt x="1983" y="4467"/>
                  </a:cubicBezTo>
                  <a:cubicBezTo>
                    <a:pt x="1983" y="4467"/>
                    <a:pt x="1918" y="4467"/>
                    <a:pt x="1904" y="4467"/>
                  </a:cubicBezTo>
                  <a:cubicBezTo>
                    <a:pt x="1889" y="4460"/>
                    <a:pt x="1875" y="4495"/>
                    <a:pt x="1875" y="4495"/>
                  </a:cubicBezTo>
                  <a:cubicBezTo>
                    <a:pt x="1875" y="4495"/>
                    <a:pt x="1911" y="4537"/>
                    <a:pt x="1882" y="4551"/>
                  </a:cubicBezTo>
                  <a:cubicBezTo>
                    <a:pt x="1847" y="4565"/>
                    <a:pt x="1839" y="4614"/>
                    <a:pt x="1804" y="4614"/>
                  </a:cubicBezTo>
                  <a:cubicBezTo>
                    <a:pt x="1768" y="4614"/>
                    <a:pt x="1811" y="4642"/>
                    <a:pt x="1768" y="4663"/>
                  </a:cubicBezTo>
                  <a:cubicBezTo>
                    <a:pt x="1718" y="4684"/>
                    <a:pt x="1754" y="4691"/>
                    <a:pt x="1739" y="4705"/>
                  </a:cubicBezTo>
                  <a:cubicBezTo>
                    <a:pt x="1732" y="4719"/>
                    <a:pt x="1732" y="4740"/>
                    <a:pt x="1718" y="4733"/>
                  </a:cubicBezTo>
                  <a:cubicBezTo>
                    <a:pt x="1703" y="4733"/>
                    <a:pt x="1696" y="4747"/>
                    <a:pt x="1610" y="4691"/>
                  </a:cubicBezTo>
                  <a:cubicBezTo>
                    <a:pt x="1525" y="4628"/>
                    <a:pt x="1525" y="4628"/>
                    <a:pt x="1525" y="4628"/>
                  </a:cubicBezTo>
                  <a:cubicBezTo>
                    <a:pt x="1525" y="4628"/>
                    <a:pt x="1482" y="4572"/>
                    <a:pt x="1567" y="4593"/>
                  </a:cubicBezTo>
                  <a:cubicBezTo>
                    <a:pt x="1653" y="4621"/>
                    <a:pt x="1689" y="4635"/>
                    <a:pt x="1718" y="4614"/>
                  </a:cubicBezTo>
                  <a:cubicBezTo>
                    <a:pt x="1746" y="4593"/>
                    <a:pt x="1746" y="4593"/>
                    <a:pt x="1746" y="4565"/>
                  </a:cubicBezTo>
                  <a:cubicBezTo>
                    <a:pt x="1746" y="4544"/>
                    <a:pt x="1761" y="4544"/>
                    <a:pt x="1739" y="4516"/>
                  </a:cubicBezTo>
                  <a:cubicBezTo>
                    <a:pt x="1718" y="4481"/>
                    <a:pt x="1796" y="4446"/>
                    <a:pt x="1725" y="4418"/>
                  </a:cubicBezTo>
                  <a:cubicBezTo>
                    <a:pt x="1661" y="4390"/>
                    <a:pt x="1632" y="4383"/>
                    <a:pt x="1596" y="4348"/>
                  </a:cubicBezTo>
                  <a:cubicBezTo>
                    <a:pt x="1560" y="4314"/>
                    <a:pt x="1596" y="4341"/>
                    <a:pt x="1510" y="4272"/>
                  </a:cubicBezTo>
                  <a:cubicBezTo>
                    <a:pt x="1417" y="4202"/>
                    <a:pt x="1417" y="4209"/>
                    <a:pt x="1396" y="4181"/>
                  </a:cubicBezTo>
                  <a:cubicBezTo>
                    <a:pt x="1374" y="4153"/>
                    <a:pt x="1346" y="4062"/>
                    <a:pt x="1331" y="4062"/>
                  </a:cubicBezTo>
                  <a:cubicBezTo>
                    <a:pt x="1324" y="4062"/>
                    <a:pt x="1274" y="4090"/>
                    <a:pt x="1210" y="4118"/>
                  </a:cubicBezTo>
                  <a:cubicBezTo>
                    <a:pt x="1145" y="4146"/>
                    <a:pt x="1181" y="4195"/>
                    <a:pt x="1131" y="4188"/>
                  </a:cubicBezTo>
                  <a:cubicBezTo>
                    <a:pt x="1074" y="4174"/>
                    <a:pt x="1095" y="4181"/>
                    <a:pt x="1038" y="4174"/>
                  </a:cubicBezTo>
                  <a:cubicBezTo>
                    <a:pt x="988" y="4167"/>
                    <a:pt x="938" y="4167"/>
                    <a:pt x="931" y="4174"/>
                  </a:cubicBezTo>
                  <a:cubicBezTo>
                    <a:pt x="916" y="4181"/>
                    <a:pt x="916" y="4237"/>
                    <a:pt x="916" y="4237"/>
                  </a:cubicBezTo>
                  <a:cubicBezTo>
                    <a:pt x="916" y="4237"/>
                    <a:pt x="916" y="4237"/>
                    <a:pt x="881" y="4286"/>
                  </a:cubicBezTo>
                  <a:cubicBezTo>
                    <a:pt x="838" y="4328"/>
                    <a:pt x="802" y="4314"/>
                    <a:pt x="773" y="4348"/>
                  </a:cubicBezTo>
                  <a:cubicBezTo>
                    <a:pt x="737" y="4390"/>
                    <a:pt x="687" y="4404"/>
                    <a:pt x="687" y="4453"/>
                  </a:cubicBezTo>
                  <a:cubicBezTo>
                    <a:pt x="687" y="4502"/>
                    <a:pt x="702" y="4481"/>
                    <a:pt x="644" y="4579"/>
                  </a:cubicBezTo>
                  <a:cubicBezTo>
                    <a:pt x="587" y="4684"/>
                    <a:pt x="609" y="4719"/>
                    <a:pt x="566" y="4719"/>
                  </a:cubicBezTo>
                  <a:cubicBezTo>
                    <a:pt x="523" y="4726"/>
                    <a:pt x="487" y="4733"/>
                    <a:pt x="466" y="4740"/>
                  </a:cubicBezTo>
                  <a:cubicBezTo>
                    <a:pt x="437" y="4747"/>
                    <a:pt x="373" y="4754"/>
                    <a:pt x="373" y="4754"/>
                  </a:cubicBezTo>
                  <a:cubicBezTo>
                    <a:pt x="373" y="4754"/>
                    <a:pt x="337" y="4803"/>
                    <a:pt x="315" y="4775"/>
                  </a:cubicBezTo>
                  <a:cubicBezTo>
                    <a:pt x="294" y="4747"/>
                    <a:pt x="301" y="4691"/>
                    <a:pt x="287" y="4719"/>
                  </a:cubicBezTo>
                  <a:cubicBezTo>
                    <a:pt x="265" y="4740"/>
                    <a:pt x="294" y="4859"/>
                    <a:pt x="280" y="4859"/>
                  </a:cubicBezTo>
                  <a:cubicBezTo>
                    <a:pt x="265" y="4859"/>
                    <a:pt x="237" y="4859"/>
                    <a:pt x="222" y="4852"/>
                  </a:cubicBezTo>
                  <a:cubicBezTo>
                    <a:pt x="215" y="4852"/>
                    <a:pt x="215" y="4747"/>
                    <a:pt x="194" y="4754"/>
                  </a:cubicBezTo>
                  <a:cubicBezTo>
                    <a:pt x="179" y="4761"/>
                    <a:pt x="172" y="4754"/>
                    <a:pt x="101" y="4726"/>
                  </a:cubicBezTo>
                  <a:cubicBezTo>
                    <a:pt x="36" y="4698"/>
                    <a:pt x="36" y="4691"/>
                    <a:pt x="22" y="4684"/>
                  </a:cubicBezTo>
                  <a:cubicBezTo>
                    <a:pt x="0" y="4677"/>
                    <a:pt x="72" y="4460"/>
                    <a:pt x="51" y="4321"/>
                  </a:cubicBezTo>
                  <a:cubicBezTo>
                    <a:pt x="29" y="4188"/>
                    <a:pt x="36" y="4202"/>
                    <a:pt x="72" y="4160"/>
                  </a:cubicBezTo>
                  <a:cubicBezTo>
                    <a:pt x="101" y="4111"/>
                    <a:pt x="129" y="4118"/>
                    <a:pt x="330" y="4146"/>
                  </a:cubicBezTo>
                  <a:cubicBezTo>
                    <a:pt x="523" y="4181"/>
                    <a:pt x="587" y="4125"/>
                    <a:pt x="580" y="4090"/>
                  </a:cubicBezTo>
                  <a:cubicBezTo>
                    <a:pt x="573" y="4062"/>
                    <a:pt x="594" y="3880"/>
                    <a:pt x="594" y="3880"/>
                  </a:cubicBezTo>
                  <a:cubicBezTo>
                    <a:pt x="594" y="3880"/>
                    <a:pt x="537" y="3852"/>
                    <a:pt x="530" y="3831"/>
                  </a:cubicBezTo>
                  <a:cubicBezTo>
                    <a:pt x="523" y="3810"/>
                    <a:pt x="530" y="3782"/>
                    <a:pt x="501" y="3782"/>
                  </a:cubicBezTo>
                  <a:cubicBezTo>
                    <a:pt x="480" y="3782"/>
                    <a:pt x="408" y="3761"/>
                    <a:pt x="394" y="3740"/>
                  </a:cubicBezTo>
                  <a:cubicBezTo>
                    <a:pt x="387" y="3726"/>
                    <a:pt x="365" y="3663"/>
                    <a:pt x="365" y="3663"/>
                  </a:cubicBezTo>
                  <a:cubicBezTo>
                    <a:pt x="365" y="3663"/>
                    <a:pt x="401" y="3663"/>
                    <a:pt x="401" y="3656"/>
                  </a:cubicBezTo>
                  <a:cubicBezTo>
                    <a:pt x="408" y="3642"/>
                    <a:pt x="415" y="3656"/>
                    <a:pt x="466" y="3649"/>
                  </a:cubicBezTo>
                  <a:cubicBezTo>
                    <a:pt x="508" y="3635"/>
                    <a:pt x="573" y="3642"/>
                    <a:pt x="573" y="3642"/>
                  </a:cubicBezTo>
                  <a:cubicBezTo>
                    <a:pt x="544" y="3587"/>
                    <a:pt x="544" y="3587"/>
                    <a:pt x="544" y="3587"/>
                  </a:cubicBezTo>
                  <a:cubicBezTo>
                    <a:pt x="544" y="3587"/>
                    <a:pt x="530" y="3531"/>
                    <a:pt x="580" y="3545"/>
                  </a:cubicBezTo>
                  <a:cubicBezTo>
                    <a:pt x="630" y="3552"/>
                    <a:pt x="695" y="3594"/>
                    <a:pt x="702" y="3587"/>
                  </a:cubicBezTo>
                  <a:cubicBezTo>
                    <a:pt x="702" y="3580"/>
                    <a:pt x="702" y="3531"/>
                    <a:pt x="709" y="3524"/>
                  </a:cubicBezTo>
                  <a:cubicBezTo>
                    <a:pt x="716" y="3510"/>
                    <a:pt x="737" y="3482"/>
                    <a:pt x="737" y="3482"/>
                  </a:cubicBezTo>
                  <a:cubicBezTo>
                    <a:pt x="737" y="3482"/>
                    <a:pt x="745" y="3468"/>
                    <a:pt x="773" y="3475"/>
                  </a:cubicBezTo>
                  <a:cubicBezTo>
                    <a:pt x="809" y="3482"/>
                    <a:pt x="816" y="3419"/>
                    <a:pt x="816" y="3419"/>
                  </a:cubicBezTo>
                  <a:cubicBezTo>
                    <a:pt x="816" y="3419"/>
                    <a:pt x="866" y="3370"/>
                    <a:pt x="895" y="3377"/>
                  </a:cubicBezTo>
                  <a:cubicBezTo>
                    <a:pt x="924" y="3384"/>
                    <a:pt x="981" y="3356"/>
                    <a:pt x="974" y="3328"/>
                  </a:cubicBezTo>
                  <a:cubicBezTo>
                    <a:pt x="966" y="3300"/>
                    <a:pt x="1038" y="3202"/>
                    <a:pt x="1038" y="3202"/>
                  </a:cubicBezTo>
                  <a:cubicBezTo>
                    <a:pt x="1038" y="3202"/>
                    <a:pt x="1038" y="3167"/>
                    <a:pt x="1059" y="3160"/>
                  </a:cubicBezTo>
                  <a:cubicBezTo>
                    <a:pt x="1081" y="3160"/>
                    <a:pt x="1131" y="3174"/>
                    <a:pt x="1138" y="3153"/>
                  </a:cubicBezTo>
                  <a:cubicBezTo>
                    <a:pt x="1152" y="3139"/>
                    <a:pt x="1167" y="3076"/>
                    <a:pt x="1167" y="3097"/>
                  </a:cubicBezTo>
                  <a:cubicBezTo>
                    <a:pt x="1174" y="3118"/>
                    <a:pt x="1260" y="3097"/>
                    <a:pt x="1260" y="3097"/>
                  </a:cubicBezTo>
                  <a:cubicBezTo>
                    <a:pt x="1260" y="3097"/>
                    <a:pt x="1260" y="3027"/>
                    <a:pt x="1260" y="3020"/>
                  </a:cubicBezTo>
                  <a:cubicBezTo>
                    <a:pt x="1260" y="3006"/>
                    <a:pt x="1260" y="2860"/>
                    <a:pt x="1246" y="2846"/>
                  </a:cubicBezTo>
                  <a:cubicBezTo>
                    <a:pt x="1231" y="2832"/>
                    <a:pt x="1210" y="2797"/>
                    <a:pt x="1224" y="2783"/>
                  </a:cubicBezTo>
                  <a:cubicBezTo>
                    <a:pt x="1246" y="2769"/>
                    <a:pt x="1288" y="2720"/>
                    <a:pt x="1296" y="2699"/>
                  </a:cubicBezTo>
                  <a:cubicBezTo>
                    <a:pt x="1296" y="2685"/>
                    <a:pt x="1288" y="2685"/>
                    <a:pt x="1310" y="2671"/>
                  </a:cubicBezTo>
                  <a:cubicBezTo>
                    <a:pt x="1331" y="2657"/>
                    <a:pt x="1439" y="2671"/>
                    <a:pt x="1424" y="2678"/>
                  </a:cubicBezTo>
                  <a:cubicBezTo>
                    <a:pt x="1410" y="2692"/>
                    <a:pt x="1396" y="2671"/>
                    <a:pt x="1396" y="2713"/>
                  </a:cubicBezTo>
                  <a:cubicBezTo>
                    <a:pt x="1396" y="2755"/>
                    <a:pt x="1417" y="2755"/>
                    <a:pt x="1424" y="2776"/>
                  </a:cubicBezTo>
                  <a:cubicBezTo>
                    <a:pt x="1432" y="2790"/>
                    <a:pt x="1489" y="2832"/>
                    <a:pt x="1482" y="2846"/>
                  </a:cubicBezTo>
                  <a:cubicBezTo>
                    <a:pt x="1474" y="2853"/>
                    <a:pt x="1474" y="2874"/>
                    <a:pt x="1489" y="2887"/>
                  </a:cubicBezTo>
                  <a:cubicBezTo>
                    <a:pt x="1503" y="2901"/>
                    <a:pt x="1553" y="2929"/>
                    <a:pt x="1546" y="2943"/>
                  </a:cubicBezTo>
                  <a:cubicBezTo>
                    <a:pt x="1539" y="2950"/>
                    <a:pt x="1532" y="2950"/>
                    <a:pt x="1503" y="2957"/>
                  </a:cubicBezTo>
                  <a:cubicBezTo>
                    <a:pt x="1474" y="2957"/>
                    <a:pt x="1446" y="2943"/>
                    <a:pt x="1410" y="2943"/>
                  </a:cubicBezTo>
                  <a:cubicBezTo>
                    <a:pt x="1374" y="2950"/>
                    <a:pt x="1360" y="2985"/>
                    <a:pt x="1360" y="2985"/>
                  </a:cubicBezTo>
                  <a:cubicBezTo>
                    <a:pt x="1389" y="3041"/>
                    <a:pt x="1389" y="3041"/>
                    <a:pt x="1389" y="3041"/>
                  </a:cubicBezTo>
                  <a:cubicBezTo>
                    <a:pt x="1389" y="3041"/>
                    <a:pt x="1374" y="3034"/>
                    <a:pt x="1410" y="3055"/>
                  </a:cubicBezTo>
                  <a:cubicBezTo>
                    <a:pt x="1446" y="3069"/>
                    <a:pt x="1396" y="3062"/>
                    <a:pt x="1467" y="3055"/>
                  </a:cubicBezTo>
                  <a:cubicBezTo>
                    <a:pt x="1539" y="3055"/>
                    <a:pt x="1546" y="2999"/>
                    <a:pt x="1575" y="3013"/>
                  </a:cubicBezTo>
                  <a:cubicBezTo>
                    <a:pt x="1603" y="3027"/>
                    <a:pt x="1596" y="3055"/>
                    <a:pt x="1596" y="3055"/>
                  </a:cubicBezTo>
                  <a:cubicBezTo>
                    <a:pt x="1596" y="3055"/>
                    <a:pt x="1746" y="3062"/>
                    <a:pt x="1775" y="3048"/>
                  </a:cubicBezTo>
                  <a:cubicBezTo>
                    <a:pt x="1804" y="3034"/>
                    <a:pt x="1804" y="2999"/>
                    <a:pt x="1854" y="2992"/>
                  </a:cubicBezTo>
                  <a:cubicBezTo>
                    <a:pt x="1904" y="2992"/>
                    <a:pt x="1954" y="2957"/>
                    <a:pt x="1975" y="2999"/>
                  </a:cubicBezTo>
                  <a:cubicBezTo>
                    <a:pt x="1997" y="3034"/>
                    <a:pt x="1983" y="3034"/>
                    <a:pt x="2018" y="3027"/>
                  </a:cubicBezTo>
                  <a:cubicBezTo>
                    <a:pt x="2054" y="3027"/>
                    <a:pt x="2104" y="2901"/>
                    <a:pt x="2111" y="2880"/>
                  </a:cubicBezTo>
                  <a:cubicBezTo>
                    <a:pt x="2111" y="2867"/>
                    <a:pt x="2040" y="2894"/>
                    <a:pt x="2097" y="2818"/>
                  </a:cubicBezTo>
                  <a:cubicBezTo>
                    <a:pt x="2147" y="2748"/>
                    <a:pt x="2161" y="2706"/>
                    <a:pt x="2176" y="2699"/>
                  </a:cubicBezTo>
                  <a:cubicBezTo>
                    <a:pt x="2183" y="2685"/>
                    <a:pt x="2061" y="2594"/>
                    <a:pt x="2140" y="2622"/>
                  </a:cubicBezTo>
                  <a:cubicBezTo>
                    <a:pt x="2219" y="2650"/>
                    <a:pt x="2262" y="2692"/>
                    <a:pt x="2283" y="2692"/>
                  </a:cubicBezTo>
                  <a:cubicBezTo>
                    <a:pt x="2304" y="2699"/>
                    <a:pt x="2383" y="2727"/>
                    <a:pt x="2369" y="2713"/>
                  </a:cubicBezTo>
                  <a:cubicBezTo>
                    <a:pt x="2355" y="2699"/>
                    <a:pt x="2297" y="2671"/>
                    <a:pt x="2312" y="2650"/>
                  </a:cubicBezTo>
                  <a:cubicBezTo>
                    <a:pt x="2326" y="2629"/>
                    <a:pt x="2362" y="2629"/>
                    <a:pt x="2312" y="2608"/>
                  </a:cubicBezTo>
                  <a:cubicBezTo>
                    <a:pt x="2262" y="2587"/>
                    <a:pt x="2254" y="2566"/>
                    <a:pt x="2226" y="2587"/>
                  </a:cubicBezTo>
                  <a:cubicBezTo>
                    <a:pt x="2204" y="2608"/>
                    <a:pt x="2204" y="2601"/>
                    <a:pt x="2190" y="2573"/>
                  </a:cubicBezTo>
                  <a:cubicBezTo>
                    <a:pt x="2183" y="2545"/>
                    <a:pt x="2190" y="2545"/>
                    <a:pt x="2197" y="2524"/>
                  </a:cubicBezTo>
                  <a:cubicBezTo>
                    <a:pt x="2204" y="2503"/>
                    <a:pt x="2240" y="2496"/>
                    <a:pt x="2262" y="2496"/>
                  </a:cubicBezTo>
                  <a:cubicBezTo>
                    <a:pt x="2283" y="2489"/>
                    <a:pt x="2297" y="2482"/>
                    <a:pt x="2283" y="2468"/>
                  </a:cubicBezTo>
                  <a:cubicBezTo>
                    <a:pt x="2269" y="2447"/>
                    <a:pt x="2226" y="2447"/>
                    <a:pt x="2262" y="2419"/>
                  </a:cubicBezTo>
                  <a:cubicBezTo>
                    <a:pt x="2297" y="2398"/>
                    <a:pt x="2283" y="2391"/>
                    <a:pt x="2340" y="2398"/>
                  </a:cubicBezTo>
                  <a:cubicBezTo>
                    <a:pt x="2398" y="2405"/>
                    <a:pt x="2383" y="2419"/>
                    <a:pt x="2455" y="2412"/>
                  </a:cubicBezTo>
                  <a:cubicBezTo>
                    <a:pt x="2519" y="2398"/>
                    <a:pt x="2605" y="2398"/>
                    <a:pt x="2612" y="2391"/>
                  </a:cubicBezTo>
                  <a:cubicBezTo>
                    <a:pt x="2619" y="2384"/>
                    <a:pt x="2619" y="2328"/>
                    <a:pt x="2619" y="2328"/>
                  </a:cubicBezTo>
                  <a:cubicBezTo>
                    <a:pt x="2641" y="2328"/>
                    <a:pt x="2641" y="2328"/>
                    <a:pt x="2641" y="2328"/>
                  </a:cubicBezTo>
                  <a:cubicBezTo>
                    <a:pt x="2641" y="2328"/>
                    <a:pt x="2576" y="2307"/>
                    <a:pt x="2548" y="2307"/>
                  </a:cubicBezTo>
                  <a:cubicBezTo>
                    <a:pt x="2519" y="2300"/>
                    <a:pt x="2526" y="2272"/>
                    <a:pt x="2448" y="2300"/>
                  </a:cubicBezTo>
                  <a:cubicBezTo>
                    <a:pt x="2369" y="2335"/>
                    <a:pt x="2319" y="2370"/>
                    <a:pt x="2297" y="2370"/>
                  </a:cubicBezTo>
                  <a:cubicBezTo>
                    <a:pt x="2276" y="2370"/>
                    <a:pt x="2190" y="2356"/>
                    <a:pt x="2190" y="2356"/>
                  </a:cubicBezTo>
                  <a:cubicBezTo>
                    <a:pt x="2154" y="2300"/>
                    <a:pt x="2154" y="2300"/>
                    <a:pt x="2154" y="2300"/>
                  </a:cubicBezTo>
                  <a:cubicBezTo>
                    <a:pt x="2154" y="2300"/>
                    <a:pt x="2133" y="2272"/>
                    <a:pt x="2126" y="2251"/>
                  </a:cubicBezTo>
                  <a:cubicBezTo>
                    <a:pt x="2118" y="2237"/>
                    <a:pt x="2118" y="2223"/>
                    <a:pt x="2111" y="2188"/>
                  </a:cubicBezTo>
                  <a:cubicBezTo>
                    <a:pt x="2104" y="2160"/>
                    <a:pt x="2104" y="2119"/>
                    <a:pt x="2104" y="2119"/>
                  </a:cubicBezTo>
                  <a:cubicBezTo>
                    <a:pt x="2104" y="2119"/>
                    <a:pt x="2097" y="2091"/>
                    <a:pt x="2097" y="2070"/>
                  </a:cubicBezTo>
                  <a:cubicBezTo>
                    <a:pt x="2097" y="2049"/>
                    <a:pt x="2126" y="2028"/>
                    <a:pt x="2133" y="2014"/>
                  </a:cubicBezTo>
                  <a:cubicBezTo>
                    <a:pt x="2133" y="2000"/>
                    <a:pt x="2176" y="1874"/>
                    <a:pt x="2204" y="1846"/>
                  </a:cubicBezTo>
                  <a:cubicBezTo>
                    <a:pt x="2226" y="1811"/>
                    <a:pt x="2347" y="1720"/>
                    <a:pt x="2347" y="1692"/>
                  </a:cubicBezTo>
                  <a:cubicBezTo>
                    <a:pt x="2355" y="1671"/>
                    <a:pt x="2390" y="1552"/>
                    <a:pt x="2390" y="1552"/>
                  </a:cubicBezTo>
                  <a:cubicBezTo>
                    <a:pt x="2390" y="1552"/>
                    <a:pt x="2347" y="1517"/>
                    <a:pt x="2319" y="1503"/>
                  </a:cubicBezTo>
                  <a:cubicBezTo>
                    <a:pt x="2290" y="1482"/>
                    <a:pt x="2319" y="1517"/>
                    <a:pt x="2254" y="1531"/>
                  </a:cubicBezTo>
                  <a:cubicBezTo>
                    <a:pt x="2197" y="1552"/>
                    <a:pt x="2161" y="1566"/>
                    <a:pt x="2140" y="1601"/>
                  </a:cubicBezTo>
                  <a:cubicBezTo>
                    <a:pt x="2118" y="1643"/>
                    <a:pt x="2118" y="1713"/>
                    <a:pt x="2097" y="1741"/>
                  </a:cubicBezTo>
                  <a:cubicBezTo>
                    <a:pt x="2076" y="1762"/>
                    <a:pt x="2083" y="1804"/>
                    <a:pt x="2054" y="1832"/>
                  </a:cubicBezTo>
                  <a:cubicBezTo>
                    <a:pt x="2018" y="1867"/>
                    <a:pt x="2018" y="1874"/>
                    <a:pt x="1975" y="1916"/>
                  </a:cubicBezTo>
                  <a:cubicBezTo>
                    <a:pt x="1932" y="1958"/>
                    <a:pt x="1897" y="2035"/>
                    <a:pt x="1889" y="2042"/>
                  </a:cubicBezTo>
                  <a:cubicBezTo>
                    <a:pt x="1889" y="2056"/>
                    <a:pt x="1882" y="2084"/>
                    <a:pt x="1882" y="2140"/>
                  </a:cubicBezTo>
                  <a:cubicBezTo>
                    <a:pt x="1889" y="2188"/>
                    <a:pt x="1897" y="2209"/>
                    <a:pt x="1925" y="2244"/>
                  </a:cubicBezTo>
                  <a:cubicBezTo>
                    <a:pt x="1947" y="2272"/>
                    <a:pt x="2011" y="2363"/>
                    <a:pt x="1954" y="2426"/>
                  </a:cubicBezTo>
                  <a:cubicBezTo>
                    <a:pt x="1904" y="2496"/>
                    <a:pt x="1847" y="2447"/>
                    <a:pt x="1847" y="2552"/>
                  </a:cubicBezTo>
                  <a:cubicBezTo>
                    <a:pt x="1854" y="2664"/>
                    <a:pt x="1832" y="2727"/>
                    <a:pt x="1818" y="2755"/>
                  </a:cubicBezTo>
                  <a:cubicBezTo>
                    <a:pt x="1796" y="2776"/>
                    <a:pt x="1696" y="2853"/>
                    <a:pt x="1696" y="2860"/>
                  </a:cubicBezTo>
                  <a:cubicBezTo>
                    <a:pt x="1696" y="2867"/>
                    <a:pt x="1711" y="2894"/>
                    <a:pt x="1661" y="2894"/>
                  </a:cubicBezTo>
                  <a:cubicBezTo>
                    <a:pt x="1618" y="2894"/>
                    <a:pt x="1603" y="2894"/>
                    <a:pt x="1589" y="2894"/>
                  </a:cubicBezTo>
                  <a:cubicBezTo>
                    <a:pt x="1582" y="2887"/>
                    <a:pt x="1560" y="2860"/>
                    <a:pt x="1553" y="2825"/>
                  </a:cubicBezTo>
                  <a:cubicBezTo>
                    <a:pt x="1546" y="2790"/>
                    <a:pt x="1539" y="2776"/>
                    <a:pt x="1525" y="2734"/>
                  </a:cubicBezTo>
                  <a:cubicBezTo>
                    <a:pt x="1510" y="2699"/>
                    <a:pt x="1510" y="2678"/>
                    <a:pt x="1496" y="2643"/>
                  </a:cubicBezTo>
                  <a:cubicBezTo>
                    <a:pt x="1482" y="2608"/>
                    <a:pt x="1496" y="2552"/>
                    <a:pt x="1474" y="2538"/>
                  </a:cubicBezTo>
                  <a:cubicBezTo>
                    <a:pt x="1460" y="2524"/>
                    <a:pt x="1439" y="2447"/>
                    <a:pt x="1439" y="2447"/>
                  </a:cubicBezTo>
                  <a:cubicBezTo>
                    <a:pt x="1439" y="2447"/>
                    <a:pt x="1396" y="2482"/>
                    <a:pt x="1367" y="2496"/>
                  </a:cubicBezTo>
                  <a:cubicBezTo>
                    <a:pt x="1346" y="2503"/>
                    <a:pt x="1360" y="2524"/>
                    <a:pt x="1339" y="2531"/>
                  </a:cubicBezTo>
                  <a:cubicBezTo>
                    <a:pt x="1310" y="2531"/>
                    <a:pt x="1310" y="2538"/>
                    <a:pt x="1281" y="2573"/>
                  </a:cubicBezTo>
                  <a:cubicBezTo>
                    <a:pt x="1253" y="2601"/>
                    <a:pt x="1231" y="2608"/>
                    <a:pt x="1210" y="2615"/>
                  </a:cubicBezTo>
                  <a:cubicBezTo>
                    <a:pt x="1195" y="2615"/>
                    <a:pt x="1188" y="2643"/>
                    <a:pt x="1160" y="2622"/>
                  </a:cubicBezTo>
                  <a:cubicBezTo>
                    <a:pt x="1138" y="2601"/>
                    <a:pt x="1138" y="2594"/>
                    <a:pt x="1124" y="2580"/>
                  </a:cubicBezTo>
                  <a:cubicBezTo>
                    <a:pt x="1117" y="2566"/>
                    <a:pt x="1067" y="2538"/>
                    <a:pt x="1067" y="2538"/>
                  </a:cubicBezTo>
                  <a:cubicBezTo>
                    <a:pt x="1067" y="2538"/>
                    <a:pt x="1059" y="2559"/>
                    <a:pt x="1067" y="2510"/>
                  </a:cubicBezTo>
                  <a:cubicBezTo>
                    <a:pt x="1067" y="2468"/>
                    <a:pt x="1074" y="2447"/>
                    <a:pt x="1081" y="2419"/>
                  </a:cubicBezTo>
                  <a:cubicBezTo>
                    <a:pt x="1095" y="2398"/>
                    <a:pt x="1095" y="2398"/>
                    <a:pt x="1095" y="2398"/>
                  </a:cubicBezTo>
                  <a:cubicBezTo>
                    <a:pt x="1095" y="2398"/>
                    <a:pt x="1088" y="2398"/>
                    <a:pt x="1095" y="2370"/>
                  </a:cubicBezTo>
                  <a:cubicBezTo>
                    <a:pt x="1110" y="2342"/>
                    <a:pt x="1081" y="2335"/>
                    <a:pt x="1067" y="2321"/>
                  </a:cubicBezTo>
                  <a:cubicBezTo>
                    <a:pt x="1052" y="2307"/>
                    <a:pt x="1045" y="2342"/>
                    <a:pt x="1052" y="2307"/>
                  </a:cubicBezTo>
                  <a:cubicBezTo>
                    <a:pt x="1059" y="2279"/>
                    <a:pt x="1052" y="2091"/>
                    <a:pt x="1052" y="2091"/>
                  </a:cubicBezTo>
                  <a:cubicBezTo>
                    <a:pt x="1052" y="2091"/>
                    <a:pt x="1102" y="2070"/>
                    <a:pt x="1095" y="2056"/>
                  </a:cubicBezTo>
                  <a:cubicBezTo>
                    <a:pt x="1095" y="2042"/>
                    <a:pt x="1145" y="2000"/>
                    <a:pt x="1145" y="2000"/>
                  </a:cubicBezTo>
                  <a:cubicBezTo>
                    <a:pt x="1145" y="2000"/>
                    <a:pt x="1188" y="1993"/>
                    <a:pt x="1203" y="1965"/>
                  </a:cubicBezTo>
                  <a:cubicBezTo>
                    <a:pt x="1224" y="1937"/>
                    <a:pt x="1238" y="1895"/>
                    <a:pt x="1281" y="1874"/>
                  </a:cubicBezTo>
                  <a:cubicBezTo>
                    <a:pt x="1317" y="1853"/>
                    <a:pt x="1331" y="1839"/>
                    <a:pt x="1339" y="1825"/>
                  </a:cubicBezTo>
                  <a:cubicBezTo>
                    <a:pt x="1346" y="1818"/>
                    <a:pt x="1324" y="1860"/>
                    <a:pt x="1353" y="1797"/>
                  </a:cubicBezTo>
                  <a:cubicBezTo>
                    <a:pt x="1381" y="1741"/>
                    <a:pt x="1489" y="1671"/>
                    <a:pt x="1510" y="1622"/>
                  </a:cubicBezTo>
                  <a:cubicBezTo>
                    <a:pt x="1539" y="1573"/>
                    <a:pt x="1567" y="1489"/>
                    <a:pt x="1567" y="1489"/>
                  </a:cubicBezTo>
                  <a:cubicBezTo>
                    <a:pt x="1567" y="1489"/>
                    <a:pt x="1539" y="1454"/>
                    <a:pt x="1575" y="1413"/>
                  </a:cubicBezTo>
                  <a:cubicBezTo>
                    <a:pt x="1603" y="1371"/>
                    <a:pt x="1646" y="1357"/>
                    <a:pt x="1668" y="1336"/>
                  </a:cubicBezTo>
                  <a:cubicBezTo>
                    <a:pt x="1696" y="1315"/>
                    <a:pt x="1725" y="1280"/>
                    <a:pt x="1718" y="1273"/>
                  </a:cubicBezTo>
                  <a:cubicBezTo>
                    <a:pt x="1703" y="1273"/>
                    <a:pt x="1732" y="1280"/>
                    <a:pt x="1732" y="1266"/>
                  </a:cubicBezTo>
                  <a:cubicBezTo>
                    <a:pt x="1739" y="1245"/>
                    <a:pt x="1761" y="1217"/>
                    <a:pt x="1761" y="1217"/>
                  </a:cubicBezTo>
                  <a:cubicBezTo>
                    <a:pt x="1711" y="1210"/>
                    <a:pt x="1725" y="1217"/>
                    <a:pt x="1696" y="1231"/>
                  </a:cubicBezTo>
                  <a:cubicBezTo>
                    <a:pt x="1668" y="1238"/>
                    <a:pt x="1682" y="1224"/>
                    <a:pt x="1668" y="1210"/>
                  </a:cubicBezTo>
                  <a:cubicBezTo>
                    <a:pt x="1653" y="1196"/>
                    <a:pt x="1653" y="1196"/>
                    <a:pt x="1661" y="1189"/>
                  </a:cubicBezTo>
                  <a:cubicBezTo>
                    <a:pt x="1668" y="1175"/>
                    <a:pt x="1689" y="1161"/>
                    <a:pt x="1689" y="1161"/>
                  </a:cubicBezTo>
                  <a:cubicBezTo>
                    <a:pt x="1689" y="1161"/>
                    <a:pt x="1703" y="1189"/>
                    <a:pt x="1739" y="1154"/>
                  </a:cubicBezTo>
                  <a:cubicBezTo>
                    <a:pt x="1782" y="1119"/>
                    <a:pt x="1847" y="1084"/>
                    <a:pt x="1847" y="1084"/>
                  </a:cubicBezTo>
                  <a:cubicBezTo>
                    <a:pt x="1947" y="1007"/>
                    <a:pt x="1947" y="1007"/>
                    <a:pt x="1947" y="1007"/>
                  </a:cubicBezTo>
                  <a:cubicBezTo>
                    <a:pt x="1947" y="1007"/>
                    <a:pt x="2033" y="979"/>
                    <a:pt x="2047" y="979"/>
                  </a:cubicBezTo>
                  <a:cubicBezTo>
                    <a:pt x="2061" y="986"/>
                    <a:pt x="2076" y="986"/>
                    <a:pt x="2083" y="986"/>
                  </a:cubicBezTo>
                  <a:cubicBezTo>
                    <a:pt x="2090" y="986"/>
                    <a:pt x="2118" y="986"/>
                    <a:pt x="2147" y="958"/>
                  </a:cubicBezTo>
                  <a:cubicBezTo>
                    <a:pt x="2169" y="937"/>
                    <a:pt x="2154" y="916"/>
                    <a:pt x="2190" y="909"/>
                  </a:cubicBezTo>
                  <a:cubicBezTo>
                    <a:pt x="2226" y="902"/>
                    <a:pt x="2254" y="909"/>
                    <a:pt x="2276" y="888"/>
                  </a:cubicBezTo>
                  <a:cubicBezTo>
                    <a:pt x="2297" y="860"/>
                    <a:pt x="2548" y="888"/>
                    <a:pt x="2548" y="888"/>
                  </a:cubicBezTo>
                  <a:cubicBezTo>
                    <a:pt x="2548" y="888"/>
                    <a:pt x="2655" y="916"/>
                    <a:pt x="2669" y="937"/>
                  </a:cubicBezTo>
                  <a:cubicBezTo>
                    <a:pt x="2684" y="958"/>
                    <a:pt x="2734" y="972"/>
                    <a:pt x="2712" y="1000"/>
                  </a:cubicBezTo>
                  <a:cubicBezTo>
                    <a:pt x="2684" y="1021"/>
                    <a:pt x="2712" y="1056"/>
                    <a:pt x="2727" y="1063"/>
                  </a:cubicBezTo>
                  <a:cubicBezTo>
                    <a:pt x="2741" y="1070"/>
                    <a:pt x="2741" y="1007"/>
                    <a:pt x="2770" y="1014"/>
                  </a:cubicBezTo>
                  <a:cubicBezTo>
                    <a:pt x="2791" y="1021"/>
                    <a:pt x="2805" y="1056"/>
                    <a:pt x="2827" y="1063"/>
                  </a:cubicBezTo>
                  <a:cubicBezTo>
                    <a:pt x="2848" y="1070"/>
                    <a:pt x="2948" y="1077"/>
                    <a:pt x="2963" y="1084"/>
                  </a:cubicBezTo>
                  <a:cubicBezTo>
                    <a:pt x="2977" y="1098"/>
                    <a:pt x="2999" y="1112"/>
                    <a:pt x="3041" y="1133"/>
                  </a:cubicBezTo>
                  <a:cubicBezTo>
                    <a:pt x="3077" y="1154"/>
                    <a:pt x="3349" y="1259"/>
                    <a:pt x="3356" y="1273"/>
                  </a:cubicBezTo>
                  <a:cubicBezTo>
                    <a:pt x="3363" y="1287"/>
                    <a:pt x="3335" y="1392"/>
                    <a:pt x="3335" y="1392"/>
                  </a:cubicBezTo>
                  <a:cubicBezTo>
                    <a:pt x="3335" y="1392"/>
                    <a:pt x="3342" y="1427"/>
                    <a:pt x="3306" y="1433"/>
                  </a:cubicBezTo>
                  <a:cubicBezTo>
                    <a:pt x="3270" y="1433"/>
                    <a:pt x="3306" y="1427"/>
                    <a:pt x="3249" y="1433"/>
                  </a:cubicBezTo>
                  <a:cubicBezTo>
                    <a:pt x="3192" y="1440"/>
                    <a:pt x="3199" y="1468"/>
                    <a:pt x="3156" y="1454"/>
                  </a:cubicBezTo>
                  <a:cubicBezTo>
                    <a:pt x="3120" y="1440"/>
                    <a:pt x="3127" y="1440"/>
                    <a:pt x="3099" y="1420"/>
                  </a:cubicBezTo>
                  <a:cubicBezTo>
                    <a:pt x="3070" y="1406"/>
                    <a:pt x="3041" y="1378"/>
                    <a:pt x="3013" y="1392"/>
                  </a:cubicBezTo>
                  <a:cubicBezTo>
                    <a:pt x="2984" y="1413"/>
                    <a:pt x="2999" y="1440"/>
                    <a:pt x="2948" y="1413"/>
                  </a:cubicBezTo>
                  <a:cubicBezTo>
                    <a:pt x="2898" y="1378"/>
                    <a:pt x="2870" y="1371"/>
                    <a:pt x="2870" y="1371"/>
                  </a:cubicBezTo>
                  <a:cubicBezTo>
                    <a:pt x="2870" y="1371"/>
                    <a:pt x="2848" y="1385"/>
                    <a:pt x="2848" y="1392"/>
                  </a:cubicBezTo>
                  <a:cubicBezTo>
                    <a:pt x="2855" y="1406"/>
                    <a:pt x="2870" y="1385"/>
                    <a:pt x="2906" y="1427"/>
                  </a:cubicBezTo>
                  <a:cubicBezTo>
                    <a:pt x="2934" y="1461"/>
                    <a:pt x="2984" y="1489"/>
                    <a:pt x="2977" y="1510"/>
                  </a:cubicBezTo>
                  <a:cubicBezTo>
                    <a:pt x="2977" y="1531"/>
                    <a:pt x="2999" y="1538"/>
                    <a:pt x="2977" y="1559"/>
                  </a:cubicBezTo>
                  <a:cubicBezTo>
                    <a:pt x="2963" y="1573"/>
                    <a:pt x="2963" y="1601"/>
                    <a:pt x="2963" y="1601"/>
                  </a:cubicBezTo>
                  <a:cubicBezTo>
                    <a:pt x="2963" y="1601"/>
                    <a:pt x="2991" y="1636"/>
                    <a:pt x="2984" y="1650"/>
                  </a:cubicBezTo>
                  <a:cubicBezTo>
                    <a:pt x="2977" y="1664"/>
                    <a:pt x="2977" y="1699"/>
                    <a:pt x="2977" y="1713"/>
                  </a:cubicBezTo>
                  <a:cubicBezTo>
                    <a:pt x="2977" y="1720"/>
                    <a:pt x="2999" y="1755"/>
                    <a:pt x="2999" y="1755"/>
                  </a:cubicBezTo>
                  <a:cubicBezTo>
                    <a:pt x="2999" y="1755"/>
                    <a:pt x="3027" y="1734"/>
                    <a:pt x="3063" y="1769"/>
                  </a:cubicBezTo>
                  <a:cubicBezTo>
                    <a:pt x="3099" y="1797"/>
                    <a:pt x="3149" y="1797"/>
                    <a:pt x="3149" y="1797"/>
                  </a:cubicBezTo>
                  <a:cubicBezTo>
                    <a:pt x="3149" y="1755"/>
                    <a:pt x="3149" y="1755"/>
                    <a:pt x="3149" y="1755"/>
                  </a:cubicBezTo>
                  <a:cubicBezTo>
                    <a:pt x="3149" y="1755"/>
                    <a:pt x="3135" y="1748"/>
                    <a:pt x="3120" y="1720"/>
                  </a:cubicBezTo>
                  <a:cubicBezTo>
                    <a:pt x="3099" y="1699"/>
                    <a:pt x="3077" y="1664"/>
                    <a:pt x="3077" y="1657"/>
                  </a:cubicBezTo>
                  <a:cubicBezTo>
                    <a:pt x="3070" y="1643"/>
                    <a:pt x="3070" y="1608"/>
                    <a:pt x="3077" y="1608"/>
                  </a:cubicBezTo>
                  <a:cubicBezTo>
                    <a:pt x="3092" y="1608"/>
                    <a:pt x="3113" y="1615"/>
                    <a:pt x="3156" y="1636"/>
                  </a:cubicBezTo>
                  <a:cubicBezTo>
                    <a:pt x="3199" y="1650"/>
                    <a:pt x="3285" y="1713"/>
                    <a:pt x="3306" y="1678"/>
                  </a:cubicBezTo>
                  <a:cubicBezTo>
                    <a:pt x="3328" y="1643"/>
                    <a:pt x="3321" y="1636"/>
                    <a:pt x="3306" y="1601"/>
                  </a:cubicBezTo>
                  <a:cubicBezTo>
                    <a:pt x="3292" y="1566"/>
                    <a:pt x="3270" y="1587"/>
                    <a:pt x="3285" y="1545"/>
                  </a:cubicBezTo>
                  <a:cubicBezTo>
                    <a:pt x="3306" y="1503"/>
                    <a:pt x="3263" y="1538"/>
                    <a:pt x="3349" y="1468"/>
                  </a:cubicBezTo>
                  <a:cubicBezTo>
                    <a:pt x="3435" y="1399"/>
                    <a:pt x="3507" y="1420"/>
                    <a:pt x="3521" y="1420"/>
                  </a:cubicBezTo>
                  <a:cubicBezTo>
                    <a:pt x="3535" y="1420"/>
                    <a:pt x="3592" y="1385"/>
                    <a:pt x="3585" y="1371"/>
                  </a:cubicBezTo>
                  <a:cubicBezTo>
                    <a:pt x="3578" y="1364"/>
                    <a:pt x="3592" y="1343"/>
                    <a:pt x="3578" y="1308"/>
                  </a:cubicBezTo>
                  <a:cubicBezTo>
                    <a:pt x="3557" y="1273"/>
                    <a:pt x="3521" y="1203"/>
                    <a:pt x="3521" y="1203"/>
                  </a:cubicBezTo>
                  <a:cubicBezTo>
                    <a:pt x="3521" y="1203"/>
                    <a:pt x="3485" y="1140"/>
                    <a:pt x="3507" y="1140"/>
                  </a:cubicBezTo>
                  <a:cubicBezTo>
                    <a:pt x="3528" y="1147"/>
                    <a:pt x="3550" y="1161"/>
                    <a:pt x="3614" y="1189"/>
                  </a:cubicBezTo>
                  <a:cubicBezTo>
                    <a:pt x="3685" y="1217"/>
                    <a:pt x="3714" y="1224"/>
                    <a:pt x="3728" y="1231"/>
                  </a:cubicBezTo>
                  <a:cubicBezTo>
                    <a:pt x="3743" y="1238"/>
                    <a:pt x="3757" y="1266"/>
                    <a:pt x="3728" y="1266"/>
                  </a:cubicBezTo>
                  <a:cubicBezTo>
                    <a:pt x="3693" y="1266"/>
                    <a:pt x="3671" y="1287"/>
                    <a:pt x="3664" y="1301"/>
                  </a:cubicBezTo>
                  <a:cubicBezTo>
                    <a:pt x="3657" y="1315"/>
                    <a:pt x="3700" y="1350"/>
                    <a:pt x="3700" y="1350"/>
                  </a:cubicBezTo>
                  <a:cubicBezTo>
                    <a:pt x="3700" y="1350"/>
                    <a:pt x="3764" y="1350"/>
                    <a:pt x="3778" y="1350"/>
                  </a:cubicBezTo>
                  <a:cubicBezTo>
                    <a:pt x="3793" y="1350"/>
                    <a:pt x="3793" y="1301"/>
                    <a:pt x="3793" y="1273"/>
                  </a:cubicBezTo>
                  <a:cubicBezTo>
                    <a:pt x="3793" y="1252"/>
                    <a:pt x="3893" y="1266"/>
                    <a:pt x="3907" y="1259"/>
                  </a:cubicBezTo>
                  <a:cubicBezTo>
                    <a:pt x="3922" y="1245"/>
                    <a:pt x="3957" y="1203"/>
                    <a:pt x="3979" y="1189"/>
                  </a:cubicBezTo>
                  <a:cubicBezTo>
                    <a:pt x="4007" y="1175"/>
                    <a:pt x="4100" y="1147"/>
                    <a:pt x="4086" y="1161"/>
                  </a:cubicBezTo>
                  <a:cubicBezTo>
                    <a:pt x="4079" y="1175"/>
                    <a:pt x="4100" y="1217"/>
                    <a:pt x="4100" y="1203"/>
                  </a:cubicBezTo>
                  <a:cubicBezTo>
                    <a:pt x="4100" y="1189"/>
                    <a:pt x="4129" y="1133"/>
                    <a:pt x="4143" y="1133"/>
                  </a:cubicBezTo>
                  <a:cubicBezTo>
                    <a:pt x="4158" y="1133"/>
                    <a:pt x="4201" y="1147"/>
                    <a:pt x="4201" y="1147"/>
                  </a:cubicBezTo>
                  <a:cubicBezTo>
                    <a:pt x="4201" y="1147"/>
                    <a:pt x="4179" y="1203"/>
                    <a:pt x="4208" y="1203"/>
                  </a:cubicBezTo>
                  <a:cubicBezTo>
                    <a:pt x="4244" y="1210"/>
                    <a:pt x="4287" y="1238"/>
                    <a:pt x="4294" y="1210"/>
                  </a:cubicBezTo>
                  <a:cubicBezTo>
                    <a:pt x="4308" y="1189"/>
                    <a:pt x="4287" y="1196"/>
                    <a:pt x="4358" y="1175"/>
                  </a:cubicBezTo>
                  <a:cubicBezTo>
                    <a:pt x="4437" y="1161"/>
                    <a:pt x="4401" y="1161"/>
                    <a:pt x="4451" y="1154"/>
                  </a:cubicBezTo>
                  <a:cubicBezTo>
                    <a:pt x="4501" y="1154"/>
                    <a:pt x="4530" y="1189"/>
                    <a:pt x="4551" y="1189"/>
                  </a:cubicBezTo>
                  <a:cubicBezTo>
                    <a:pt x="4580" y="1189"/>
                    <a:pt x="4594" y="1133"/>
                    <a:pt x="4594" y="1133"/>
                  </a:cubicBezTo>
                  <a:cubicBezTo>
                    <a:pt x="4601" y="1091"/>
                    <a:pt x="4601" y="1091"/>
                    <a:pt x="4601" y="1091"/>
                  </a:cubicBezTo>
                  <a:cubicBezTo>
                    <a:pt x="4573" y="1077"/>
                    <a:pt x="4573" y="1077"/>
                    <a:pt x="4573" y="1077"/>
                  </a:cubicBezTo>
                  <a:cubicBezTo>
                    <a:pt x="4573" y="1077"/>
                    <a:pt x="4601" y="1077"/>
                    <a:pt x="4587" y="1063"/>
                  </a:cubicBezTo>
                  <a:cubicBezTo>
                    <a:pt x="4580" y="1056"/>
                    <a:pt x="4616" y="1049"/>
                    <a:pt x="4637" y="1049"/>
                  </a:cubicBezTo>
                  <a:cubicBezTo>
                    <a:pt x="4659" y="1042"/>
                    <a:pt x="4723" y="1063"/>
                    <a:pt x="4752" y="1070"/>
                  </a:cubicBezTo>
                  <a:cubicBezTo>
                    <a:pt x="4787" y="1084"/>
                    <a:pt x="4909" y="1077"/>
                    <a:pt x="4988" y="1133"/>
                  </a:cubicBezTo>
                  <a:cubicBezTo>
                    <a:pt x="5059" y="1189"/>
                    <a:pt x="5074" y="1196"/>
                    <a:pt x="5088" y="1196"/>
                  </a:cubicBezTo>
                  <a:cubicBezTo>
                    <a:pt x="5102" y="1203"/>
                    <a:pt x="5159" y="1182"/>
                    <a:pt x="5159" y="1182"/>
                  </a:cubicBezTo>
                  <a:cubicBezTo>
                    <a:pt x="5159" y="1182"/>
                    <a:pt x="5181" y="1175"/>
                    <a:pt x="5159" y="1161"/>
                  </a:cubicBezTo>
                  <a:cubicBezTo>
                    <a:pt x="5131" y="1140"/>
                    <a:pt x="5109" y="1147"/>
                    <a:pt x="5109" y="1140"/>
                  </a:cubicBezTo>
                  <a:cubicBezTo>
                    <a:pt x="5109" y="1126"/>
                    <a:pt x="5088" y="1070"/>
                    <a:pt x="5081" y="1070"/>
                  </a:cubicBezTo>
                  <a:cubicBezTo>
                    <a:pt x="5074" y="1070"/>
                    <a:pt x="5059" y="1063"/>
                    <a:pt x="5052" y="1070"/>
                  </a:cubicBezTo>
                  <a:cubicBezTo>
                    <a:pt x="5045" y="1077"/>
                    <a:pt x="5002" y="1042"/>
                    <a:pt x="5002" y="1035"/>
                  </a:cubicBezTo>
                  <a:cubicBezTo>
                    <a:pt x="5002" y="1021"/>
                    <a:pt x="5002" y="986"/>
                    <a:pt x="5016" y="986"/>
                  </a:cubicBezTo>
                  <a:cubicBezTo>
                    <a:pt x="5024" y="979"/>
                    <a:pt x="4952" y="979"/>
                    <a:pt x="4995" y="937"/>
                  </a:cubicBezTo>
                  <a:cubicBezTo>
                    <a:pt x="5031" y="888"/>
                    <a:pt x="5102" y="832"/>
                    <a:pt x="5102" y="825"/>
                  </a:cubicBezTo>
                  <a:cubicBezTo>
                    <a:pt x="5095" y="811"/>
                    <a:pt x="5109" y="644"/>
                    <a:pt x="5109" y="644"/>
                  </a:cubicBezTo>
                  <a:cubicBezTo>
                    <a:pt x="5109" y="644"/>
                    <a:pt x="5152" y="665"/>
                    <a:pt x="5167" y="651"/>
                  </a:cubicBezTo>
                  <a:cubicBezTo>
                    <a:pt x="5181" y="630"/>
                    <a:pt x="5195" y="588"/>
                    <a:pt x="5195" y="588"/>
                  </a:cubicBezTo>
                  <a:cubicBezTo>
                    <a:pt x="5245" y="581"/>
                    <a:pt x="5245" y="581"/>
                    <a:pt x="5245" y="581"/>
                  </a:cubicBezTo>
                  <a:cubicBezTo>
                    <a:pt x="5245" y="581"/>
                    <a:pt x="5267" y="616"/>
                    <a:pt x="5267" y="623"/>
                  </a:cubicBezTo>
                  <a:cubicBezTo>
                    <a:pt x="5260" y="630"/>
                    <a:pt x="5238" y="658"/>
                    <a:pt x="5267" y="658"/>
                  </a:cubicBezTo>
                  <a:cubicBezTo>
                    <a:pt x="5288" y="658"/>
                    <a:pt x="5353" y="700"/>
                    <a:pt x="5353" y="700"/>
                  </a:cubicBezTo>
                  <a:cubicBezTo>
                    <a:pt x="5353" y="700"/>
                    <a:pt x="5374" y="783"/>
                    <a:pt x="5360" y="783"/>
                  </a:cubicBezTo>
                  <a:cubicBezTo>
                    <a:pt x="5346" y="783"/>
                    <a:pt x="5353" y="825"/>
                    <a:pt x="5353" y="825"/>
                  </a:cubicBezTo>
                  <a:cubicBezTo>
                    <a:pt x="5353" y="825"/>
                    <a:pt x="5338" y="797"/>
                    <a:pt x="5331" y="832"/>
                  </a:cubicBezTo>
                  <a:cubicBezTo>
                    <a:pt x="5317" y="867"/>
                    <a:pt x="5353" y="888"/>
                    <a:pt x="5353" y="888"/>
                  </a:cubicBezTo>
                  <a:cubicBezTo>
                    <a:pt x="5353" y="888"/>
                    <a:pt x="5388" y="874"/>
                    <a:pt x="5374" y="909"/>
                  </a:cubicBezTo>
                  <a:cubicBezTo>
                    <a:pt x="5367" y="944"/>
                    <a:pt x="5367" y="930"/>
                    <a:pt x="5374" y="958"/>
                  </a:cubicBezTo>
                  <a:cubicBezTo>
                    <a:pt x="5374" y="993"/>
                    <a:pt x="5403" y="1035"/>
                    <a:pt x="5403" y="1049"/>
                  </a:cubicBezTo>
                  <a:cubicBezTo>
                    <a:pt x="5403" y="1063"/>
                    <a:pt x="5403" y="1147"/>
                    <a:pt x="5403" y="1147"/>
                  </a:cubicBezTo>
                  <a:cubicBezTo>
                    <a:pt x="5403" y="1147"/>
                    <a:pt x="5424" y="1189"/>
                    <a:pt x="5439" y="1203"/>
                  </a:cubicBezTo>
                  <a:cubicBezTo>
                    <a:pt x="5453" y="1217"/>
                    <a:pt x="5489" y="1182"/>
                    <a:pt x="5453" y="1217"/>
                  </a:cubicBezTo>
                  <a:cubicBezTo>
                    <a:pt x="5410" y="1252"/>
                    <a:pt x="5431" y="1252"/>
                    <a:pt x="5403" y="1287"/>
                  </a:cubicBezTo>
                  <a:cubicBezTo>
                    <a:pt x="5374" y="1322"/>
                    <a:pt x="5353" y="1329"/>
                    <a:pt x="5338" y="1343"/>
                  </a:cubicBezTo>
                  <a:cubicBezTo>
                    <a:pt x="5324" y="1357"/>
                    <a:pt x="5281" y="1371"/>
                    <a:pt x="5281" y="1371"/>
                  </a:cubicBezTo>
                  <a:cubicBezTo>
                    <a:pt x="5281" y="1371"/>
                    <a:pt x="5381" y="1399"/>
                    <a:pt x="5396" y="1399"/>
                  </a:cubicBezTo>
                  <a:cubicBezTo>
                    <a:pt x="5410" y="1399"/>
                    <a:pt x="5524" y="1385"/>
                    <a:pt x="5524" y="1357"/>
                  </a:cubicBezTo>
                  <a:cubicBezTo>
                    <a:pt x="5524" y="1329"/>
                    <a:pt x="5589" y="1259"/>
                    <a:pt x="5553" y="1238"/>
                  </a:cubicBezTo>
                  <a:cubicBezTo>
                    <a:pt x="5524" y="1217"/>
                    <a:pt x="5517" y="1224"/>
                    <a:pt x="5510" y="1203"/>
                  </a:cubicBezTo>
                  <a:cubicBezTo>
                    <a:pt x="5510" y="1182"/>
                    <a:pt x="5496" y="1175"/>
                    <a:pt x="5510" y="1161"/>
                  </a:cubicBezTo>
                  <a:cubicBezTo>
                    <a:pt x="5517" y="1147"/>
                    <a:pt x="5539" y="1119"/>
                    <a:pt x="5510" y="1126"/>
                  </a:cubicBezTo>
                  <a:cubicBezTo>
                    <a:pt x="5481" y="1126"/>
                    <a:pt x="5481" y="1133"/>
                    <a:pt x="5467" y="1112"/>
                  </a:cubicBezTo>
                  <a:cubicBezTo>
                    <a:pt x="5453" y="1091"/>
                    <a:pt x="5460" y="1119"/>
                    <a:pt x="5439" y="1063"/>
                  </a:cubicBezTo>
                  <a:cubicBezTo>
                    <a:pt x="5417" y="1007"/>
                    <a:pt x="5453" y="979"/>
                    <a:pt x="5453" y="979"/>
                  </a:cubicBezTo>
                  <a:cubicBezTo>
                    <a:pt x="5453" y="979"/>
                    <a:pt x="5481" y="1007"/>
                    <a:pt x="5460" y="958"/>
                  </a:cubicBezTo>
                  <a:cubicBezTo>
                    <a:pt x="5439" y="909"/>
                    <a:pt x="5410" y="895"/>
                    <a:pt x="5410" y="881"/>
                  </a:cubicBezTo>
                  <a:cubicBezTo>
                    <a:pt x="5403" y="860"/>
                    <a:pt x="5417" y="846"/>
                    <a:pt x="5410" y="818"/>
                  </a:cubicBezTo>
                  <a:cubicBezTo>
                    <a:pt x="5410" y="790"/>
                    <a:pt x="5496" y="776"/>
                    <a:pt x="5496" y="776"/>
                  </a:cubicBezTo>
                  <a:cubicBezTo>
                    <a:pt x="5496" y="776"/>
                    <a:pt x="5503" y="734"/>
                    <a:pt x="5489" y="713"/>
                  </a:cubicBezTo>
                  <a:cubicBezTo>
                    <a:pt x="5467" y="700"/>
                    <a:pt x="5439" y="665"/>
                    <a:pt x="5439" y="665"/>
                  </a:cubicBezTo>
                  <a:cubicBezTo>
                    <a:pt x="5439" y="665"/>
                    <a:pt x="5446" y="644"/>
                    <a:pt x="5446" y="637"/>
                  </a:cubicBezTo>
                  <a:cubicBezTo>
                    <a:pt x="5453" y="623"/>
                    <a:pt x="5489" y="644"/>
                    <a:pt x="5503" y="658"/>
                  </a:cubicBezTo>
                  <a:cubicBezTo>
                    <a:pt x="5510" y="672"/>
                    <a:pt x="5553" y="700"/>
                    <a:pt x="5553" y="700"/>
                  </a:cubicBezTo>
                  <a:cubicBezTo>
                    <a:pt x="5553" y="700"/>
                    <a:pt x="5539" y="720"/>
                    <a:pt x="5546" y="741"/>
                  </a:cubicBezTo>
                  <a:cubicBezTo>
                    <a:pt x="5553" y="762"/>
                    <a:pt x="5560" y="811"/>
                    <a:pt x="5560" y="811"/>
                  </a:cubicBezTo>
                  <a:cubicBezTo>
                    <a:pt x="5560" y="811"/>
                    <a:pt x="5574" y="846"/>
                    <a:pt x="5582" y="853"/>
                  </a:cubicBezTo>
                  <a:cubicBezTo>
                    <a:pt x="5589" y="860"/>
                    <a:pt x="5567" y="867"/>
                    <a:pt x="5589" y="860"/>
                  </a:cubicBezTo>
                  <a:cubicBezTo>
                    <a:pt x="5610" y="860"/>
                    <a:pt x="5703" y="881"/>
                    <a:pt x="5703" y="881"/>
                  </a:cubicBezTo>
                  <a:cubicBezTo>
                    <a:pt x="5703" y="881"/>
                    <a:pt x="5710" y="818"/>
                    <a:pt x="5696" y="818"/>
                  </a:cubicBezTo>
                  <a:cubicBezTo>
                    <a:pt x="5675" y="825"/>
                    <a:pt x="5660" y="832"/>
                    <a:pt x="5646" y="825"/>
                  </a:cubicBezTo>
                  <a:cubicBezTo>
                    <a:pt x="5625" y="811"/>
                    <a:pt x="5617" y="783"/>
                    <a:pt x="5617" y="783"/>
                  </a:cubicBezTo>
                  <a:cubicBezTo>
                    <a:pt x="5617" y="783"/>
                    <a:pt x="5617" y="762"/>
                    <a:pt x="5625" y="748"/>
                  </a:cubicBezTo>
                  <a:cubicBezTo>
                    <a:pt x="5632" y="734"/>
                    <a:pt x="5682" y="706"/>
                    <a:pt x="5682" y="706"/>
                  </a:cubicBezTo>
                  <a:cubicBezTo>
                    <a:pt x="5682" y="706"/>
                    <a:pt x="5725" y="713"/>
                    <a:pt x="5753" y="713"/>
                  </a:cubicBezTo>
                  <a:cubicBezTo>
                    <a:pt x="5782" y="713"/>
                    <a:pt x="5896" y="790"/>
                    <a:pt x="5896" y="790"/>
                  </a:cubicBezTo>
                  <a:cubicBezTo>
                    <a:pt x="5918" y="811"/>
                    <a:pt x="5918" y="811"/>
                    <a:pt x="5918" y="811"/>
                  </a:cubicBezTo>
                  <a:cubicBezTo>
                    <a:pt x="5918" y="811"/>
                    <a:pt x="5925" y="762"/>
                    <a:pt x="5947" y="776"/>
                  </a:cubicBezTo>
                  <a:cubicBezTo>
                    <a:pt x="5961" y="783"/>
                    <a:pt x="5961" y="783"/>
                    <a:pt x="5961" y="783"/>
                  </a:cubicBezTo>
                  <a:cubicBezTo>
                    <a:pt x="5961" y="783"/>
                    <a:pt x="5968" y="748"/>
                    <a:pt x="5939" y="734"/>
                  </a:cubicBezTo>
                  <a:cubicBezTo>
                    <a:pt x="5904" y="727"/>
                    <a:pt x="5861" y="679"/>
                    <a:pt x="5861" y="679"/>
                  </a:cubicBezTo>
                  <a:cubicBezTo>
                    <a:pt x="5861" y="679"/>
                    <a:pt x="5825" y="623"/>
                    <a:pt x="5832" y="595"/>
                  </a:cubicBezTo>
                  <a:cubicBezTo>
                    <a:pt x="5839" y="567"/>
                    <a:pt x="5832" y="553"/>
                    <a:pt x="5846" y="553"/>
                  </a:cubicBezTo>
                  <a:cubicBezTo>
                    <a:pt x="5861" y="553"/>
                    <a:pt x="5947" y="546"/>
                    <a:pt x="5975" y="532"/>
                  </a:cubicBezTo>
                  <a:cubicBezTo>
                    <a:pt x="6004" y="525"/>
                    <a:pt x="6040" y="539"/>
                    <a:pt x="6083" y="525"/>
                  </a:cubicBezTo>
                  <a:cubicBezTo>
                    <a:pt x="6125" y="511"/>
                    <a:pt x="6133" y="504"/>
                    <a:pt x="6168" y="511"/>
                  </a:cubicBezTo>
                  <a:cubicBezTo>
                    <a:pt x="6211" y="525"/>
                    <a:pt x="6183" y="490"/>
                    <a:pt x="6176" y="469"/>
                  </a:cubicBezTo>
                  <a:cubicBezTo>
                    <a:pt x="6168" y="455"/>
                    <a:pt x="6161" y="378"/>
                    <a:pt x="6161" y="399"/>
                  </a:cubicBezTo>
                  <a:cubicBezTo>
                    <a:pt x="6161" y="413"/>
                    <a:pt x="6161" y="322"/>
                    <a:pt x="6247" y="308"/>
                  </a:cubicBezTo>
                  <a:cubicBezTo>
                    <a:pt x="6326" y="301"/>
                    <a:pt x="6397" y="287"/>
                    <a:pt x="6490" y="273"/>
                  </a:cubicBezTo>
                  <a:cubicBezTo>
                    <a:pt x="6591" y="252"/>
                    <a:pt x="6605" y="217"/>
                    <a:pt x="6605" y="217"/>
                  </a:cubicBezTo>
                  <a:cubicBezTo>
                    <a:pt x="6605" y="217"/>
                    <a:pt x="6676" y="210"/>
                    <a:pt x="6691" y="210"/>
                  </a:cubicBezTo>
                  <a:cubicBezTo>
                    <a:pt x="6698" y="210"/>
                    <a:pt x="6719" y="196"/>
                    <a:pt x="6748" y="203"/>
                  </a:cubicBezTo>
                  <a:cubicBezTo>
                    <a:pt x="6784" y="210"/>
                    <a:pt x="6798" y="224"/>
                    <a:pt x="6820" y="224"/>
                  </a:cubicBezTo>
                  <a:cubicBezTo>
                    <a:pt x="6841" y="224"/>
                    <a:pt x="6963" y="203"/>
                    <a:pt x="6963" y="203"/>
                  </a:cubicBezTo>
                  <a:cubicBezTo>
                    <a:pt x="6963" y="203"/>
                    <a:pt x="6963" y="182"/>
                    <a:pt x="6977" y="168"/>
                  </a:cubicBezTo>
                  <a:cubicBezTo>
                    <a:pt x="6984" y="154"/>
                    <a:pt x="6998" y="126"/>
                    <a:pt x="7013" y="126"/>
                  </a:cubicBezTo>
                  <a:cubicBezTo>
                    <a:pt x="7034" y="133"/>
                    <a:pt x="7056" y="140"/>
                    <a:pt x="7056" y="126"/>
                  </a:cubicBezTo>
                  <a:cubicBezTo>
                    <a:pt x="7063" y="105"/>
                    <a:pt x="7134" y="0"/>
                    <a:pt x="7184" y="21"/>
                  </a:cubicBezTo>
                  <a:cubicBezTo>
                    <a:pt x="7235" y="35"/>
                    <a:pt x="7349" y="35"/>
                    <a:pt x="7349" y="42"/>
                  </a:cubicBezTo>
                  <a:cubicBezTo>
                    <a:pt x="7349" y="56"/>
                    <a:pt x="7370" y="84"/>
                    <a:pt x="7370" y="84"/>
                  </a:cubicBezTo>
                  <a:cubicBezTo>
                    <a:pt x="7370" y="84"/>
                    <a:pt x="7363" y="105"/>
                    <a:pt x="7399" y="112"/>
                  </a:cubicBezTo>
                  <a:cubicBezTo>
                    <a:pt x="7442" y="126"/>
                    <a:pt x="7464" y="140"/>
                    <a:pt x="7464" y="140"/>
                  </a:cubicBezTo>
                  <a:cubicBezTo>
                    <a:pt x="7464" y="140"/>
                    <a:pt x="7578" y="140"/>
                    <a:pt x="7599" y="140"/>
                  </a:cubicBezTo>
                  <a:cubicBezTo>
                    <a:pt x="7628" y="133"/>
                    <a:pt x="7828" y="175"/>
                    <a:pt x="7828" y="182"/>
                  </a:cubicBezTo>
                  <a:cubicBezTo>
                    <a:pt x="7828" y="196"/>
                    <a:pt x="7893" y="294"/>
                    <a:pt x="7857" y="308"/>
                  </a:cubicBezTo>
                  <a:cubicBezTo>
                    <a:pt x="7821" y="329"/>
                    <a:pt x="7864" y="329"/>
                    <a:pt x="7778" y="399"/>
                  </a:cubicBezTo>
                  <a:cubicBezTo>
                    <a:pt x="7692" y="462"/>
                    <a:pt x="7635" y="490"/>
                    <a:pt x="7585" y="511"/>
                  </a:cubicBezTo>
                  <a:cubicBezTo>
                    <a:pt x="7535" y="532"/>
                    <a:pt x="7514" y="595"/>
                    <a:pt x="7485" y="602"/>
                  </a:cubicBezTo>
                  <a:cubicBezTo>
                    <a:pt x="7449" y="609"/>
                    <a:pt x="7442" y="630"/>
                    <a:pt x="7442" y="630"/>
                  </a:cubicBezTo>
                  <a:cubicBezTo>
                    <a:pt x="7442" y="630"/>
                    <a:pt x="7485" y="623"/>
                    <a:pt x="7506" y="616"/>
                  </a:cubicBezTo>
                  <a:cubicBezTo>
                    <a:pt x="7521" y="609"/>
                    <a:pt x="7692" y="581"/>
                    <a:pt x="7692" y="581"/>
                  </a:cubicBezTo>
                  <a:cubicBezTo>
                    <a:pt x="7692" y="581"/>
                    <a:pt x="7607" y="546"/>
                    <a:pt x="7664" y="518"/>
                  </a:cubicBezTo>
                  <a:cubicBezTo>
                    <a:pt x="7721" y="490"/>
                    <a:pt x="7735" y="497"/>
                    <a:pt x="7735" y="497"/>
                  </a:cubicBezTo>
                  <a:cubicBezTo>
                    <a:pt x="7735" y="497"/>
                    <a:pt x="7771" y="497"/>
                    <a:pt x="7786" y="504"/>
                  </a:cubicBezTo>
                  <a:cubicBezTo>
                    <a:pt x="7807" y="504"/>
                    <a:pt x="7828" y="518"/>
                    <a:pt x="7857" y="539"/>
                  </a:cubicBezTo>
                  <a:cubicBezTo>
                    <a:pt x="7893" y="560"/>
                    <a:pt x="7879" y="560"/>
                    <a:pt x="7900" y="539"/>
                  </a:cubicBezTo>
                  <a:cubicBezTo>
                    <a:pt x="7929" y="511"/>
                    <a:pt x="7950" y="497"/>
                    <a:pt x="7979" y="504"/>
                  </a:cubicBezTo>
                  <a:cubicBezTo>
                    <a:pt x="8014" y="511"/>
                    <a:pt x="8186" y="532"/>
                    <a:pt x="8236" y="539"/>
                  </a:cubicBezTo>
                  <a:cubicBezTo>
                    <a:pt x="8279" y="539"/>
                    <a:pt x="8193" y="574"/>
                    <a:pt x="8258" y="609"/>
                  </a:cubicBezTo>
                  <a:cubicBezTo>
                    <a:pt x="8322" y="637"/>
                    <a:pt x="8394" y="672"/>
                    <a:pt x="8408" y="672"/>
                  </a:cubicBezTo>
                  <a:cubicBezTo>
                    <a:pt x="8422" y="665"/>
                    <a:pt x="8523" y="637"/>
                    <a:pt x="8523" y="637"/>
                  </a:cubicBezTo>
                  <a:cubicBezTo>
                    <a:pt x="8523" y="637"/>
                    <a:pt x="8523" y="637"/>
                    <a:pt x="8544" y="595"/>
                  </a:cubicBezTo>
                  <a:cubicBezTo>
                    <a:pt x="8558" y="553"/>
                    <a:pt x="8551" y="560"/>
                    <a:pt x="8551" y="539"/>
                  </a:cubicBezTo>
                  <a:cubicBezTo>
                    <a:pt x="8558" y="525"/>
                    <a:pt x="8573" y="511"/>
                    <a:pt x="8587" y="497"/>
                  </a:cubicBezTo>
                  <a:cubicBezTo>
                    <a:pt x="8608" y="483"/>
                    <a:pt x="8608" y="469"/>
                    <a:pt x="8658" y="497"/>
                  </a:cubicBezTo>
                  <a:cubicBezTo>
                    <a:pt x="8709" y="532"/>
                    <a:pt x="8716" y="546"/>
                    <a:pt x="8716" y="546"/>
                  </a:cubicBezTo>
                  <a:cubicBezTo>
                    <a:pt x="8716" y="546"/>
                    <a:pt x="8802" y="539"/>
                    <a:pt x="8895" y="616"/>
                  </a:cubicBezTo>
                  <a:cubicBezTo>
                    <a:pt x="8988" y="686"/>
                    <a:pt x="8966" y="706"/>
                    <a:pt x="8973" y="720"/>
                  </a:cubicBezTo>
                  <a:cubicBezTo>
                    <a:pt x="8973" y="741"/>
                    <a:pt x="8966" y="783"/>
                    <a:pt x="8973" y="797"/>
                  </a:cubicBezTo>
                  <a:cubicBezTo>
                    <a:pt x="8973" y="811"/>
                    <a:pt x="8973" y="783"/>
                    <a:pt x="9023" y="832"/>
                  </a:cubicBezTo>
                  <a:cubicBezTo>
                    <a:pt x="9073" y="888"/>
                    <a:pt x="9174" y="888"/>
                    <a:pt x="9166" y="888"/>
                  </a:cubicBezTo>
                  <a:cubicBezTo>
                    <a:pt x="9152" y="888"/>
                    <a:pt x="9174" y="846"/>
                    <a:pt x="9159" y="825"/>
                  </a:cubicBezTo>
                  <a:cubicBezTo>
                    <a:pt x="9145" y="804"/>
                    <a:pt x="9166" y="811"/>
                    <a:pt x="9188" y="790"/>
                  </a:cubicBezTo>
                  <a:cubicBezTo>
                    <a:pt x="9202" y="776"/>
                    <a:pt x="9238" y="783"/>
                    <a:pt x="9238" y="783"/>
                  </a:cubicBezTo>
                  <a:cubicBezTo>
                    <a:pt x="9238" y="783"/>
                    <a:pt x="9252" y="790"/>
                    <a:pt x="9295" y="804"/>
                  </a:cubicBezTo>
                  <a:cubicBezTo>
                    <a:pt x="9331" y="811"/>
                    <a:pt x="9274" y="811"/>
                    <a:pt x="9374" y="811"/>
                  </a:cubicBezTo>
                  <a:cubicBezTo>
                    <a:pt x="9474" y="811"/>
                    <a:pt x="9474" y="783"/>
                    <a:pt x="9510" y="783"/>
                  </a:cubicBezTo>
                  <a:cubicBezTo>
                    <a:pt x="9539" y="783"/>
                    <a:pt x="9567" y="776"/>
                    <a:pt x="9574" y="783"/>
                  </a:cubicBezTo>
                  <a:cubicBezTo>
                    <a:pt x="9581" y="797"/>
                    <a:pt x="9581" y="804"/>
                    <a:pt x="9617" y="804"/>
                  </a:cubicBezTo>
                  <a:cubicBezTo>
                    <a:pt x="9653" y="811"/>
                    <a:pt x="9660" y="825"/>
                    <a:pt x="9646" y="790"/>
                  </a:cubicBezTo>
                  <a:cubicBezTo>
                    <a:pt x="9624" y="755"/>
                    <a:pt x="9603" y="727"/>
                    <a:pt x="9603" y="727"/>
                  </a:cubicBezTo>
                  <a:cubicBezTo>
                    <a:pt x="9574" y="713"/>
                    <a:pt x="9574" y="713"/>
                    <a:pt x="9574" y="713"/>
                  </a:cubicBezTo>
                  <a:cubicBezTo>
                    <a:pt x="9574" y="713"/>
                    <a:pt x="9560" y="706"/>
                    <a:pt x="9603" y="679"/>
                  </a:cubicBezTo>
                  <a:cubicBezTo>
                    <a:pt x="9646" y="651"/>
                    <a:pt x="9639" y="693"/>
                    <a:pt x="9675" y="686"/>
                  </a:cubicBezTo>
                  <a:cubicBezTo>
                    <a:pt x="9710" y="686"/>
                    <a:pt x="9796" y="672"/>
                    <a:pt x="9796" y="672"/>
                  </a:cubicBezTo>
                  <a:cubicBezTo>
                    <a:pt x="9796" y="672"/>
                    <a:pt x="9882" y="686"/>
                    <a:pt x="9954" y="713"/>
                  </a:cubicBezTo>
                  <a:cubicBezTo>
                    <a:pt x="10032" y="741"/>
                    <a:pt x="10175" y="755"/>
                    <a:pt x="10175" y="741"/>
                  </a:cubicBezTo>
                  <a:cubicBezTo>
                    <a:pt x="10175" y="734"/>
                    <a:pt x="10211" y="741"/>
                    <a:pt x="10233" y="741"/>
                  </a:cubicBezTo>
                  <a:cubicBezTo>
                    <a:pt x="10261" y="741"/>
                    <a:pt x="10333" y="811"/>
                    <a:pt x="10333" y="811"/>
                  </a:cubicBezTo>
                  <a:cubicBezTo>
                    <a:pt x="10333" y="811"/>
                    <a:pt x="10390" y="860"/>
                    <a:pt x="10419" y="874"/>
                  </a:cubicBezTo>
                  <a:cubicBezTo>
                    <a:pt x="10447" y="888"/>
                    <a:pt x="10454" y="895"/>
                    <a:pt x="10490" y="895"/>
                  </a:cubicBezTo>
                  <a:cubicBezTo>
                    <a:pt x="10526" y="895"/>
                    <a:pt x="10619" y="937"/>
                    <a:pt x="10619" y="930"/>
                  </a:cubicBezTo>
                  <a:cubicBezTo>
                    <a:pt x="10626" y="916"/>
                    <a:pt x="10741" y="923"/>
                    <a:pt x="10741" y="902"/>
                  </a:cubicBezTo>
                  <a:cubicBezTo>
                    <a:pt x="10734" y="874"/>
                    <a:pt x="10805" y="909"/>
                    <a:pt x="10898" y="923"/>
                  </a:cubicBezTo>
                  <a:cubicBezTo>
                    <a:pt x="10991" y="937"/>
                    <a:pt x="11005" y="958"/>
                    <a:pt x="11005" y="972"/>
                  </a:cubicBezTo>
                  <a:cubicBezTo>
                    <a:pt x="11013" y="979"/>
                    <a:pt x="11034" y="1028"/>
                    <a:pt x="11034" y="1028"/>
                  </a:cubicBezTo>
                  <a:cubicBezTo>
                    <a:pt x="11034" y="1028"/>
                    <a:pt x="11120" y="1063"/>
                    <a:pt x="11156" y="1063"/>
                  </a:cubicBezTo>
                  <a:cubicBezTo>
                    <a:pt x="11191" y="1056"/>
                    <a:pt x="11270" y="1063"/>
                    <a:pt x="11270" y="1063"/>
                  </a:cubicBezTo>
                  <a:cubicBezTo>
                    <a:pt x="11270" y="1063"/>
                    <a:pt x="11492" y="1042"/>
                    <a:pt x="11542" y="1042"/>
                  </a:cubicBezTo>
                  <a:cubicBezTo>
                    <a:pt x="11585" y="1035"/>
                    <a:pt x="11585" y="958"/>
                    <a:pt x="11592" y="993"/>
                  </a:cubicBezTo>
                  <a:cubicBezTo>
                    <a:pt x="11606" y="1028"/>
                    <a:pt x="11592" y="1077"/>
                    <a:pt x="11592" y="1077"/>
                  </a:cubicBezTo>
                  <a:cubicBezTo>
                    <a:pt x="11592" y="1077"/>
                    <a:pt x="11628" y="1126"/>
                    <a:pt x="11657" y="1119"/>
                  </a:cubicBezTo>
                  <a:cubicBezTo>
                    <a:pt x="11678" y="1112"/>
                    <a:pt x="11707" y="1105"/>
                    <a:pt x="11707" y="1105"/>
                  </a:cubicBezTo>
                  <a:cubicBezTo>
                    <a:pt x="11707" y="1105"/>
                    <a:pt x="11721" y="1098"/>
                    <a:pt x="11678" y="1070"/>
                  </a:cubicBezTo>
                  <a:cubicBezTo>
                    <a:pt x="11642" y="1042"/>
                    <a:pt x="11657" y="1000"/>
                    <a:pt x="11671" y="986"/>
                  </a:cubicBezTo>
                  <a:cubicBezTo>
                    <a:pt x="11685" y="979"/>
                    <a:pt x="12007" y="993"/>
                    <a:pt x="12122" y="1042"/>
                  </a:cubicBezTo>
                  <a:cubicBezTo>
                    <a:pt x="12236" y="1084"/>
                    <a:pt x="12601" y="1231"/>
                    <a:pt x="12644" y="1273"/>
                  </a:cubicBezTo>
                  <a:cubicBezTo>
                    <a:pt x="12687" y="1315"/>
                    <a:pt x="12716" y="1343"/>
                    <a:pt x="12723" y="1357"/>
                  </a:cubicBezTo>
                  <a:cubicBezTo>
                    <a:pt x="12737" y="1364"/>
                    <a:pt x="12766" y="1315"/>
                    <a:pt x="12766" y="1315"/>
                  </a:cubicBezTo>
                  <a:cubicBezTo>
                    <a:pt x="12766" y="1315"/>
                    <a:pt x="12837" y="1322"/>
                    <a:pt x="12866" y="1329"/>
                  </a:cubicBezTo>
                  <a:cubicBezTo>
                    <a:pt x="12887" y="1329"/>
                    <a:pt x="12887" y="1301"/>
                    <a:pt x="12959" y="1350"/>
                  </a:cubicBezTo>
                  <a:cubicBezTo>
                    <a:pt x="13030" y="1392"/>
                    <a:pt x="13038" y="1440"/>
                    <a:pt x="13038" y="1440"/>
                  </a:cubicBezTo>
                  <a:cubicBezTo>
                    <a:pt x="13038" y="1440"/>
                    <a:pt x="13080" y="1489"/>
                    <a:pt x="13030" y="1496"/>
                  </a:cubicBezTo>
                  <a:cubicBezTo>
                    <a:pt x="12973" y="1510"/>
                    <a:pt x="12952" y="1566"/>
                    <a:pt x="12952" y="1566"/>
                  </a:cubicBezTo>
                  <a:cubicBezTo>
                    <a:pt x="12952" y="1566"/>
                    <a:pt x="12966" y="1587"/>
                    <a:pt x="12966" y="1601"/>
                  </a:cubicBezTo>
                  <a:cubicBezTo>
                    <a:pt x="12966" y="1615"/>
                    <a:pt x="12952" y="1636"/>
                    <a:pt x="12959" y="1657"/>
                  </a:cubicBezTo>
                  <a:cubicBezTo>
                    <a:pt x="12966" y="1678"/>
                    <a:pt x="13002" y="1706"/>
                    <a:pt x="12987" y="1720"/>
                  </a:cubicBezTo>
                  <a:cubicBezTo>
                    <a:pt x="12973" y="1727"/>
                    <a:pt x="12987" y="1727"/>
                    <a:pt x="12952" y="1727"/>
                  </a:cubicBezTo>
                  <a:cubicBezTo>
                    <a:pt x="12923" y="1720"/>
                    <a:pt x="12866" y="1706"/>
                    <a:pt x="12859" y="1692"/>
                  </a:cubicBezTo>
                  <a:cubicBezTo>
                    <a:pt x="12844" y="1685"/>
                    <a:pt x="12844" y="1671"/>
                    <a:pt x="12823" y="1671"/>
                  </a:cubicBezTo>
                  <a:cubicBezTo>
                    <a:pt x="12801" y="1671"/>
                    <a:pt x="12723" y="1636"/>
                    <a:pt x="12723" y="1636"/>
                  </a:cubicBezTo>
                  <a:cubicBezTo>
                    <a:pt x="12694" y="1601"/>
                    <a:pt x="12694" y="1601"/>
                    <a:pt x="12694" y="1601"/>
                  </a:cubicBezTo>
                  <a:cubicBezTo>
                    <a:pt x="12665" y="1559"/>
                    <a:pt x="12665" y="1559"/>
                    <a:pt x="12665" y="1559"/>
                  </a:cubicBezTo>
                  <a:cubicBezTo>
                    <a:pt x="12665" y="1559"/>
                    <a:pt x="12537" y="1552"/>
                    <a:pt x="12530" y="1538"/>
                  </a:cubicBezTo>
                  <a:cubicBezTo>
                    <a:pt x="12530" y="1531"/>
                    <a:pt x="12494" y="1420"/>
                    <a:pt x="12487" y="1420"/>
                  </a:cubicBezTo>
                  <a:cubicBezTo>
                    <a:pt x="12479" y="1420"/>
                    <a:pt x="12436" y="1392"/>
                    <a:pt x="12451" y="1433"/>
                  </a:cubicBezTo>
                  <a:cubicBezTo>
                    <a:pt x="12458" y="1468"/>
                    <a:pt x="12458" y="1503"/>
                    <a:pt x="12458" y="1503"/>
                  </a:cubicBezTo>
                  <a:cubicBezTo>
                    <a:pt x="12458" y="1503"/>
                    <a:pt x="12530" y="1559"/>
                    <a:pt x="12515" y="1559"/>
                  </a:cubicBezTo>
                  <a:cubicBezTo>
                    <a:pt x="12494" y="1559"/>
                    <a:pt x="12501" y="1608"/>
                    <a:pt x="12487" y="1608"/>
                  </a:cubicBezTo>
                  <a:cubicBezTo>
                    <a:pt x="12479" y="1608"/>
                    <a:pt x="12436" y="1664"/>
                    <a:pt x="12422" y="1657"/>
                  </a:cubicBezTo>
                  <a:cubicBezTo>
                    <a:pt x="12408" y="1650"/>
                    <a:pt x="12372" y="1664"/>
                    <a:pt x="12365" y="1664"/>
                  </a:cubicBezTo>
                  <a:cubicBezTo>
                    <a:pt x="12351" y="1664"/>
                    <a:pt x="12351" y="1657"/>
                    <a:pt x="12336" y="1650"/>
                  </a:cubicBezTo>
                  <a:cubicBezTo>
                    <a:pt x="12322" y="1650"/>
                    <a:pt x="12286" y="1643"/>
                    <a:pt x="12286" y="1657"/>
                  </a:cubicBezTo>
                  <a:cubicBezTo>
                    <a:pt x="12279" y="1671"/>
                    <a:pt x="12301" y="1713"/>
                    <a:pt x="12322" y="1706"/>
                  </a:cubicBezTo>
                  <a:cubicBezTo>
                    <a:pt x="12343" y="1699"/>
                    <a:pt x="12408" y="1706"/>
                    <a:pt x="12408" y="1706"/>
                  </a:cubicBezTo>
                  <a:cubicBezTo>
                    <a:pt x="12408" y="1706"/>
                    <a:pt x="12494" y="1832"/>
                    <a:pt x="12487" y="1846"/>
                  </a:cubicBezTo>
                  <a:cubicBezTo>
                    <a:pt x="12487" y="1860"/>
                    <a:pt x="12580" y="1923"/>
                    <a:pt x="12565" y="1930"/>
                  </a:cubicBezTo>
                  <a:cubicBezTo>
                    <a:pt x="12544" y="1937"/>
                    <a:pt x="12551" y="1958"/>
                    <a:pt x="12537" y="1965"/>
                  </a:cubicBezTo>
                  <a:cubicBezTo>
                    <a:pt x="12530" y="1965"/>
                    <a:pt x="12544" y="1986"/>
                    <a:pt x="12544" y="1993"/>
                  </a:cubicBezTo>
                  <a:cubicBezTo>
                    <a:pt x="12544" y="2007"/>
                    <a:pt x="12465" y="1986"/>
                    <a:pt x="12394" y="2000"/>
                  </a:cubicBezTo>
                  <a:cubicBezTo>
                    <a:pt x="12322" y="2014"/>
                    <a:pt x="12229" y="2049"/>
                    <a:pt x="12200" y="2098"/>
                  </a:cubicBezTo>
                  <a:cubicBezTo>
                    <a:pt x="12172" y="2147"/>
                    <a:pt x="12136" y="2272"/>
                    <a:pt x="12107" y="2279"/>
                  </a:cubicBezTo>
                  <a:cubicBezTo>
                    <a:pt x="12086" y="2293"/>
                    <a:pt x="12050" y="2349"/>
                    <a:pt x="12050" y="2349"/>
                  </a:cubicBezTo>
                  <a:cubicBezTo>
                    <a:pt x="12050" y="2349"/>
                    <a:pt x="11986" y="2300"/>
                    <a:pt x="11979" y="2272"/>
                  </a:cubicBezTo>
                  <a:cubicBezTo>
                    <a:pt x="11971" y="2244"/>
                    <a:pt x="11821" y="2272"/>
                    <a:pt x="11814" y="2272"/>
                  </a:cubicBezTo>
                  <a:cubicBezTo>
                    <a:pt x="11807" y="2279"/>
                    <a:pt x="11828" y="2307"/>
                    <a:pt x="11814" y="2328"/>
                  </a:cubicBezTo>
                  <a:cubicBezTo>
                    <a:pt x="11807" y="2349"/>
                    <a:pt x="11843" y="2405"/>
                    <a:pt x="11807" y="2377"/>
                  </a:cubicBezTo>
                  <a:cubicBezTo>
                    <a:pt x="11764" y="2356"/>
                    <a:pt x="11750" y="2307"/>
                    <a:pt x="11750" y="2307"/>
                  </a:cubicBezTo>
                  <a:cubicBezTo>
                    <a:pt x="11750" y="2307"/>
                    <a:pt x="11735" y="2335"/>
                    <a:pt x="11721" y="2342"/>
                  </a:cubicBezTo>
                  <a:cubicBezTo>
                    <a:pt x="11707" y="2342"/>
                    <a:pt x="11657" y="2384"/>
                    <a:pt x="11635" y="2398"/>
                  </a:cubicBezTo>
                  <a:cubicBezTo>
                    <a:pt x="11606" y="2405"/>
                    <a:pt x="11599" y="2377"/>
                    <a:pt x="11606" y="2405"/>
                  </a:cubicBezTo>
                  <a:cubicBezTo>
                    <a:pt x="11621" y="2433"/>
                    <a:pt x="11614" y="2489"/>
                    <a:pt x="11606" y="2503"/>
                  </a:cubicBezTo>
                  <a:cubicBezTo>
                    <a:pt x="11592" y="2524"/>
                    <a:pt x="11606" y="2552"/>
                    <a:pt x="11614" y="2573"/>
                  </a:cubicBezTo>
                  <a:cubicBezTo>
                    <a:pt x="11621" y="2587"/>
                    <a:pt x="11714" y="2629"/>
                    <a:pt x="11699" y="2629"/>
                  </a:cubicBezTo>
                  <a:cubicBezTo>
                    <a:pt x="11692" y="2629"/>
                    <a:pt x="11707" y="2699"/>
                    <a:pt x="11707" y="2706"/>
                  </a:cubicBezTo>
                  <a:cubicBezTo>
                    <a:pt x="11707" y="2720"/>
                    <a:pt x="11750" y="2748"/>
                    <a:pt x="11735" y="2762"/>
                  </a:cubicBezTo>
                  <a:cubicBezTo>
                    <a:pt x="11721" y="2776"/>
                    <a:pt x="11750" y="2832"/>
                    <a:pt x="11728" y="2825"/>
                  </a:cubicBezTo>
                  <a:cubicBezTo>
                    <a:pt x="11707" y="2818"/>
                    <a:pt x="11678" y="2804"/>
                    <a:pt x="11678" y="2804"/>
                  </a:cubicBezTo>
                  <a:cubicBezTo>
                    <a:pt x="11678" y="2804"/>
                    <a:pt x="11735" y="2832"/>
                    <a:pt x="11692" y="2839"/>
                  </a:cubicBezTo>
                  <a:cubicBezTo>
                    <a:pt x="11649" y="2846"/>
                    <a:pt x="11649" y="2880"/>
                    <a:pt x="11649" y="2880"/>
                  </a:cubicBezTo>
                  <a:cubicBezTo>
                    <a:pt x="11649" y="2880"/>
                    <a:pt x="11671" y="2887"/>
                    <a:pt x="11671" y="2908"/>
                  </a:cubicBezTo>
                  <a:cubicBezTo>
                    <a:pt x="11671" y="2929"/>
                    <a:pt x="11728" y="2964"/>
                    <a:pt x="11707" y="2964"/>
                  </a:cubicBezTo>
                  <a:cubicBezTo>
                    <a:pt x="11692" y="2964"/>
                    <a:pt x="11671" y="2985"/>
                    <a:pt x="11649" y="2985"/>
                  </a:cubicBezTo>
                  <a:cubicBezTo>
                    <a:pt x="11635" y="2992"/>
                    <a:pt x="11614" y="3048"/>
                    <a:pt x="11614" y="3062"/>
                  </a:cubicBezTo>
                  <a:cubicBezTo>
                    <a:pt x="11621" y="3076"/>
                    <a:pt x="11606" y="3146"/>
                    <a:pt x="11614" y="3153"/>
                  </a:cubicBezTo>
                  <a:cubicBezTo>
                    <a:pt x="11621" y="3167"/>
                    <a:pt x="11535" y="3167"/>
                    <a:pt x="11535" y="3167"/>
                  </a:cubicBezTo>
                  <a:cubicBezTo>
                    <a:pt x="11535" y="3167"/>
                    <a:pt x="11578" y="3230"/>
                    <a:pt x="11564" y="3230"/>
                  </a:cubicBezTo>
                  <a:cubicBezTo>
                    <a:pt x="11549" y="3237"/>
                    <a:pt x="11542" y="3237"/>
                    <a:pt x="11528" y="3272"/>
                  </a:cubicBezTo>
                  <a:cubicBezTo>
                    <a:pt x="11513" y="3307"/>
                    <a:pt x="11492" y="3349"/>
                    <a:pt x="11478" y="3356"/>
                  </a:cubicBezTo>
                  <a:cubicBezTo>
                    <a:pt x="11456" y="3363"/>
                    <a:pt x="11449" y="3384"/>
                    <a:pt x="11449" y="3391"/>
                  </a:cubicBezTo>
                  <a:cubicBezTo>
                    <a:pt x="11449" y="3405"/>
                    <a:pt x="11385" y="3223"/>
                    <a:pt x="11370" y="3209"/>
                  </a:cubicBezTo>
                  <a:cubicBezTo>
                    <a:pt x="11356" y="3195"/>
                    <a:pt x="11335" y="3125"/>
                    <a:pt x="11335" y="3125"/>
                  </a:cubicBezTo>
                  <a:cubicBezTo>
                    <a:pt x="11313" y="3083"/>
                    <a:pt x="11313" y="3083"/>
                    <a:pt x="11313" y="3083"/>
                  </a:cubicBezTo>
                  <a:cubicBezTo>
                    <a:pt x="11313" y="3083"/>
                    <a:pt x="11299" y="3090"/>
                    <a:pt x="11284" y="3062"/>
                  </a:cubicBezTo>
                  <a:cubicBezTo>
                    <a:pt x="11263" y="3027"/>
                    <a:pt x="11206" y="2741"/>
                    <a:pt x="11206" y="2741"/>
                  </a:cubicBezTo>
                  <a:cubicBezTo>
                    <a:pt x="11206" y="2741"/>
                    <a:pt x="11249" y="2727"/>
                    <a:pt x="11242" y="2713"/>
                  </a:cubicBezTo>
                  <a:cubicBezTo>
                    <a:pt x="11234" y="2699"/>
                    <a:pt x="11220" y="2601"/>
                    <a:pt x="11220" y="2601"/>
                  </a:cubicBezTo>
                  <a:cubicBezTo>
                    <a:pt x="11220" y="2601"/>
                    <a:pt x="11342" y="2566"/>
                    <a:pt x="11349" y="2517"/>
                  </a:cubicBezTo>
                  <a:cubicBezTo>
                    <a:pt x="11349" y="2468"/>
                    <a:pt x="11406" y="2412"/>
                    <a:pt x="11442" y="2342"/>
                  </a:cubicBezTo>
                  <a:cubicBezTo>
                    <a:pt x="11471" y="2272"/>
                    <a:pt x="11499" y="2223"/>
                    <a:pt x="11499" y="2223"/>
                  </a:cubicBezTo>
                  <a:cubicBezTo>
                    <a:pt x="11499" y="2223"/>
                    <a:pt x="11564" y="2209"/>
                    <a:pt x="11585" y="2209"/>
                  </a:cubicBezTo>
                  <a:cubicBezTo>
                    <a:pt x="11599" y="2202"/>
                    <a:pt x="11599" y="2209"/>
                    <a:pt x="11592" y="2174"/>
                  </a:cubicBezTo>
                  <a:cubicBezTo>
                    <a:pt x="11585" y="2147"/>
                    <a:pt x="11556" y="2188"/>
                    <a:pt x="11564" y="2091"/>
                  </a:cubicBezTo>
                  <a:cubicBezTo>
                    <a:pt x="11578" y="1993"/>
                    <a:pt x="11585" y="1972"/>
                    <a:pt x="11585" y="1972"/>
                  </a:cubicBezTo>
                  <a:cubicBezTo>
                    <a:pt x="11585" y="1972"/>
                    <a:pt x="11549" y="1958"/>
                    <a:pt x="11535" y="1972"/>
                  </a:cubicBezTo>
                  <a:cubicBezTo>
                    <a:pt x="11521" y="1979"/>
                    <a:pt x="11485" y="2028"/>
                    <a:pt x="11492" y="2042"/>
                  </a:cubicBezTo>
                  <a:cubicBezTo>
                    <a:pt x="11499" y="2063"/>
                    <a:pt x="11528" y="2126"/>
                    <a:pt x="11478" y="2119"/>
                  </a:cubicBezTo>
                  <a:cubicBezTo>
                    <a:pt x="11428" y="2112"/>
                    <a:pt x="11370" y="2160"/>
                    <a:pt x="11377" y="2174"/>
                  </a:cubicBezTo>
                  <a:cubicBezTo>
                    <a:pt x="11377" y="2188"/>
                    <a:pt x="11399" y="2223"/>
                    <a:pt x="11399" y="2223"/>
                  </a:cubicBezTo>
                  <a:cubicBezTo>
                    <a:pt x="11370" y="2230"/>
                    <a:pt x="11370" y="2230"/>
                    <a:pt x="11370" y="2230"/>
                  </a:cubicBezTo>
                  <a:cubicBezTo>
                    <a:pt x="11370" y="2230"/>
                    <a:pt x="11349" y="2202"/>
                    <a:pt x="11342" y="2181"/>
                  </a:cubicBezTo>
                  <a:cubicBezTo>
                    <a:pt x="11327" y="2160"/>
                    <a:pt x="11342" y="2154"/>
                    <a:pt x="11320" y="2126"/>
                  </a:cubicBezTo>
                  <a:cubicBezTo>
                    <a:pt x="11306" y="2098"/>
                    <a:pt x="11306" y="2091"/>
                    <a:pt x="11292" y="2084"/>
                  </a:cubicBezTo>
                  <a:cubicBezTo>
                    <a:pt x="11277" y="2084"/>
                    <a:pt x="11327" y="2056"/>
                    <a:pt x="11263" y="2077"/>
                  </a:cubicBezTo>
                  <a:cubicBezTo>
                    <a:pt x="11199" y="2105"/>
                    <a:pt x="11242" y="2126"/>
                    <a:pt x="11170" y="2133"/>
                  </a:cubicBezTo>
                  <a:cubicBezTo>
                    <a:pt x="11106" y="2140"/>
                    <a:pt x="11106" y="2195"/>
                    <a:pt x="11098" y="2216"/>
                  </a:cubicBezTo>
                  <a:cubicBezTo>
                    <a:pt x="11098" y="2230"/>
                    <a:pt x="11098" y="2188"/>
                    <a:pt x="11063" y="2251"/>
                  </a:cubicBezTo>
                  <a:cubicBezTo>
                    <a:pt x="11027" y="2314"/>
                    <a:pt x="11048" y="2293"/>
                    <a:pt x="11020" y="2328"/>
                  </a:cubicBezTo>
                  <a:cubicBezTo>
                    <a:pt x="10998" y="2370"/>
                    <a:pt x="11070" y="2398"/>
                    <a:pt x="11063" y="2405"/>
                  </a:cubicBezTo>
                  <a:cubicBezTo>
                    <a:pt x="11056" y="2419"/>
                    <a:pt x="11034" y="2447"/>
                    <a:pt x="11034" y="2447"/>
                  </a:cubicBezTo>
                  <a:cubicBezTo>
                    <a:pt x="11034" y="2447"/>
                    <a:pt x="11027" y="2447"/>
                    <a:pt x="10977" y="2447"/>
                  </a:cubicBezTo>
                  <a:cubicBezTo>
                    <a:pt x="10934" y="2447"/>
                    <a:pt x="10855" y="2475"/>
                    <a:pt x="10841" y="2468"/>
                  </a:cubicBezTo>
                  <a:cubicBezTo>
                    <a:pt x="10827" y="2461"/>
                    <a:pt x="10848" y="2398"/>
                    <a:pt x="10848" y="2398"/>
                  </a:cubicBezTo>
                  <a:cubicBezTo>
                    <a:pt x="10848" y="2398"/>
                    <a:pt x="10726" y="2384"/>
                    <a:pt x="10705" y="2391"/>
                  </a:cubicBezTo>
                  <a:cubicBezTo>
                    <a:pt x="10691" y="2391"/>
                    <a:pt x="10698" y="2398"/>
                    <a:pt x="10683" y="2412"/>
                  </a:cubicBezTo>
                  <a:cubicBezTo>
                    <a:pt x="10669" y="2426"/>
                    <a:pt x="10719" y="2447"/>
                    <a:pt x="10655" y="2440"/>
                  </a:cubicBezTo>
                  <a:cubicBezTo>
                    <a:pt x="10590" y="2433"/>
                    <a:pt x="10547" y="2419"/>
                    <a:pt x="10512" y="2426"/>
                  </a:cubicBezTo>
                  <a:cubicBezTo>
                    <a:pt x="10476" y="2433"/>
                    <a:pt x="10447" y="2461"/>
                    <a:pt x="10447" y="2461"/>
                  </a:cubicBezTo>
                  <a:cubicBezTo>
                    <a:pt x="10426" y="2419"/>
                    <a:pt x="10426" y="2419"/>
                    <a:pt x="10426" y="2419"/>
                  </a:cubicBezTo>
                  <a:cubicBezTo>
                    <a:pt x="10218" y="2447"/>
                    <a:pt x="10218" y="2447"/>
                    <a:pt x="10218" y="2447"/>
                  </a:cubicBezTo>
                  <a:cubicBezTo>
                    <a:pt x="10218" y="2447"/>
                    <a:pt x="10240" y="2496"/>
                    <a:pt x="10190" y="2566"/>
                  </a:cubicBezTo>
                  <a:cubicBezTo>
                    <a:pt x="10140" y="2643"/>
                    <a:pt x="10039" y="2853"/>
                    <a:pt x="9989" y="2853"/>
                  </a:cubicBezTo>
                  <a:cubicBezTo>
                    <a:pt x="9946" y="2853"/>
                    <a:pt x="9825" y="2929"/>
                    <a:pt x="9861" y="2950"/>
                  </a:cubicBezTo>
                  <a:cubicBezTo>
                    <a:pt x="9896" y="2978"/>
                    <a:pt x="9918" y="2992"/>
                    <a:pt x="9932" y="2999"/>
                  </a:cubicBezTo>
                  <a:cubicBezTo>
                    <a:pt x="9954" y="2999"/>
                    <a:pt x="10018" y="2985"/>
                    <a:pt x="10025" y="3006"/>
                  </a:cubicBezTo>
                  <a:cubicBezTo>
                    <a:pt x="10032" y="3027"/>
                    <a:pt x="10082" y="3097"/>
                    <a:pt x="10082" y="3097"/>
                  </a:cubicBezTo>
                  <a:cubicBezTo>
                    <a:pt x="10082" y="3097"/>
                    <a:pt x="10061" y="3125"/>
                    <a:pt x="10125" y="3104"/>
                  </a:cubicBezTo>
                  <a:cubicBezTo>
                    <a:pt x="10190" y="3076"/>
                    <a:pt x="10132" y="3034"/>
                    <a:pt x="10132" y="3034"/>
                  </a:cubicBezTo>
                  <a:cubicBezTo>
                    <a:pt x="10132" y="3034"/>
                    <a:pt x="10240" y="3034"/>
                    <a:pt x="10240" y="3055"/>
                  </a:cubicBezTo>
                  <a:cubicBezTo>
                    <a:pt x="10247" y="3069"/>
                    <a:pt x="10311" y="3146"/>
                    <a:pt x="10297" y="3146"/>
                  </a:cubicBezTo>
                  <a:cubicBezTo>
                    <a:pt x="10283" y="3146"/>
                    <a:pt x="10340" y="3125"/>
                    <a:pt x="10347" y="3174"/>
                  </a:cubicBezTo>
                  <a:cubicBezTo>
                    <a:pt x="10354" y="3216"/>
                    <a:pt x="10354" y="3251"/>
                    <a:pt x="10369" y="3279"/>
                  </a:cubicBezTo>
                  <a:cubicBezTo>
                    <a:pt x="10376" y="3300"/>
                    <a:pt x="10361" y="3356"/>
                    <a:pt x="10361" y="3356"/>
                  </a:cubicBezTo>
                  <a:cubicBezTo>
                    <a:pt x="10361" y="3356"/>
                    <a:pt x="10397" y="3419"/>
                    <a:pt x="10390" y="3433"/>
                  </a:cubicBezTo>
                  <a:cubicBezTo>
                    <a:pt x="10383" y="3447"/>
                    <a:pt x="10419" y="3328"/>
                    <a:pt x="10397" y="3503"/>
                  </a:cubicBezTo>
                  <a:cubicBezTo>
                    <a:pt x="10376" y="3677"/>
                    <a:pt x="10404" y="3719"/>
                    <a:pt x="10390" y="3740"/>
                  </a:cubicBezTo>
                  <a:cubicBezTo>
                    <a:pt x="10383" y="3768"/>
                    <a:pt x="10390" y="3761"/>
                    <a:pt x="10361" y="3782"/>
                  </a:cubicBezTo>
                  <a:cubicBezTo>
                    <a:pt x="10340" y="3803"/>
                    <a:pt x="10340" y="3817"/>
                    <a:pt x="10318" y="3852"/>
                  </a:cubicBezTo>
                  <a:cubicBezTo>
                    <a:pt x="10297" y="3887"/>
                    <a:pt x="10326" y="3943"/>
                    <a:pt x="10311" y="3957"/>
                  </a:cubicBezTo>
                  <a:cubicBezTo>
                    <a:pt x="10297" y="3971"/>
                    <a:pt x="10290" y="4006"/>
                    <a:pt x="10254" y="4034"/>
                  </a:cubicBezTo>
                  <a:cubicBezTo>
                    <a:pt x="10218" y="4055"/>
                    <a:pt x="10104" y="4160"/>
                    <a:pt x="10061" y="4167"/>
                  </a:cubicBezTo>
                  <a:cubicBezTo>
                    <a:pt x="10018" y="4174"/>
                    <a:pt x="9911" y="4146"/>
                    <a:pt x="9911" y="4146"/>
                  </a:cubicBezTo>
                  <a:cubicBezTo>
                    <a:pt x="9911" y="4146"/>
                    <a:pt x="9889" y="4209"/>
                    <a:pt x="9868" y="4223"/>
                  </a:cubicBezTo>
                  <a:cubicBezTo>
                    <a:pt x="9853" y="4237"/>
                    <a:pt x="9818" y="4279"/>
                    <a:pt x="9818" y="4300"/>
                  </a:cubicBezTo>
                  <a:cubicBezTo>
                    <a:pt x="9818" y="4321"/>
                    <a:pt x="9789" y="4314"/>
                    <a:pt x="9810" y="4362"/>
                  </a:cubicBezTo>
                  <a:cubicBezTo>
                    <a:pt x="9825" y="4418"/>
                    <a:pt x="9775" y="4453"/>
                    <a:pt x="9775" y="4453"/>
                  </a:cubicBezTo>
                  <a:cubicBezTo>
                    <a:pt x="9775" y="4453"/>
                    <a:pt x="9753" y="4488"/>
                    <a:pt x="9753" y="4502"/>
                  </a:cubicBezTo>
                  <a:cubicBezTo>
                    <a:pt x="9760" y="4516"/>
                    <a:pt x="9818" y="4551"/>
                    <a:pt x="9818" y="4572"/>
                  </a:cubicBezTo>
                  <a:cubicBezTo>
                    <a:pt x="9818" y="4593"/>
                    <a:pt x="9911" y="4684"/>
                    <a:pt x="9903" y="4684"/>
                  </a:cubicBezTo>
                  <a:cubicBezTo>
                    <a:pt x="9889" y="4684"/>
                    <a:pt x="9918" y="4754"/>
                    <a:pt x="9896" y="4803"/>
                  </a:cubicBezTo>
                  <a:cubicBezTo>
                    <a:pt x="9868" y="4852"/>
                    <a:pt x="9818" y="4880"/>
                    <a:pt x="9818" y="4880"/>
                  </a:cubicBezTo>
                  <a:cubicBezTo>
                    <a:pt x="9818" y="4880"/>
                    <a:pt x="9753" y="4936"/>
                    <a:pt x="9732" y="4908"/>
                  </a:cubicBezTo>
                  <a:cubicBezTo>
                    <a:pt x="9703" y="4880"/>
                    <a:pt x="9675" y="4838"/>
                    <a:pt x="9675" y="4838"/>
                  </a:cubicBezTo>
                  <a:cubicBezTo>
                    <a:pt x="9675" y="4838"/>
                    <a:pt x="9667" y="4796"/>
                    <a:pt x="9660" y="4733"/>
                  </a:cubicBezTo>
                  <a:cubicBezTo>
                    <a:pt x="9653" y="4670"/>
                    <a:pt x="9632" y="4656"/>
                    <a:pt x="9646" y="4635"/>
                  </a:cubicBezTo>
                  <a:cubicBezTo>
                    <a:pt x="9653" y="4614"/>
                    <a:pt x="9639" y="4635"/>
                    <a:pt x="9589" y="4621"/>
                  </a:cubicBezTo>
                  <a:cubicBezTo>
                    <a:pt x="9546" y="4614"/>
                    <a:pt x="9553" y="4642"/>
                    <a:pt x="9546" y="4614"/>
                  </a:cubicBezTo>
                  <a:cubicBezTo>
                    <a:pt x="9539" y="4586"/>
                    <a:pt x="9546" y="4544"/>
                    <a:pt x="9539" y="4530"/>
                  </a:cubicBezTo>
                  <a:cubicBezTo>
                    <a:pt x="9531" y="4509"/>
                    <a:pt x="9531" y="4488"/>
                    <a:pt x="9496" y="4474"/>
                  </a:cubicBezTo>
                  <a:cubicBezTo>
                    <a:pt x="9460" y="4460"/>
                    <a:pt x="9395" y="4502"/>
                    <a:pt x="9395" y="4502"/>
                  </a:cubicBezTo>
                  <a:cubicBezTo>
                    <a:pt x="9395" y="4502"/>
                    <a:pt x="9381" y="4523"/>
                    <a:pt x="9353" y="4516"/>
                  </a:cubicBezTo>
                  <a:cubicBezTo>
                    <a:pt x="9324" y="4502"/>
                    <a:pt x="9238" y="4488"/>
                    <a:pt x="9245" y="4460"/>
                  </a:cubicBezTo>
                  <a:cubicBezTo>
                    <a:pt x="9252" y="4425"/>
                    <a:pt x="9267" y="4390"/>
                    <a:pt x="9252" y="4390"/>
                  </a:cubicBezTo>
                  <a:cubicBezTo>
                    <a:pt x="9231" y="4390"/>
                    <a:pt x="9159" y="4425"/>
                    <a:pt x="9131" y="4439"/>
                  </a:cubicBezTo>
                  <a:cubicBezTo>
                    <a:pt x="9109" y="4460"/>
                    <a:pt x="9116" y="4509"/>
                    <a:pt x="9102" y="4516"/>
                  </a:cubicBezTo>
                  <a:cubicBezTo>
                    <a:pt x="9095" y="4523"/>
                    <a:pt x="9045" y="4523"/>
                    <a:pt x="9059" y="4558"/>
                  </a:cubicBezTo>
                  <a:cubicBezTo>
                    <a:pt x="9073" y="4593"/>
                    <a:pt x="9102" y="4642"/>
                    <a:pt x="9124" y="4642"/>
                  </a:cubicBezTo>
                  <a:cubicBezTo>
                    <a:pt x="9138" y="4649"/>
                    <a:pt x="9181" y="4621"/>
                    <a:pt x="9202" y="4621"/>
                  </a:cubicBezTo>
                  <a:cubicBezTo>
                    <a:pt x="9224" y="4621"/>
                    <a:pt x="9252" y="4593"/>
                    <a:pt x="9302" y="4621"/>
                  </a:cubicBezTo>
                  <a:cubicBezTo>
                    <a:pt x="9360" y="4649"/>
                    <a:pt x="9395" y="4663"/>
                    <a:pt x="9410" y="4663"/>
                  </a:cubicBezTo>
                  <a:cubicBezTo>
                    <a:pt x="9424" y="4670"/>
                    <a:pt x="9503" y="4691"/>
                    <a:pt x="9474" y="4698"/>
                  </a:cubicBezTo>
                  <a:cubicBezTo>
                    <a:pt x="9438" y="4705"/>
                    <a:pt x="9374" y="4719"/>
                    <a:pt x="9324" y="4733"/>
                  </a:cubicBezTo>
                  <a:cubicBezTo>
                    <a:pt x="9281" y="4747"/>
                    <a:pt x="9288" y="4747"/>
                    <a:pt x="9274" y="4768"/>
                  </a:cubicBezTo>
                  <a:cubicBezTo>
                    <a:pt x="9260" y="4789"/>
                    <a:pt x="9231" y="4824"/>
                    <a:pt x="9238" y="4831"/>
                  </a:cubicBezTo>
                  <a:cubicBezTo>
                    <a:pt x="9245" y="4845"/>
                    <a:pt x="9288" y="4894"/>
                    <a:pt x="9288" y="4894"/>
                  </a:cubicBezTo>
                  <a:cubicBezTo>
                    <a:pt x="9288" y="4894"/>
                    <a:pt x="9453" y="5055"/>
                    <a:pt x="9438" y="5096"/>
                  </a:cubicBezTo>
                  <a:cubicBezTo>
                    <a:pt x="9431" y="5138"/>
                    <a:pt x="9438" y="5173"/>
                    <a:pt x="9424" y="5194"/>
                  </a:cubicBezTo>
                  <a:cubicBezTo>
                    <a:pt x="9417" y="5215"/>
                    <a:pt x="9424" y="5208"/>
                    <a:pt x="9446" y="5243"/>
                  </a:cubicBezTo>
                  <a:cubicBezTo>
                    <a:pt x="9467" y="5278"/>
                    <a:pt x="9381" y="5481"/>
                    <a:pt x="9381" y="5481"/>
                  </a:cubicBezTo>
                  <a:cubicBezTo>
                    <a:pt x="9381" y="5481"/>
                    <a:pt x="9267" y="5698"/>
                    <a:pt x="9252" y="5705"/>
                  </a:cubicBezTo>
                  <a:cubicBezTo>
                    <a:pt x="9238" y="5719"/>
                    <a:pt x="9224" y="5788"/>
                    <a:pt x="9159" y="5802"/>
                  </a:cubicBezTo>
                  <a:cubicBezTo>
                    <a:pt x="9095" y="5809"/>
                    <a:pt x="9066" y="5816"/>
                    <a:pt x="9031" y="5816"/>
                  </a:cubicBezTo>
                  <a:cubicBezTo>
                    <a:pt x="8988" y="5823"/>
                    <a:pt x="8902" y="5858"/>
                    <a:pt x="8830" y="5879"/>
                  </a:cubicBezTo>
                  <a:cubicBezTo>
                    <a:pt x="8759" y="5907"/>
                    <a:pt x="8723" y="5893"/>
                    <a:pt x="8716" y="5900"/>
                  </a:cubicBezTo>
                  <a:cubicBezTo>
                    <a:pt x="8701" y="5914"/>
                    <a:pt x="8759" y="5956"/>
                    <a:pt x="8701" y="5914"/>
                  </a:cubicBezTo>
                  <a:cubicBezTo>
                    <a:pt x="8651" y="5872"/>
                    <a:pt x="8709" y="5851"/>
                    <a:pt x="8644" y="5858"/>
                  </a:cubicBezTo>
                  <a:cubicBezTo>
                    <a:pt x="8580" y="5872"/>
                    <a:pt x="8494" y="5893"/>
                    <a:pt x="8487" y="5928"/>
                  </a:cubicBezTo>
                  <a:cubicBezTo>
                    <a:pt x="8472" y="5963"/>
                    <a:pt x="8444" y="6019"/>
                    <a:pt x="8465" y="6033"/>
                  </a:cubicBezTo>
                  <a:cubicBezTo>
                    <a:pt x="8487" y="6054"/>
                    <a:pt x="8415" y="5984"/>
                    <a:pt x="8580" y="6152"/>
                  </a:cubicBezTo>
                  <a:cubicBezTo>
                    <a:pt x="8744" y="6320"/>
                    <a:pt x="8816" y="6390"/>
                    <a:pt x="8787" y="6453"/>
                  </a:cubicBezTo>
                  <a:cubicBezTo>
                    <a:pt x="8751" y="6508"/>
                    <a:pt x="8773" y="6571"/>
                    <a:pt x="8701" y="6613"/>
                  </a:cubicBezTo>
                  <a:cubicBezTo>
                    <a:pt x="8637" y="6655"/>
                    <a:pt x="8666" y="6634"/>
                    <a:pt x="8608" y="6683"/>
                  </a:cubicBezTo>
                  <a:cubicBezTo>
                    <a:pt x="8551" y="6732"/>
                    <a:pt x="8565" y="6781"/>
                    <a:pt x="8530" y="6746"/>
                  </a:cubicBezTo>
                  <a:cubicBezTo>
                    <a:pt x="8494" y="6711"/>
                    <a:pt x="8487" y="6711"/>
                    <a:pt x="8401" y="6613"/>
                  </a:cubicBezTo>
                  <a:cubicBezTo>
                    <a:pt x="8315" y="6522"/>
                    <a:pt x="8379" y="6550"/>
                    <a:pt x="8286" y="6508"/>
                  </a:cubicBezTo>
                  <a:cubicBezTo>
                    <a:pt x="8193" y="6474"/>
                    <a:pt x="8158" y="6446"/>
                    <a:pt x="8136" y="6439"/>
                  </a:cubicBezTo>
                  <a:cubicBezTo>
                    <a:pt x="8115" y="6432"/>
                    <a:pt x="8136" y="6446"/>
                    <a:pt x="8115" y="6495"/>
                  </a:cubicBezTo>
                  <a:cubicBezTo>
                    <a:pt x="8093" y="6536"/>
                    <a:pt x="8057" y="6606"/>
                    <a:pt x="8079" y="6641"/>
                  </a:cubicBezTo>
                  <a:cubicBezTo>
                    <a:pt x="8100" y="6683"/>
                    <a:pt x="8122" y="6725"/>
                    <a:pt x="8136" y="6746"/>
                  </a:cubicBezTo>
                  <a:cubicBezTo>
                    <a:pt x="8143" y="6767"/>
                    <a:pt x="8229" y="6844"/>
                    <a:pt x="8258" y="6858"/>
                  </a:cubicBezTo>
                  <a:cubicBezTo>
                    <a:pt x="8286" y="6879"/>
                    <a:pt x="8508" y="6984"/>
                    <a:pt x="8480" y="7040"/>
                  </a:cubicBezTo>
                  <a:cubicBezTo>
                    <a:pt x="8444" y="7096"/>
                    <a:pt x="8537" y="7180"/>
                    <a:pt x="8537" y="7180"/>
                  </a:cubicBezTo>
                  <a:cubicBezTo>
                    <a:pt x="8537" y="7180"/>
                    <a:pt x="8616" y="7229"/>
                    <a:pt x="8594" y="7235"/>
                  </a:cubicBezTo>
                  <a:cubicBezTo>
                    <a:pt x="8565" y="7242"/>
                    <a:pt x="8565" y="7256"/>
                    <a:pt x="8544" y="7256"/>
                  </a:cubicBezTo>
                  <a:cubicBezTo>
                    <a:pt x="8523" y="7256"/>
                    <a:pt x="8451" y="7194"/>
                    <a:pt x="8422" y="7180"/>
                  </a:cubicBezTo>
                  <a:cubicBezTo>
                    <a:pt x="8387" y="7166"/>
                    <a:pt x="8222" y="7040"/>
                    <a:pt x="8222" y="7040"/>
                  </a:cubicBezTo>
                  <a:cubicBezTo>
                    <a:pt x="8222" y="7040"/>
                    <a:pt x="8229" y="6984"/>
                    <a:pt x="8201" y="6956"/>
                  </a:cubicBezTo>
                  <a:cubicBezTo>
                    <a:pt x="8172" y="6928"/>
                    <a:pt x="8158" y="6921"/>
                    <a:pt x="8100" y="6865"/>
                  </a:cubicBezTo>
                  <a:cubicBezTo>
                    <a:pt x="8043" y="6816"/>
                    <a:pt x="7986" y="6795"/>
                    <a:pt x="7986" y="6718"/>
                  </a:cubicBezTo>
                  <a:cubicBezTo>
                    <a:pt x="7986" y="6648"/>
                    <a:pt x="7986" y="6536"/>
                    <a:pt x="7964" y="6495"/>
                  </a:cubicBezTo>
                  <a:cubicBezTo>
                    <a:pt x="7950" y="6453"/>
                    <a:pt x="7900" y="6341"/>
                    <a:pt x="7900" y="6327"/>
                  </a:cubicBezTo>
                  <a:cubicBezTo>
                    <a:pt x="7907" y="6306"/>
                    <a:pt x="7886" y="6208"/>
                    <a:pt x="7857" y="6208"/>
                  </a:cubicBezTo>
                  <a:cubicBezTo>
                    <a:pt x="7828" y="6201"/>
                    <a:pt x="7793" y="6187"/>
                    <a:pt x="7771" y="6215"/>
                  </a:cubicBezTo>
                  <a:cubicBezTo>
                    <a:pt x="7750" y="6243"/>
                    <a:pt x="7700" y="6271"/>
                    <a:pt x="7678" y="6257"/>
                  </a:cubicBezTo>
                  <a:cubicBezTo>
                    <a:pt x="7650" y="6243"/>
                    <a:pt x="7607" y="6229"/>
                    <a:pt x="7607" y="6229"/>
                  </a:cubicBezTo>
                  <a:cubicBezTo>
                    <a:pt x="7607" y="6229"/>
                    <a:pt x="7571" y="6082"/>
                    <a:pt x="7557" y="6075"/>
                  </a:cubicBezTo>
                  <a:cubicBezTo>
                    <a:pt x="7542" y="6068"/>
                    <a:pt x="7521" y="5970"/>
                    <a:pt x="7471" y="5935"/>
                  </a:cubicBezTo>
                  <a:cubicBezTo>
                    <a:pt x="7421" y="5900"/>
                    <a:pt x="7363" y="5858"/>
                    <a:pt x="7335" y="5823"/>
                  </a:cubicBezTo>
                  <a:cubicBezTo>
                    <a:pt x="7299" y="5788"/>
                    <a:pt x="7335" y="5782"/>
                    <a:pt x="7299" y="5788"/>
                  </a:cubicBezTo>
                  <a:cubicBezTo>
                    <a:pt x="7263" y="5795"/>
                    <a:pt x="7270" y="5802"/>
                    <a:pt x="7220" y="5809"/>
                  </a:cubicBezTo>
                  <a:cubicBezTo>
                    <a:pt x="7163" y="5823"/>
                    <a:pt x="7106" y="5844"/>
                    <a:pt x="7091" y="5844"/>
                  </a:cubicBezTo>
                  <a:cubicBezTo>
                    <a:pt x="7077" y="5844"/>
                    <a:pt x="7013" y="5851"/>
                    <a:pt x="7013" y="5872"/>
                  </a:cubicBezTo>
                  <a:cubicBezTo>
                    <a:pt x="7006" y="5886"/>
                    <a:pt x="7013" y="5935"/>
                    <a:pt x="7027" y="5949"/>
                  </a:cubicBezTo>
                  <a:cubicBezTo>
                    <a:pt x="7034" y="5963"/>
                    <a:pt x="7113" y="5949"/>
                    <a:pt x="6984" y="5998"/>
                  </a:cubicBezTo>
                  <a:cubicBezTo>
                    <a:pt x="6855" y="6040"/>
                    <a:pt x="6820" y="6096"/>
                    <a:pt x="6812" y="6110"/>
                  </a:cubicBezTo>
                  <a:cubicBezTo>
                    <a:pt x="6805" y="6131"/>
                    <a:pt x="6891" y="6138"/>
                    <a:pt x="6798" y="6173"/>
                  </a:cubicBezTo>
                  <a:cubicBezTo>
                    <a:pt x="6705" y="6201"/>
                    <a:pt x="6626" y="6222"/>
                    <a:pt x="6583" y="6285"/>
                  </a:cubicBezTo>
                  <a:cubicBezTo>
                    <a:pt x="6576" y="6299"/>
                    <a:pt x="6619" y="6578"/>
                    <a:pt x="6583" y="6641"/>
                  </a:cubicBezTo>
                  <a:cubicBezTo>
                    <a:pt x="6540" y="6704"/>
                    <a:pt x="6455" y="6774"/>
                    <a:pt x="6455" y="6774"/>
                  </a:cubicBezTo>
                  <a:cubicBezTo>
                    <a:pt x="6455" y="6774"/>
                    <a:pt x="6476" y="6837"/>
                    <a:pt x="6340" y="6739"/>
                  </a:cubicBezTo>
                  <a:cubicBezTo>
                    <a:pt x="6211" y="6648"/>
                    <a:pt x="6326" y="6732"/>
                    <a:pt x="6326" y="6732"/>
                  </a:cubicBezTo>
                  <a:cubicBezTo>
                    <a:pt x="6326" y="6732"/>
                    <a:pt x="6269" y="6550"/>
                    <a:pt x="6218" y="6502"/>
                  </a:cubicBezTo>
                  <a:cubicBezTo>
                    <a:pt x="6176" y="6453"/>
                    <a:pt x="6090" y="6348"/>
                    <a:pt x="6068" y="6271"/>
                  </a:cubicBezTo>
                  <a:cubicBezTo>
                    <a:pt x="6040" y="6194"/>
                    <a:pt x="6011" y="6145"/>
                    <a:pt x="5997" y="6096"/>
                  </a:cubicBezTo>
                  <a:cubicBezTo>
                    <a:pt x="5990" y="6054"/>
                    <a:pt x="5975" y="5935"/>
                    <a:pt x="5982" y="5928"/>
                  </a:cubicBezTo>
                  <a:cubicBezTo>
                    <a:pt x="5982" y="5914"/>
                    <a:pt x="5954" y="5830"/>
                    <a:pt x="5954" y="5830"/>
                  </a:cubicBezTo>
                  <a:cubicBezTo>
                    <a:pt x="5954" y="5830"/>
                    <a:pt x="5918" y="5816"/>
                    <a:pt x="5918" y="5830"/>
                  </a:cubicBezTo>
                  <a:cubicBezTo>
                    <a:pt x="5911" y="5844"/>
                    <a:pt x="5911" y="5872"/>
                    <a:pt x="5911" y="5900"/>
                  </a:cubicBezTo>
                  <a:cubicBezTo>
                    <a:pt x="5904" y="5921"/>
                    <a:pt x="5803" y="5928"/>
                    <a:pt x="5803" y="5928"/>
                  </a:cubicBezTo>
                  <a:cubicBezTo>
                    <a:pt x="5768" y="5907"/>
                    <a:pt x="5768" y="5907"/>
                    <a:pt x="5768" y="5907"/>
                  </a:cubicBezTo>
                  <a:cubicBezTo>
                    <a:pt x="5768" y="5907"/>
                    <a:pt x="5617" y="5754"/>
                    <a:pt x="5596" y="5733"/>
                  </a:cubicBezTo>
                  <a:cubicBezTo>
                    <a:pt x="5574" y="5705"/>
                    <a:pt x="5546" y="5670"/>
                    <a:pt x="5510" y="5649"/>
                  </a:cubicBezTo>
                  <a:cubicBezTo>
                    <a:pt x="5474" y="5628"/>
                    <a:pt x="5503" y="5607"/>
                    <a:pt x="5431" y="5607"/>
                  </a:cubicBezTo>
                  <a:cubicBezTo>
                    <a:pt x="5367" y="5607"/>
                    <a:pt x="5374" y="5607"/>
                    <a:pt x="5260" y="5600"/>
                  </a:cubicBezTo>
                  <a:cubicBezTo>
                    <a:pt x="5145" y="5586"/>
                    <a:pt x="5117" y="5621"/>
                    <a:pt x="5066" y="5614"/>
                  </a:cubicBezTo>
                  <a:cubicBezTo>
                    <a:pt x="5016" y="5600"/>
                    <a:pt x="5002" y="5614"/>
                    <a:pt x="4895" y="5593"/>
                  </a:cubicBezTo>
                  <a:cubicBezTo>
                    <a:pt x="4780" y="5572"/>
                    <a:pt x="4780" y="5572"/>
                    <a:pt x="4780" y="5572"/>
                  </a:cubicBezTo>
                  <a:cubicBezTo>
                    <a:pt x="4780" y="5572"/>
                    <a:pt x="4766" y="5544"/>
                    <a:pt x="4744" y="5516"/>
                  </a:cubicBezTo>
                  <a:cubicBezTo>
                    <a:pt x="4730" y="5488"/>
                    <a:pt x="4730" y="5488"/>
                    <a:pt x="4730" y="5488"/>
                  </a:cubicBezTo>
                  <a:cubicBezTo>
                    <a:pt x="4702" y="5509"/>
                    <a:pt x="4702" y="5509"/>
                    <a:pt x="4702" y="5509"/>
                  </a:cubicBezTo>
                  <a:cubicBezTo>
                    <a:pt x="4702" y="5509"/>
                    <a:pt x="4680" y="5516"/>
                    <a:pt x="4666" y="5516"/>
                  </a:cubicBezTo>
                  <a:cubicBezTo>
                    <a:pt x="4651" y="5509"/>
                    <a:pt x="4501" y="5474"/>
                    <a:pt x="4473" y="5467"/>
                  </a:cubicBezTo>
                  <a:cubicBezTo>
                    <a:pt x="4451" y="5460"/>
                    <a:pt x="4451" y="5481"/>
                    <a:pt x="4351" y="5411"/>
                  </a:cubicBezTo>
                  <a:cubicBezTo>
                    <a:pt x="4251" y="5334"/>
                    <a:pt x="4287" y="5306"/>
                    <a:pt x="4287" y="5306"/>
                  </a:cubicBezTo>
                  <a:cubicBezTo>
                    <a:pt x="4287" y="5306"/>
                    <a:pt x="4265" y="5285"/>
                    <a:pt x="4236" y="5271"/>
                  </a:cubicBezTo>
                  <a:cubicBezTo>
                    <a:pt x="4215" y="5257"/>
                    <a:pt x="4179" y="5236"/>
                    <a:pt x="4165" y="5236"/>
                  </a:cubicBezTo>
                  <a:cubicBezTo>
                    <a:pt x="4158" y="5243"/>
                    <a:pt x="4093" y="5271"/>
                    <a:pt x="4108" y="5299"/>
                  </a:cubicBezTo>
                  <a:cubicBezTo>
                    <a:pt x="4122" y="5327"/>
                    <a:pt x="4215" y="5418"/>
                    <a:pt x="4222" y="5418"/>
                  </a:cubicBezTo>
                  <a:cubicBezTo>
                    <a:pt x="4229" y="5418"/>
                    <a:pt x="4351" y="5551"/>
                    <a:pt x="4351" y="5551"/>
                  </a:cubicBezTo>
                  <a:cubicBezTo>
                    <a:pt x="4401" y="5614"/>
                    <a:pt x="4401" y="5614"/>
                    <a:pt x="4401" y="5614"/>
                  </a:cubicBezTo>
                  <a:cubicBezTo>
                    <a:pt x="4401" y="5614"/>
                    <a:pt x="4358" y="5649"/>
                    <a:pt x="4401" y="5642"/>
                  </a:cubicBezTo>
                  <a:cubicBezTo>
                    <a:pt x="4444" y="5635"/>
                    <a:pt x="4408" y="5628"/>
                    <a:pt x="4473" y="5635"/>
                  </a:cubicBezTo>
                  <a:cubicBezTo>
                    <a:pt x="4537" y="5642"/>
                    <a:pt x="4573" y="5656"/>
                    <a:pt x="4594" y="5635"/>
                  </a:cubicBezTo>
                  <a:cubicBezTo>
                    <a:pt x="4616" y="5621"/>
                    <a:pt x="4580" y="5600"/>
                    <a:pt x="4630" y="5579"/>
                  </a:cubicBezTo>
                  <a:cubicBezTo>
                    <a:pt x="4680" y="5558"/>
                    <a:pt x="4723" y="5565"/>
                    <a:pt x="4730" y="5572"/>
                  </a:cubicBezTo>
                  <a:cubicBezTo>
                    <a:pt x="4737" y="5586"/>
                    <a:pt x="4766" y="5614"/>
                    <a:pt x="4773" y="5628"/>
                  </a:cubicBezTo>
                  <a:cubicBezTo>
                    <a:pt x="4773" y="5642"/>
                    <a:pt x="4787" y="5677"/>
                    <a:pt x="4809" y="5677"/>
                  </a:cubicBezTo>
                  <a:cubicBezTo>
                    <a:pt x="4823" y="5684"/>
                    <a:pt x="4866" y="5677"/>
                    <a:pt x="4873" y="5705"/>
                  </a:cubicBezTo>
                  <a:cubicBezTo>
                    <a:pt x="4880" y="5726"/>
                    <a:pt x="4931" y="5768"/>
                    <a:pt x="4931" y="5768"/>
                  </a:cubicBezTo>
                  <a:cubicBezTo>
                    <a:pt x="4931" y="5768"/>
                    <a:pt x="4945" y="5775"/>
                    <a:pt x="4973" y="5782"/>
                  </a:cubicBezTo>
                  <a:cubicBezTo>
                    <a:pt x="5002" y="5795"/>
                    <a:pt x="5081" y="5837"/>
                    <a:pt x="5081" y="5837"/>
                  </a:cubicBezTo>
                  <a:cubicBezTo>
                    <a:pt x="5059" y="5851"/>
                    <a:pt x="5024" y="5914"/>
                    <a:pt x="4995" y="5914"/>
                  </a:cubicBezTo>
                  <a:cubicBezTo>
                    <a:pt x="4973" y="5914"/>
                    <a:pt x="4981" y="5907"/>
                    <a:pt x="4923" y="5942"/>
                  </a:cubicBezTo>
                  <a:cubicBezTo>
                    <a:pt x="4866" y="5970"/>
                    <a:pt x="4895" y="6040"/>
                    <a:pt x="4866" y="6047"/>
                  </a:cubicBezTo>
                  <a:cubicBezTo>
                    <a:pt x="4837" y="6054"/>
                    <a:pt x="4795" y="6110"/>
                    <a:pt x="4773" y="6124"/>
                  </a:cubicBezTo>
                  <a:cubicBezTo>
                    <a:pt x="4752" y="6131"/>
                    <a:pt x="4609" y="6187"/>
                    <a:pt x="4594" y="6180"/>
                  </a:cubicBezTo>
                  <a:cubicBezTo>
                    <a:pt x="4580" y="6180"/>
                    <a:pt x="4544" y="6201"/>
                    <a:pt x="4530" y="6201"/>
                  </a:cubicBezTo>
                  <a:cubicBezTo>
                    <a:pt x="4523" y="6201"/>
                    <a:pt x="4530" y="6236"/>
                    <a:pt x="4523" y="6243"/>
                  </a:cubicBezTo>
                  <a:cubicBezTo>
                    <a:pt x="4508" y="6250"/>
                    <a:pt x="4566" y="6285"/>
                    <a:pt x="4480" y="6299"/>
                  </a:cubicBezTo>
                  <a:cubicBezTo>
                    <a:pt x="4401" y="6306"/>
                    <a:pt x="4344" y="6334"/>
                    <a:pt x="4329" y="6334"/>
                  </a:cubicBezTo>
                  <a:cubicBezTo>
                    <a:pt x="4308" y="6341"/>
                    <a:pt x="4272" y="6418"/>
                    <a:pt x="4208" y="6411"/>
                  </a:cubicBezTo>
                  <a:cubicBezTo>
                    <a:pt x="4143" y="6404"/>
                    <a:pt x="4172" y="6404"/>
                    <a:pt x="4115" y="6411"/>
                  </a:cubicBezTo>
                  <a:cubicBezTo>
                    <a:pt x="4058" y="6411"/>
                    <a:pt x="4050" y="6432"/>
                    <a:pt x="3993" y="6439"/>
                  </a:cubicBezTo>
                  <a:cubicBezTo>
                    <a:pt x="3936" y="6446"/>
                    <a:pt x="3900" y="6453"/>
                    <a:pt x="3900" y="6453"/>
                  </a:cubicBezTo>
                  <a:lnTo>
                    <a:pt x="3872" y="647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133351" y="1798638"/>
              <a:ext cx="3535362" cy="4640238"/>
            </a:xfrm>
            <a:custGeom>
              <a:avLst/>
              <a:gdLst/>
              <a:ahLst/>
              <a:cxnLst/>
              <a:rect l="l" t="t" r="r" b="b"/>
              <a:pathLst>
                <a:path w="17064" h="22392" extrusionOk="0">
                  <a:moveTo>
                    <a:pt x="11329" y="22267"/>
                  </a:moveTo>
                  <a:cubicBezTo>
                    <a:pt x="11329" y="22267"/>
                    <a:pt x="11443" y="22323"/>
                    <a:pt x="11443" y="22267"/>
                  </a:cubicBezTo>
                  <a:cubicBezTo>
                    <a:pt x="11458" y="22211"/>
                    <a:pt x="11443" y="22141"/>
                    <a:pt x="11386" y="22127"/>
                  </a:cubicBezTo>
                  <a:cubicBezTo>
                    <a:pt x="11329" y="22113"/>
                    <a:pt x="11200" y="22085"/>
                    <a:pt x="11043" y="21987"/>
                  </a:cubicBezTo>
                  <a:cubicBezTo>
                    <a:pt x="10885" y="21875"/>
                    <a:pt x="10599" y="21861"/>
                    <a:pt x="10642" y="21749"/>
                  </a:cubicBezTo>
                  <a:cubicBezTo>
                    <a:pt x="10671" y="21651"/>
                    <a:pt x="10528" y="21525"/>
                    <a:pt x="10556" y="21371"/>
                  </a:cubicBezTo>
                  <a:cubicBezTo>
                    <a:pt x="10585" y="21218"/>
                    <a:pt x="10571" y="21204"/>
                    <a:pt x="10699" y="21190"/>
                  </a:cubicBezTo>
                  <a:cubicBezTo>
                    <a:pt x="10814" y="21176"/>
                    <a:pt x="10842" y="21036"/>
                    <a:pt x="10900" y="21008"/>
                  </a:cubicBezTo>
                  <a:cubicBezTo>
                    <a:pt x="10957" y="20966"/>
                    <a:pt x="11214" y="20840"/>
                    <a:pt x="11214" y="20798"/>
                  </a:cubicBezTo>
                  <a:cubicBezTo>
                    <a:pt x="11214" y="20770"/>
                    <a:pt x="11214" y="20700"/>
                    <a:pt x="11157" y="20686"/>
                  </a:cubicBezTo>
                  <a:cubicBezTo>
                    <a:pt x="11100" y="20686"/>
                    <a:pt x="10986" y="20658"/>
                    <a:pt x="10971" y="20616"/>
                  </a:cubicBezTo>
                  <a:cubicBezTo>
                    <a:pt x="10957" y="20588"/>
                    <a:pt x="11028" y="20448"/>
                    <a:pt x="11057" y="20420"/>
                  </a:cubicBezTo>
                  <a:cubicBezTo>
                    <a:pt x="11100" y="20392"/>
                    <a:pt x="11343" y="20392"/>
                    <a:pt x="11343" y="20392"/>
                  </a:cubicBezTo>
                  <a:cubicBezTo>
                    <a:pt x="11343" y="20392"/>
                    <a:pt x="11343" y="20127"/>
                    <a:pt x="11386" y="20113"/>
                  </a:cubicBezTo>
                  <a:cubicBezTo>
                    <a:pt x="11415" y="20099"/>
                    <a:pt x="11586" y="19987"/>
                    <a:pt x="11629" y="19973"/>
                  </a:cubicBezTo>
                  <a:cubicBezTo>
                    <a:pt x="11672" y="19973"/>
                    <a:pt x="11686" y="19861"/>
                    <a:pt x="11601" y="19847"/>
                  </a:cubicBezTo>
                  <a:cubicBezTo>
                    <a:pt x="11529" y="19833"/>
                    <a:pt x="11400" y="19749"/>
                    <a:pt x="11458" y="19693"/>
                  </a:cubicBezTo>
                  <a:cubicBezTo>
                    <a:pt x="11529" y="19623"/>
                    <a:pt x="11887" y="19679"/>
                    <a:pt x="11930" y="19637"/>
                  </a:cubicBezTo>
                  <a:cubicBezTo>
                    <a:pt x="11958" y="19595"/>
                    <a:pt x="12030" y="19385"/>
                    <a:pt x="12216" y="19343"/>
                  </a:cubicBezTo>
                  <a:cubicBezTo>
                    <a:pt x="12402" y="19302"/>
                    <a:pt x="13217" y="18938"/>
                    <a:pt x="12945" y="18728"/>
                  </a:cubicBezTo>
                  <a:cubicBezTo>
                    <a:pt x="12673" y="18504"/>
                    <a:pt x="12945" y="18588"/>
                    <a:pt x="12945" y="18588"/>
                  </a:cubicBezTo>
                  <a:cubicBezTo>
                    <a:pt x="12945" y="18588"/>
                    <a:pt x="13217" y="18742"/>
                    <a:pt x="13374" y="18644"/>
                  </a:cubicBezTo>
                  <a:cubicBezTo>
                    <a:pt x="13517" y="18560"/>
                    <a:pt x="14147" y="18001"/>
                    <a:pt x="14175" y="17875"/>
                  </a:cubicBezTo>
                  <a:cubicBezTo>
                    <a:pt x="14204" y="17749"/>
                    <a:pt x="14290" y="17735"/>
                    <a:pt x="14375" y="17721"/>
                  </a:cubicBezTo>
                  <a:cubicBezTo>
                    <a:pt x="14447" y="17721"/>
                    <a:pt x="14561" y="17679"/>
                    <a:pt x="14561" y="17595"/>
                  </a:cubicBezTo>
                  <a:cubicBezTo>
                    <a:pt x="14547" y="17511"/>
                    <a:pt x="14490" y="17315"/>
                    <a:pt x="14576" y="17246"/>
                  </a:cubicBezTo>
                  <a:cubicBezTo>
                    <a:pt x="14661" y="17190"/>
                    <a:pt x="15176" y="16868"/>
                    <a:pt x="15391" y="16868"/>
                  </a:cubicBezTo>
                  <a:cubicBezTo>
                    <a:pt x="15606" y="16868"/>
                    <a:pt x="15749" y="16840"/>
                    <a:pt x="15963" y="16476"/>
                  </a:cubicBezTo>
                  <a:cubicBezTo>
                    <a:pt x="16178" y="16113"/>
                    <a:pt x="16092" y="16127"/>
                    <a:pt x="16178" y="16099"/>
                  </a:cubicBezTo>
                  <a:cubicBezTo>
                    <a:pt x="16249" y="16057"/>
                    <a:pt x="16263" y="15483"/>
                    <a:pt x="16263" y="15483"/>
                  </a:cubicBezTo>
                  <a:cubicBezTo>
                    <a:pt x="16263" y="15483"/>
                    <a:pt x="16349" y="15427"/>
                    <a:pt x="16407" y="15427"/>
                  </a:cubicBezTo>
                  <a:cubicBezTo>
                    <a:pt x="16464" y="15427"/>
                    <a:pt x="16621" y="15204"/>
                    <a:pt x="16621" y="15204"/>
                  </a:cubicBezTo>
                  <a:cubicBezTo>
                    <a:pt x="16807" y="15092"/>
                    <a:pt x="16807" y="15092"/>
                    <a:pt x="16807" y="15092"/>
                  </a:cubicBezTo>
                  <a:cubicBezTo>
                    <a:pt x="16807" y="15092"/>
                    <a:pt x="16864" y="14980"/>
                    <a:pt x="16921" y="14952"/>
                  </a:cubicBezTo>
                  <a:cubicBezTo>
                    <a:pt x="16979" y="14910"/>
                    <a:pt x="17064" y="14504"/>
                    <a:pt x="16979" y="14434"/>
                  </a:cubicBezTo>
                  <a:cubicBezTo>
                    <a:pt x="16907" y="14378"/>
                    <a:pt x="16735" y="14406"/>
                    <a:pt x="16650" y="14350"/>
                  </a:cubicBezTo>
                  <a:cubicBezTo>
                    <a:pt x="16564" y="14280"/>
                    <a:pt x="16206" y="14085"/>
                    <a:pt x="16135" y="14085"/>
                  </a:cubicBezTo>
                  <a:cubicBezTo>
                    <a:pt x="16049" y="14099"/>
                    <a:pt x="15749" y="14113"/>
                    <a:pt x="15648" y="14057"/>
                  </a:cubicBezTo>
                  <a:cubicBezTo>
                    <a:pt x="15548" y="14015"/>
                    <a:pt x="15663" y="13889"/>
                    <a:pt x="15534" y="13889"/>
                  </a:cubicBezTo>
                  <a:cubicBezTo>
                    <a:pt x="15420" y="13875"/>
                    <a:pt x="15176" y="13819"/>
                    <a:pt x="15105" y="13805"/>
                  </a:cubicBezTo>
                  <a:cubicBezTo>
                    <a:pt x="15019" y="13791"/>
                    <a:pt x="14890" y="13889"/>
                    <a:pt x="14876" y="13903"/>
                  </a:cubicBezTo>
                  <a:cubicBezTo>
                    <a:pt x="14847" y="13917"/>
                    <a:pt x="15062" y="13805"/>
                    <a:pt x="14890" y="13749"/>
                  </a:cubicBezTo>
                  <a:cubicBezTo>
                    <a:pt x="14719" y="13693"/>
                    <a:pt x="14762" y="13623"/>
                    <a:pt x="14790" y="13609"/>
                  </a:cubicBezTo>
                  <a:cubicBezTo>
                    <a:pt x="14819" y="13595"/>
                    <a:pt x="14933" y="13483"/>
                    <a:pt x="14819" y="13413"/>
                  </a:cubicBezTo>
                  <a:cubicBezTo>
                    <a:pt x="14704" y="13357"/>
                    <a:pt x="14590" y="13287"/>
                    <a:pt x="14619" y="13217"/>
                  </a:cubicBezTo>
                  <a:cubicBezTo>
                    <a:pt x="14633" y="13148"/>
                    <a:pt x="14418" y="12994"/>
                    <a:pt x="14375" y="12994"/>
                  </a:cubicBezTo>
                  <a:cubicBezTo>
                    <a:pt x="14333" y="12980"/>
                    <a:pt x="14204" y="12938"/>
                    <a:pt x="14075" y="12952"/>
                  </a:cubicBezTo>
                  <a:cubicBezTo>
                    <a:pt x="13932" y="12952"/>
                    <a:pt x="13717" y="12910"/>
                    <a:pt x="13717" y="12854"/>
                  </a:cubicBezTo>
                  <a:cubicBezTo>
                    <a:pt x="13732" y="12798"/>
                    <a:pt x="13603" y="12672"/>
                    <a:pt x="13546" y="12658"/>
                  </a:cubicBezTo>
                  <a:cubicBezTo>
                    <a:pt x="13474" y="12630"/>
                    <a:pt x="13417" y="12630"/>
                    <a:pt x="13346" y="12546"/>
                  </a:cubicBezTo>
                  <a:cubicBezTo>
                    <a:pt x="13288" y="12462"/>
                    <a:pt x="13288" y="12420"/>
                    <a:pt x="13203" y="12406"/>
                  </a:cubicBezTo>
                  <a:cubicBezTo>
                    <a:pt x="13102" y="12406"/>
                    <a:pt x="13060" y="12378"/>
                    <a:pt x="13045" y="12322"/>
                  </a:cubicBezTo>
                  <a:cubicBezTo>
                    <a:pt x="13045" y="12252"/>
                    <a:pt x="12945" y="12210"/>
                    <a:pt x="12816" y="12294"/>
                  </a:cubicBezTo>
                  <a:cubicBezTo>
                    <a:pt x="12702" y="12364"/>
                    <a:pt x="12602" y="12392"/>
                    <a:pt x="12559" y="12336"/>
                  </a:cubicBezTo>
                  <a:cubicBezTo>
                    <a:pt x="12502" y="12294"/>
                    <a:pt x="12502" y="12280"/>
                    <a:pt x="12330" y="12280"/>
                  </a:cubicBezTo>
                  <a:cubicBezTo>
                    <a:pt x="12158" y="12280"/>
                    <a:pt x="12073" y="12280"/>
                    <a:pt x="12115" y="12183"/>
                  </a:cubicBezTo>
                  <a:cubicBezTo>
                    <a:pt x="12173" y="12085"/>
                    <a:pt x="12015" y="12043"/>
                    <a:pt x="11901" y="12113"/>
                  </a:cubicBezTo>
                  <a:cubicBezTo>
                    <a:pt x="11801" y="12196"/>
                    <a:pt x="11758" y="12266"/>
                    <a:pt x="11701" y="12252"/>
                  </a:cubicBezTo>
                  <a:cubicBezTo>
                    <a:pt x="11629" y="12252"/>
                    <a:pt x="11858" y="12183"/>
                    <a:pt x="11801" y="12099"/>
                  </a:cubicBezTo>
                  <a:cubicBezTo>
                    <a:pt x="11758" y="12015"/>
                    <a:pt x="11758" y="12029"/>
                    <a:pt x="11586" y="12113"/>
                  </a:cubicBezTo>
                  <a:cubicBezTo>
                    <a:pt x="11415" y="12196"/>
                    <a:pt x="11343" y="12238"/>
                    <a:pt x="11200" y="12238"/>
                  </a:cubicBezTo>
                  <a:cubicBezTo>
                    <a:pt x="11057" y="12238"/>
                    <a:pt x="11114" y="12294"/>
                    <a:pt x="11028" y="12406"/>
                  </a:cubicBezTo>
                  <a:cubicBezTo>
                    <a:pt x="10957" y="12518"/>
                    <a:pt x="10857" y="12728"/>
                    <a:pt x="10785" y="12658"/>
                  </a:cubicBezTo>
                  <a:cubicBezTo>
                    <a:pt x="10699" y="12588"/>
                    <a:pt x="10642" y="12392"/>
                    <a:pt x="10513" y="12434"/>
                  </a:cubicBezTo>
                  <a:cubicBezTo>
                    <a:pt x="10399" y="12490"/>
                    <a:pt x="10370" y="12616"/>
                    <a:pt x="10285" y="12560"/>
                  </a:cubicBezTo>
                  <a:cubicBezTo>
                    <a:pt x="10199" y="12490"/>
                    <a:pt x="10084" y="12448"/>
                    <a:pt x="10070" y="12392"/>
                  </a:cubicBezTo>
                  <a:cubicBezTo>
                    <a:pt x="10070" y="12336"/>
                    <a:pt x="10013" y="12294"/>
                    <a:pt x="10013" y="12294"/>
                  </a:cubicBezTo>
                  <a:cubicBezTo>
                    <a:pt x="10013" y="12294"/>
                    <a:pt x="9941" y="12280"/>
                    <a:pt x="10027" y="11987"/>
                  </a:cubicBezTo>
                  <a:cubicBezTo>
                    <a:pt x="10113" y="11679"/>
                    <a:pt x="10142" y="11595"/>
                    <a:pt x="9813" y="11595"/>
                  </a:cubicBezTo>
                  <a:cubicBezTo>
                    <a:pt x="9498" y="11609"/>
                    <a:pt x="9355" y="11665"/>
                    <a:pt x="9384" y="11567"/>
                  </a:cubicBezTo>
                  <a:cubicBezTo>
                    <a:pt x="9398" y="11469"/>
                    <a:pt x="9484" y="11497"/>
                    <a:pt x="9498" y="11385"/>
                  </a:cubicBezTo>
                  <a:cubicBezTo>
                    <a:pt x="9512" y="11287"/>
                    <a:pt x="9612" y="11106"/>
                    <a:pt x="9655" y="11050"/>
                  </a:cubicBezTo>
                  <a:cubicBezTo>
                    <a:pt x="9698" y="10980"/>
                    <a:pt x="9813" y="10826"/>
                    <a:pt x="9713" y="10826"/>
                  </a:cubicBezTo>
                  <a:cubicBezTo>
                    <a:pt x="9627" y="10840"/>
                    <a:pt x="9355" y="10784"/>
                    <a:pt x="9240" y="10882"/>
                  </a:cubicBezTo>
                  <a:cubicBezTo>
                    <a:pt x="9126" y="10994"/>
                    <a:pt x="8997" y="11217"/>
                    <a:pt x="8912" y="11231"/>
                  </a:cubicBezTo>
                  <a:cubicBezTo>
                    <a:pt x="8811" y="11259"/>
                    <a:pt x="8497" y="11315"/>
                    <a:pt x="8439" y="11231"/>
                  </a:cubicBezTo>
                  <a:cubicBezTo>
                    <a:pt x="8397" y="11148"/>
                    <a:pt x="8182" y="11134"/>
                    <a:pt x="8196" y="10854"/>
                  </a:cubicBezTo>
                  <a:cubicBezTo>
                    <a:pt x="8211" y="10588"/>
                    <a:pt x="8196" y="10448"/>
                    <a:pt x="8296" y="10378"/>
                  </a:cubicBezTo>
                  <a:cubicBezTo>
                    <a:pt x="8382" y="10308"/>
                    <a:pt x="8368" y="10322"/>
                    <a:pt x="8382" y="10196"/>
                  </a:cubicBezTo>
                  <a:cubicBezTo>
                    <a:pt x="8397" y="10057"/>
                    <a:pt x="8497" y="9875"/>
                    <a:pt x="8640" y="9833"/>
                  </a:cubicBezTo>
                  <a:cubicBezTo>
                    <a:pt x="8768" y="9805"/>
                    <a:pt x="8912" y="9637"/>
                    <a:pt x="8997" y="9637"/>
                  </a:cubicBezTo>
                  <a:cubicBezTo>
                    <a:pt x="9083" y="9623"/>
                    <a:pt x="9426" y="9847"/>
                    <a:pt x="9498" y="9777"/>
                  </a:cubicBezTo>
                  <a:cubicBezTo>
                    <a:pt x="9569" y="9721"/>
                    <a:pt x="9598" y="9567"/>
                    <a:pt x="9798" y="9595"/>
                  </a:cubicBezTo>
                  <a:cubicBezTo>
                    <a:pt x="9999" y="9637"/>
                    <a:pt x="10356" y="9581"/>
                    <a:pt x="10428" y="9679"/>
                  </a:cubicBezTo>
                  <a:cubicBezTo>
                    <a:pt x="10499" y="9777"/>
                    <a:pt x="10642" y="10043"/>
                    <a:pt x="10628" y="10154"/>
                  </a:cubicBezTo>
                  <a:cubicBezTo>
                    <a:pt x="10599" y="10280"/>
                    <a:pt x="10642" y="10364"/>
                    <a:pt x="10728" y="10336"/>
                  </a:cubicBezTo>
                  <a:cubicBezTo>
                    <a:pt x="10800" y="10308"/>
                    <a:pt x="10857" y="10168"/>
                    <a:pt x="10842" y="10099"/>
                  </a:cubicBezTo>
                  <a:cubicBezTo>
                    <a:pt x="10828" y="10029"/>
                    <a:pt x="10828" y="9749"/>
                    <a:pt x="10828" y="9637"/>
                  </a:cubicBezTo>
                  <a:cubicBezTo>
                    <a:pt x="10814" y="9511"/>
                    <a:pt x="10699" y="9427"/>
                    <a:pt x="10885" y="9315"/>
                  </a:cubicBezTo>
                  <a:cubicBezTo>
                    <a:pt x="11086" y="9203"/>
                    <a:pt x="11701" y="8854"/>
                    <a:pt x="11701" y="8714"/>
                  </a:cubicBezTo>
                  <a:cubicBezTo>
                    <a:pt x="11701" y="8574"/>
                    <a:pt x="11643" y="8434"/>
                    <a:pt x="11686" y="8392"/>
                  </a:cubicBezTo>
                  <a:cubicBezTo>
                    <a:pt x="11729" y="8336"/>
                    <a:pt x="11729" y="8490"/>
                    <a:pt x="11801" y="8448"/>
                  </a:cubicBezTo>
                  <a:cubicBezTo>
                    <a:pt x="11887" y="8406"/>
                    <a:pt x="11972" y="8140"/>
                    <a:pt x="12044" y="8099"/>
                  </a:cubicBezTo>
                  <a:cubicBezTo>
                    <a:pt x="12115" y="8057"/>
                    <a:pt x="12173" y="7931"/>
                    <a:pt x="12201" y="7875"/>
                  </a:cubicBezTo>
                  <a:cubicBezTo>
                    <a:pt x="12230" y="7805"/>
                    <a:pt x="12344" y="7777"/>
                    <a:pt x="12402" y="7805"/>
                  </a:cubicBezTo>
                  <a:cubicBezTo>
                    <a:pt x="12473" y="7833"/>
                    <a:pt x="12587" y="7805"/>
                    <a:pt x="12616" y="7749"/>
                  </a:cubicBezTo>
                  <a:cubicBezTo>
                    <a:pt x="12645" y="7693"/>
                    <a:pt x="12602" y="7581"/>
                    <a:pt x="12616" y="7525"/>
                  </a:cubicBezTo>
                  <a:cubicBezTo>
                    <a:pt x="12630" y="7483"/>
                    <a:pt x="12845" y="7371"/>
                    <a:pt x="12931" y="7287"/>
                  </a:cubicBezTo>
                  <a:cubicBezTo>
                    <a:pt x="13031" y="7203"/>
                    <a:pt x="13131" y="7189"/>
                    <a:pt x="13174" y="7203"/>
                  </a:cubicBezTo>
                  <a:cubicBezTo>
                    <a:pt x="13217" y="7231"/>
                    <a:pt x="13317" y="7078"/>
                    <a:pt x="13303" y="7189"/>
                  </a:cubicBezTo>
                  <a:cubicBezTo>
                    <a:pt x="13288" y="7301"/>
                    <a:pt x="13317" y="7483"/>
                    <a:pt x="13403" y="7385"/>
                  </a:cubicBezTo>
                  <a:cubicBezTo>
                    <a:pt x="13503" y="7273"/>
                    <a:pt x="13818" y="7175"/>
                    <a:pt x="13875" y="7175"/>
                  </a:cubicBezTo>
                  <a:cubicBezTo>
                    <a:pt x="13918" y="7175"/>
                    <a:pt x="14004" y="7092"/>
                    <a:pt x="14032" y="7050"/>
                  </a:cubicBezTo>
                  <a:cubicBezTo>
                    <a:pt x="14061" y="6994"/>
                    <a:pt x="14175" y="7008"/>
                    <a:pt x="14232" y="6994"/>
                  </a:cubicBezTo>
                  <a:cubicBezTo>
                    <a:pt x="14304" y="6980"/>
                    <a:pt x="14304" y="6924"/>
                    <a:pt x="14232" y="6840"/>
                  </a:cubicBezTo>
                  <a:cubicBezTo>
                    <a:pt x="14161" y="6770"/>
                    <a:pt x="14318" y="6574"/>
                    <a:pt x="14189" y="6644"/>
                  </a:cubicBezTo>
                  <a:cubicBezTo>
                    <a:pt x="14046" y="6728"/>
                    <a:pt x="14075" y="6840"/>
                    <a:pt x="13946" y="6826"/>
                  </a:cubicBezTo>
                  <a:cubicBezTo>
                    <a:pt x="13818" y="6798"/>
                    <a:pt x="13675" y="6756"/>
                    <a:pt x="13675" y="6728"/>
                  </a:cubicBezTo>
                  <a:cubicBezTo>
                    <a:pt x="13689" y="6700"/>
                    <a:pt x="13675" y="6560"/>
                    <a:pt x="13617" y="6630"/>
                  </a:cubicBezTo>
                  <a:cubicBezTo>
                    <a:pt x="13560" y="6700"/>
                    <a:pt x="13546" y="6574"/>
                    <a:pt x="13646" y="6518"/>
                  </a:cubicBezTo>
                  <a:cubicBezTo>
                    <a:pt x="13746" y="6448"/>
                    <a:pt x="13746" y="6364"/>
                    <a:pt x="13675" y="6308"/>
                  </a:cubicBezTo>
                  <a:cubicBezTo>
                    <a:pt x="13603" y="6252"/>
                    <a:pt x="13503" y="6238"/>
                    <a:pt x="13431" y="6238"/>
                  </a:cubicBezTo>
                  <a:cubicBezTo>
                    <a:pt x="13360" y="6252"/>
                    <a:pt x="13288" y="6098"/>
                    <a:pt x="13489" y="6112"/>
                  </a:cubicBezTo>
                  <a:cubicBezTo>
                    <a:pt x="13675" y="6126"/>
                    <a:pt x="13732" y="6112"/>
                    <a:pt x="13746" y="6140"/>
                  </a:cubicBezTo>
                  <a:cubicBezTo>
                    <a:pt x="13760" y="6168"/>
                    <a:pt x="13889" y="6420"/>
                    <a:pt x="13961" y="6364"/>
                  </a:cubicBezTo>
                  <a:cubicBezTo>
                    <a:pt x="14018" y="6294"/>
                    <a:pt x="14175" y="6280"/>
                    <a:pt x="14075" y="6224"/>
                  </a:cubicBezTo>
                  <a:cubicBezTo>
                    <a:pt x="13989" y="6168"/>
                    <a:pt x="13875" y="6126"/>
                    <a:pt x="13918" y="6098"/>
                  </a:cubicBezTo>
                  <a:cubicBezTo>
                    <a:pt x="13961" y="6071"/>
                    <a:pt x="14218" y="6140"/>
                    <a:pt x="14290" y="6112"/>
                  </a:cubicBezTo>
                  <a:cubicBezTo>
                    <a:pt x="14347" y="6071"/>
                    <a:pt x="14619" y="5819"/>
                    <a:pt x="14661" y="5833"/>
                  </a:cubicBezTo>
                  <a:cubicBezTo>
                    <a:pt x="14704" y="5847"/>
                    <a:pt x="14719" y="6001"/>
                    <a:pt x="14676" y="6071"/>
                  </a:cubicBezTo>
                  <a:cubicBezTo>
                    <a:pt x="14633" y="6154"/>
                    <a:pt x="14304" y="6392"/>
                    <a:pt x="14333" y="6448"/>
                  </a:cubicBezTo>
                  <a:cubicBezTo>
                    <a:pt x="14375" y="6504"/>
                    <a:pt x="14390" y="6616"/>
                    <a:pt x="14390" y="6616"/>
                  </a:cubicBezTo>
                  <a:cubicBezTo>
                    <a:pt x="14390" y="6616"/>
                    <a:pt x="14647" y="6462"/>
                    <a:pt x="14833" y="6616"/>
                  </a:cubicBezTo>
                  <a:cubicBezTo>
                    <a:pt x="15019" y="6784"/>
                    <a:pt x="15176" y="6854"/>
                    <a:pt x="15205" y="6770"/>
                  </a:cubicBezTo>
                  <a:cubicBezTo>
                    <a:pt x="15248" y="6672"/>
                    <a:pt x="15334" y="6616"/>
                    <a:pt x="15277" y="6462"/>
                  </a:cubicBezTo>
                  <a:cubicBezTo>
                    <a:pt x="15205" y="6294"/>
                    <a:pt x="15134" y="6210"/>
                    <a:pt x="15048" y="6182"/>
                  </a:cubicBezTo>
                  <a:cubicBezTo>
                    <a:pt x="14962" y="6154"/>
                    <a:pt x="14819" y="6112"/>
                    <a:pt x="14847" y="6029"/>
                  </a:cubicBezTo>
                  <a:cubicBezTo>
                    <a:pt x="14876" y="5945"/>
                    <a:pt x="14890" y="5973"/>
                    <a:pt x="14962" y="5819"/>
                  </a:cubicBezTo>
                  <a:cubicBezTo>
                    <a:pt x="15019" y="5665"/>
                    <a:pt x="15048" y="5273"/>
                    <a:pt x="14976" y="5273"/>
                  </a:cubicBezTo>
                  <a:cubicBezTo>
                    <a:pt x="14919" y="5273"/>
                    <a:pt x="14833" y="5315"/>
                    <a:pt x="14833" y="5245"/>
                  </a:cubicBezTo>
                  <a:cubicBezTo>
                    <a:pt x="14833" y="5175"/>
                    <a:pt x="14890" y="5105"/>
                    <a:pt x="14776" y="5091"/>
                  </a:cubicBezTo>
                  <a:cubicBezTo>
                    <a:pt x="14661" y="5063"/>
                    <a:pt x="14604" y="5022"/>
                    <a:pt x="14561" y="4980"/>
                  </a:cubicBezTo>
                  <a:cubicBezTo>
                    <a:pt x="14504" y="4938"/>
                    <a:pt x="14476" y="4798"/>
                    <a:pt x="14390" y="4756"/>
                  </a:cubicBezTo>
                  <a:cubicBezTo>
                    <a:pt x="14318" y="4714"/>
                    <a:pt x="14218" y="4756"/>
                    <a:pt x="14290" y="4686"/>
                  </a:cubicBezTo>
                  <a:cubicBezTo>
                    <a:pt x="14361" y="4616"/>
                    <a:pt x="14347" y="4434"/>
                    <a:pt x="14304" y="4336"/>
                  </a:cubicBezTo>
                  <a:cubicBezTo>
                    <a:pt x="14261" y="4224"/>
                    <a:pt x="14161" y="4098"/>
                    <a:pt x="14147" y="3945"/>
                  </a:cubicBezTo>
                  <a:cubicBezTo>
                    <a:pt x="14132" y="3805"/>
                    <a:pt x="14132" y="3693"/>
                    <a:pt x="14075" y="3721"/>
                  </a:cubicBezTo>
                  <a:cubicBezTo>
                    <a:pt x="14004" y="3763"/>
                    <a:pt x="13946" y="3847"/>
                    <a:pt x="13889" y="3973"/>
                  </a:cubicBezTo>
                  <a:cubicBezTo>
                    <a:pt x="13832" y="4084"/>
                    <a:pt x="13760" y="4154"/>
                    <a:pt x="13717" y="4154"/>
                  </a:cubicBezTo>
                  <a:cubicBezTo>
                    <a:pt x="13689" y="4168"/>
                    <a:pt x="13689" y="4294"/>
                    <a:pt x="13603" y="4210"/>
                  </a:cubicBezTo>
                  <a:cubicBezTo>
                    <a:pt x="13532" y="4140"/>
                    <a:pt x="13446" y="4056"/>
                    <a:pt x="13417" y="4029"/>
                  </a:cubicBezTo>
                  <a:cubicBezTo>
                    <a:pt x="13388" y="3987"/>
                    <a:pt x="13317" y="3931"/>
                    <a:pt x="13403" y="3777"/>
                  </a:cubicBezTo>
                  <a:cubicBezTo>
                    <a:pt x="13489" y="3623"/>
                    <a:pt x="13489" y="3511"/>
                    <a:pt x="13446" y="3497"/>
                  </a:cubicBezTo>
                  <a:cubicBezTo>
                    <a:pt x="13403" y="3469"/>
                    <a:pt x="13303" y="3623"/>
                    <a:pt x="13217" y="3441"/>
                  </a:cubicBezTo>
                  <a:cubicBezTo>
                    <a:pt x="13145" y="3259"/>
                    <a:pt x="13160" y="3203"/>
                    <a:pt x="13045" y="3175"/>
                  </a:cubicBezTo>
                  <a:cubicBezTo>
                    <a:pt x="12916" y="3133"/>
                    <a:pt x="12931" y="3175"/>
                    <a:pt x="12773" y="3133"/>
                  </a:cubicBezTo>
                  <a:cubicBezTo>
                    <a:pt x="12602" y="3091"/>
                    <a:pt x="12630" y="2980"/>
                    <a:pt x="12502" y="3063"/>
                  </a:cubicBezTo>
                  <a:cubicBezTo>
                    <a:pt x="12373" y="3133"/>
                    <a:pt x="12259" y="3077"/>
                    <a:pt x="12316" y="3245"/>
                  </a:cubicBezTo>
                  <a:cubicBezTo>
                    <a:pt x="12387" y="3413"/>
                    <a:pt x="12387" y="3497"/>
                    <a:pt x="12330" y="3497"/>
                  </a:cubicBezTo>
                  <a:cubicBezTo>
                    <a:pt x="12259" y="3511"/>
                    <a:pt x="12201" y="3581"/>
                    <a:pt x="12244" y="3651"/>
                  </a:cubicBezTo>
                  <a:cubicBezTo>
                    <a:pt x="12287" y="3721"/>
                    <a:pt x="12459" y="3679"/>
                    <a:pt x="12316" y="3847"/>
                  </a:cubicBezTo>
                  <a:cubicBezTo>
                    <a:pt x="12173" y="4001"/>
                    <a:pt x="12115" y="4168"/>
                    <a:pt x="12187" y="4210"/>
                  </a:cubicBezTo>
                  <a:cubicBezTo>
                    <a:pt x="12259" y="4266"/>
                    <a:pt x="12359" y="4364"/>
                    <a:pt x="12316" y="4476"/>
                  </a:cubicBezTo>
                  <a:cubicBezTo>
                    <a:pt x="12273" y="4588"/>
                    <a:pt x="12287" y="4840"/>
                    <a:pt x="12073" y="4966"/>
                  </a:cubicBezTo>
                  <a:cubicBezTo>
                    <a:pt x="11858" y="5105"/>
                    <a:pt x="11844" y="5189"/>
                    <a:pt x="11844" y="5231"/>
                  </a:cubicBezTo>
                  <a:cubicBezTo>
                    <a:pt x="11829" y="5273"/>
                    <a:pt x="11801" y="5455"/>
                    <a:pt x="11858" y="5539"/>
                  </a:cubicBezTo>
                  <a:cubicBezTo>
                    <a:pt x="11915" y="5623"/>
                    <a:pt x="11944" y="5665"/>
                    <a:pt x="11887" y="5693"/>
                  </a:cubicBezTo>
                  <a:cubicBezTo>
                    <a:pt x="11844" y="5721"/>
                    <a:pt x="11758" y="5889"/>
                    <a:pt x="11686" y="5847"/>
                  </a:cubicBezTo>
                  <a:cubicBezTo>
                    <a:pt x="11629" y="5805"/>
                    <a:pt x="11572" y="5777"/>
                    <a:pt x="11515" y="5721"/>
                  </a:cubicBezTo>
                  <a:cubicBezTo>
                    <a:pt x="11472" y="5665"/>
                    <a:pt x="11372" y="5553"/>
                    <a:pt x="11458" y="5553"/>
                  </a:cubicBezTo>
                  <a:cubicBezTo>
                    <a:pt x="11529" y="5567"/>
                    <a:pt x="11658" y="5511"/>
                    <a:pt x="11586" y="5455"/>
                  </a:cubicBezTo>
                  <a:cubicBezTo>
                    <a:pt x="11529" y="5413"/>
                    <a:pt x="11486" y="5399"/>
                    <a:pt x="11500" y="5287"/>
                  </a:cubicBezTo>
                  <a:cubicBezTo>
                    <a:pt x="11515" y="5189"/>
                    <a:pt x="11443" y="4952"/>
                    <a:pt x="11386" y="4952"/>
                  </a:cubicBezTo>
                  <a:cubicBezTo>
                    <a:pt x="11329" y="4952"/>
                    <a:pt x="11171" y="4952"/>
                    <a:pt x="11171" y="4854"/>
                  </a:cubicBezTo>
                  <a:cubicBezTo>
                    <a:pt x="11157" y="4756"/>
                    <a:pt x="10814" y="4658"/>
                    <a:pt x="10714" y="4602"/>
                  </a:cubicBezTo>
                  <a:cubicBezTo>
                    <a:pt x="10628" y="4532"/>
                    <a:pt x="10585" y="4448"/>
                    <a:pt x="10413" y="4462"/>
                  </a:cubicBezTo>
                  <a:cubicBezTo>
                    <a:pt x="10227" y="4476"/>
                    <a:pt x="10227" y="4546"/>
                    <a:pt x="10242" y="4350"/>
                  </a:cubicBezTo>
                  <a:cubicBezTo>
                    <a:pt x="10242" y="4140"/>
                    <a:pt x="10342" y="4140"/>
                    <a:pt x="10213" y="4084"/>
                  </a:cubicBezTo>
                  <a:cubicBezTo>
                    <a:pt x="10070" y="4029"/>
                    <a:pt x="9956" y="4056"/>
                    <a:pt x="10056" y="3889"/>
                  </a:cubicBezTo>
                  <a:cubicBezTo>
                    <a:pt x="10170" y="3721"/>
                    <a:pt x="10013" y="3665"/>
                    <a:pt x="10213" y="3539"/>
                  </a:cubicBezTo>
                  <a:cubicBezTo>
                    <a:pt x="10413" y="3399"/>
                    <a:pt x="10585" y="3035"/>
                    <a:pt x="10599" y="3022"/>
                  </a:cubicBezTo>
                  <a:cubicBezTo>
                    <a:pt x="10628" y="2994"/>
                    <a:pt x="10742" y="3008"/>
                    <a:pt x="10800" y="2896"/>
                  </a:cubicBezTo>
                  <a:cubicBezTo>
                    <a:pt x="10842" y="2784"/>
                    <a:pt x="10771" y="2714"/>
                    <a:pt x="10957" y="2700"/>
                  </a:cubicBezTo>
                  <a:cubicBezTo>
                    <a:pt x="11143" y="2700"/>
                    <a:pt x="11171" y="2728"/>
                    <a:pt x="11257" y="2560"/>
                  </a:cubicBezTo>
                  <a:cubicBezTo>
                    <a:pt x="11357" y="2406"/>
                    <a:pt x="11486" y="2336"/>
                    <a:pt x="11329" y="2280"/>
                  </a:cubicBezTo>
                  <a:cubicBezTo>
                    <a:pt x="11186" y="2238"/>
                    <a:pt x="11057" y="2182"/>
                    <a:pt x="11114" y="2182"/>
                  </a:cubicBezTo>
                  <a:cubicBezTo>
                    <a:pt x="11186" y="2182"/>
                    <a:pt x="11400" y="2210"/>
                    <a:pt x="11443" y="2182"/>
                  </a:cubicBezTo>
                  <a:cubicBezTo>
                    <a:pt x="11472" y="2168"/>
                    <a:pt x="11715" y="2084"/>
                    <a:pt x="11643" y="2014"/>
                  </a:cubicBezTo>
                  <a:cubicBezTo>
                    <a:pt x="11558" y="1945"/>
                    <a:pt x="11500" y="1931"/>
                    <a:pt x="11572" y="1917"/>
                  </a:cubicBezTo>
                  <a:cubicBezTo>
                    <a:pt x="11629" y="1903"/>
                    <a:pt x="11701" y="1987"/>
                    <a:pt x="11758" y="1973"/>
                  </a:cubicBezTo>
                  <a:cubicBezTo>
                    <a:pt x="11815" y="1959"/>
                    <a:pt x="11801" y="1805"/>
                    <a:pt x="11858" y="1819"/>
                  </a:cubicBezTo>
                  <a:cubicBezTo>
                    <a:pt x="11930" y="1833"/>
                    <a:pt x="11987" y="1917"/>
                    <a:pt x="12073" y="1847"/>
                  </a:cubicBezTo>
                  <a:cubicBezTo>
                    <a:pt x="12158" y="1791"/>
                    <a:pt x="12344" y="1833"/>
                    <a:pt x="12316" y="1693"/>
                  </a:cubicBezTo>
                  <a:cubicBezTo>
                    <a:pt x="12287" y="1567"/>
                    <a:pt x="12130" y="1581"/>
                    <a:pt x="12216" y="1497"/>
                  </a:cubicBezTo>
                  <a:cubicBezTo>
                    <a:pt x="12316" y="1413"/>
                    <a:pt x="12330" y="1371"/>
                    <a:pt x="12273" y="1315"/>
                  </a:cubicBezTo>
                  <a:cubicBezTo>
                    <a:pt x="12216" y="1259"/>
                    <a:pt x="12273" y="1203"/>
                    <a:pt x="12187" y="1175"/>
                  </a:cubicBezTo>
                  <a:cubicBezTo>
                    <a:pt x="12115" y="1133"/>
                    <a:pt x="11887" y="1175"/>
                    <a:pt x="11872" y="1231"/>
                  </a:cubicBezTo>
                  <a:cubicBezTo>
                    <a:pt x="11858" y="1287"/>
                    <a:pt x="11758" y="1371"/>
                    <a:pt x="11672" y="1497"/>
                  </a:cubicBezTo>
                  <a:cubicBezTo>
                    <a:pt x="11586" y="1623"/>
                    <a:pt x="11572" y="1665"/>
                    <a:pt x="11515" y="1651"/>
                  </a:cubicBezTo>
                  <a:cubicBezTo>
                    <a:pt x="11458" y="1637"/>
                    <a:pt x="11429" y="1763"/>
                    <a:pt x="11458" y="1623"/>
                  </a:cubicBezTo>
                  <a:cubicBezTo>
                    <a:pt x="11486" y="1469"/>
                    <a:pt x="11515" y="1483"/>
                    <a:pt x="11500" y="1427"/>
                  </a:cubicBezTo>
                  <a:cubicBezTo>
                    <a:pt x="11472" y="1385"/>
                    <a:pt x="11400" y="1301"/>
                    <a:pt x="11343" y="1287"/>
                  </a:cubicBezTo>
                  <a:cubicBezTo>
                    <a:pt x="11300" y="1273"/>
                    <a:pt x="11257" y="1259"/>
                    <a:pt x="11200" y="1343"/>
                  </a:cubicBezTo>
                  <a:cubicBezTo>
                    <a:pt x="11157" y="1427"/>
                    <a:pt x="11157" y="1189"/>
                    <a:pt x="11100" y="1147"/>
                  </a:cubicBezTo>
                  <a:cubicBezTo>
                    <a:pt x="11057" y="1119"/>
                    <a:pt x="11171" y="1091"/>
                    <a:pt x="11057" y="980"/>
                  </a:cubicBezTo>
                  <a:cubicBezTo>
                    <a:pt x="10943" y="868"/>
                    <a:pt x="11000" y="714"/>
                    <a:pt x="10914" y="686"/>
                  </a:cubicBezTo>
                  <a:cubicBezTo>
                    <a:pt x="10828" y="658"/>
                    <a:pt x="10814" y="658"/>
                    <a:pt x="10842" y="574"/>
                  </a:cubicBezTo>
                  <a:cubicBezTo>
                    <a:pt x="10871" y="476"/>
                    <a:pt x="10699" y="378"/>
                    <a:pt x="10914" y="420"/>
                  </a:cubicBezTo>
                  <a:cubicBezTo>
                    <a:pt x="11129" y="462"/>
                    <a:pt x="11129" y="490"/>
                    <a:pt x="11214" y="392"/>
                  </a:cubicBezTo>
                  <a:cubicBezTo>
                    <a:pt x="11314" y="308"/>
                    <a:pt x="11529" y="224"/>
                    <a:pt x="11429" y="154"/>
                  </a:cubicBezTo>
                  <a:cubicBezTo>
                    <a:pt x="11314" y="70"/>
                    <a:pt x="11157" y="42"/>
                    <a:pt x="11100" y="14"/>
                  </a:cubicBezTo>
                  <a:cubicBezTo>
                    <a:pt x="11057" y="0"/>
                    <a:pt x="10800" y="56"/>
                    <a:pt x="10800" y="56"/>
                  </a:cubicBezTo>
                  <a:cubicBezTo>
                    <a:pt x="10800" y="56"/>
                    <a:pt x="10671" y="364"/>
                    <a:pt x="10657" y="378"/>
                  </a:cubicBezTo>
                  <a:cubicBezTo>
                    <a:pt x="10642" y="406"/>
                    <a:pt x="10757" y="434"/>
                    <a:pt x="10657" y="602"/>
                  </a:cubicBezTo>
                  <a:cubicBezTo>
                    <a:pt x="10571" y="770"/>
                    <a:pt x="10485" y="714"/>
                    <a:pt x="10471" y="868"/>
                  </a:cubicBezTo>
                  <a:cubicBezTo>
                    <a:pt x="10442" y="1007"/>
                    <a:pt x="10456" y="1161"/>
                    <a:pt x="10456" y="1161"/>
                  </a:cubicBezTo>
                  <a:cubicBezTo>
                    <a:pt x="10456" y="1161"/>
                    <a:pt x="10642" y="1259"/>
                    <a:pt x="10628" y="1259"/>
                  </a:cubicBezTo>
                  <a:cubicBezTo>
                    <a:pt x="10599" y="1259"/>
                    <a:pt x="10742" y="1399"/>
                    <a:pt x="10685" y="1427"/>
                  </a:cubicBezTo>
                  <a:cubicBezTo>
                    <a:pt x="10628" y="1455"/>
                    <a:pt x="10728" y="1525"/>
                    <a:pt x="10571" y="1525"/>
                  </a:cubicBezTo>
                  <a:cubicBezTo>
                    <a:pt x="10413" y="1525"/>
                    <a:pt x="10270" y="1469"/>
                    <a:pt x="10313" y="1455"/>
                  </a:cubicBezTo>
                  <a:cubicBezTo>
                    <a:pt x="10356" y="1441"/>
                    <a:pt x="10513" y="1399"/>
                    <a:pt x="10471" y="1343"/>
                  </a:cubicBezTo>
                  <a:cubicBezTo>
                    <a:pt x="10428" y="1287"/>
                    <a:pt x="10270" y="1133"/>
                    <a:pt x="10199" y="1189"/>
                  </a:cubicBezTo>
                  <a:cubicBezTo>
                    <a:pt x="10142" y="1245"/>
                    <a:pt x="9898" y="1329"/>
                    <a:pt x="9941" y="1343"/>
                  </a:cubicBezTo>
                  <a:cubicBezTo>
                    <a:pt x="9984" y="1371"/>
                    <a:pt x="10199" y="1427"/>
                    <a:pt x="10127" y="1469"/>
                  </a:cubicBezTo>
                  <a:cubicBezTo>
                    <a:pt x="10041" y="1511"/>
                    <a:pt x="9984" y="1637"/>
                    <a:pt x="9884" y="1623"/>
                  </a:cubicBezTo>
                  <a:cubicBezTo>
                    <a:pt x="9784" y="1623"/>
                    <a:pt x="9527" y="1609"/>
                    <a:pt x="9426" y="1581"/>
                  </a:cubicBezTo>
                  <a:cubicBezTo>
                    <a:pt x="9326" y="1567"/>
                    <a:pt x="9212" y="1483"/>
                    <a:pt x="9341" y="1427"/>
                  </a:cubicBezTo>
                  <a:cubicBezTo>
                    <a:pt x="9469" y="1385"/>
                    <a:pt x="8897" y="1385"/>
                    <a:pt x="8826" y="1469"/>
                  </a:cubicBezTo>
                  <a:cubicBezTo>
                    <a:pt x="8754" y="1553"/>
                    <a:pt x="8754" y="1595"/>
                    <a:pt x="8640" y="1581"/>
                  </a:cubicBezTo>
                  <a:cubicBezTo>
                    <a:pt x="8511" y="1581"/>
                    <a:pt x="7925" y="1581"/>
                    <a:pt x="7925" y="1581"/>
                  </a:cubicBezTo>
                  <a:cubicBezTo>
                    <a:pt x="7925" y="1581"/>
                    <a:pt x="8125" y="1483"/>
                    <a:pt x="7953" y="1385"/>
                  </a:cubicBezTo>
                  <a:cubicBezTo>
                    <a:pt x="7767" y="1301"/>
                    <a:pt x="7639" y="1329"/>
                    <a:pt x="7610" y="1329"/>
                  </a:cubicBezTo>
                  <a:cubicBezTo>
                    <a:pt x="7581" y="1329"/>
                    <a:pt x="7538" y="1329"/>
                    <a:pt x="7438" y="1273"/>
                  </a:cubicBezTo>
                  <a:cubicBezTo>
                    <a:pt x="7338" y="1231"/>
                    <a:pt x="7238" y="1189"/>
                    <a:pt x="7209" y="1175"/>
                  </a:cubicBezTo>
                  <a:cubicBezTo>
                    <a:pt x="7181" y="1147"/>
                    <a:pt x="7009" y="1133"/>
                    <a:pt x="6966" y="1161"/>
                  </a:cubicBezTo>
                  <a:cubicBezTo>
                    <a:pt x="6923" y="1175"/>
                    <a:pt x="6923" y="1259"/>
                    <a:pt x="6895" y="1259"/>
                  </a:cubicBezTo>
                  <a:cubicBezTo>
                    <a:pt x="6852" y="1273"/>
                    <a:pt x="6809" y="1273"/>
                    <a:pt x="6809" y="1161"/>
                  </a:cubicBezTo>
                  <a:cubicBezTo>
                    <a:pt x="6809" y="1049"/>
                    <a:pt x="6709" y="1119"/>
                    <a:pt x="6709" y="1119"/>
                  </a:cubicBezTo>
                  <a:cubicBezTo>
                    <a:pt x="6652" y="1231"/>
                    <a:pt x="6652" y="1231"/>
                    <a:pt x="6652" y="1231"/>
                  </a:cubicBezTo>
                  <a:cubicBezTo>
                    <a:pt x="6652" y="1231"/>
                    <a:pt x="6594" y="1231"/>
                    <a:pt x="6566" y="1175"/>
                  </a:cubicBezTo>
                  <a:cubicBezTo>
                    <a:pt x="6551" y="1133"/>
                    <a:pt x="6551" y="1091"/>
                    <a:pt x="6509" y="1063"/>
                  </a:cubicBezTo>
                  <a:cubicBezTo>
                    <a:pt x="6466" y="1035"/>
                    <a:pt x="6537" y="1021"/>
                    <a:pt x="6423" y="1021"/>
                  </a:cubicBezTo>
                  <a:cubicBezTo>
                    <a:pt x="6323" y="1035"/>
                    <a:pt x="6323" y="1147"/>
                    <a:pt x="6265" y="1133"/>
                  </a:cubicBezTo>
                  <a:cubicBezTo>
                    <a:pt x="6194" y="1133"/>
                    <a:pt x="6294" y="966"/>
                    <a:pt x="6051" y="1077"/>
                  </a:cubicBezTo>
                  <a:cubicBezTo>
                    <a:pt x="5793" y="1203"/>
                    <a:pt x="5464" y="1245"/>
                    <a:pt x="5307" y="1329"/>
                  </a:cubicBezTo>
                  <a:cubicBezTo>
                    <a:pt x="5150" y="1399"/>
                    <a:pt x="5107" y="1329"/>
                    <a:pt x="4778" y="1189"/>
                  </a:cubicBezTo>
                  <a:cubicBezTo>
                    <a:pt x="4435" y="1049"/>
                    <a:pt x="4063" y="1161"/>
                    <a:pt x="3405" y="993"/>
                  </a:cubicBezTo>
                  <a:cubicBezTo>
                    <a:pt x="2747" y="840"/>
                    <a:pt x="2647" y="938"/>
                    <a:pt x="2432" y="993"/>
                  </a:cubicBezTo>
                  <a:cubicBezTo>
                    <a:pt x="2218" y="1049"/>
                    <a:pt x="2032" y="993"/>
                    <a:pt x="1874" y="1147"/>
                  </a:cubicBezTo>
                  <a:cubicBezTo>
                    <a:pt x="1717" y="1301"/>
                    <a:pt x="1745" y="1371"/>
                    <a:pt x="1545" y="1399"/>
                  </a:cubicBezTo>
                  <a:cubicBezTo>
                    <a:pt x="1345" y="1413"/>
                    <a:pt x="1188" y="1469"/>
                    <a:pt x="1216" y="1511"/>
                  </a:cubicBezTo>
                  <a:cubicBezTo>
                    <a:pt x="1245" y="1553"/>
                    <a:pt x="1402" y="1581"/>
                    <a:pt x="1445" y="1609"/>
                  </a:cubicBezTo>
                  <a:cubicBezTo>
                    <a:pt x="1488" y="1637"/>
                    <a:pt x="1474" y="1805"/>
                    <a:pt x="1588" y="1847"/>
                  </a:cubicBezTo>
                  <a:cubicBezTo>
                    <a:pt x="1717" y="1889"/>
                    <a:pt x="1931" y="1861"/>
                    <a:pt x="1874" y="1931"/>
                  </a:cubicBezTo>
                  <a:cubicBezTo>
                    <a:pt x="1831" y="1987"/>
                    <a:pt x="1688" y="2182"/>
                    <a:pt x="1631" y="2126"/>
                  </a:cubicBezTo>
                  <a:cubicBezTo>
                    <a:pt x="1560" y="2070"/>
                    <a:pt x="1488" y="1987"/>
                    <a:pt x="1402" y="1987"/>
                  </a:cubicBezTo>
                  <a:cubicBezTo>
                    <a:pt x="1316" y="1987"/>
                    <a:pt x="1130" y="2042"/>
                    <a:pt x="1059" y="2084"/>
                  </a:cubicBezTo>
                  <a:cubicBezTo>
                    <a:pt x="987" y="2126"/>
                    <a:pt x="859" y="2140"/>
                    <a:pt x="873" y="2224"/>
                  </a:cubicBezTo>
                  <a:cubicBezTo>
                    <a:pt x="887" y="2308"/>
                    <a:pt x="987" y="2266"/>
                    <a:pt x="973" y="2336"/>
                  </a:cubicBezTo>
                  <a:cubicBezTo>
                    <a:pt x="959" y="2420"/>
                    <a:pt x="830" y="2350"/>
                    <a:pt x="830" y="2448"/>
                  </a:cubicBezTo>
                  <a:cubicBezTo>
                    <a:pt x="844" y="2546"/>
                    <a:pt x="1116" y="2616"/>
                    <a:pt x="1245" y="2574"/>
                  </a:cubicBezTo>
                  <a:cubicBezTo>
                    <a:pt x="1374" y="2532"/>
                    <a:pt x="1459" y="2392"/>
                    <a:pt x="1531" y="2490"/>
                  </a:cubicBezTo>
                  <a:cubicBezTo>
                    <a:pt x="1602" y="2588"/>
                    <a:pt x="1645" y="2812"/>
                    <a:pt x="1488" y="2854"/>
                  </a:cubicBezTo>
                  <a:cubicBezTo>
                    <a:pt x="1331" y="2896"/>
                    <a:pt x="916" y="2994"/>
                    <a:pt x="873" y="3091"/>
                  </a:cubicBezTo>
                  <a:cubicBezTo>
                    <a:pt x="844" y="3203"/>
                    <a:pt x="716" y="3385"/>
                    <a:pt x="658" y="3399"/>
                  </a:cubicBezTo>
                  <a:cubicBezTo>
                    <a:pt x="601" y="3399"/>
                    <a:pt x="601" y="3553"/>
                    <a:pt x="658" y="3609"/>
                  </a:cubicBezTo>
                  <a:cubicBezTo>
                    <a:pt x="701" y="3665"/>
                    <a:pt x="644" y="3651"/>
                    <a:pt x="673" y="3763"/>
                  </a:cubicBezTo>
                  <a:cubicBezTo>
                    <a:pt x="701" y="3875"/>
                    <a:pt x="744" y="4001"/>
                    <a:pt x="844" y="3917"/>
                  </a:cubicBezTo>
                  <a:cubicBezTo>
                    <a:pt x="944" y="3847"/>
                    <a:pt x="1073" y="3917"/>
                    <a:pt x="1002" y="4015"/>
                  </a:cubicBezTo>
                  <a:cubicBezTo>
                    <a:pt x="930" y="4126"/>
                    <a:pt x="787" y="4182"/>
                    <a:pt x="1002" y="4182"/>
                  </a:cubicBezTo>
                  <a:cubicBezTo>
                    <a:pt x="1216" y="4182"/>
                    <a:pt x="1188" y="4084"/>
                    <a:pt x="1359" y="4140"/>
                  </a:cubicBezTo>
                  <a:cubicBezTo>
                    <a:pt x="1531" y="4210"/>
                    <a:pt x="1574" y="4126"/>
                    <a:pt x="1531" y="4252"/>
                  </a:cubicBezTo>
                  <a:cubicBezTo>
                    <a:pt x="1474" y="4392"/>
                    <a:pt x="1331" y="4574"/>
                    <a:pt x="1116" y="4672"/>
                  </a:cubicBezTo>
                  <a:cubicBezTo>
                    <a:pt x="902" y="4770"/>
                    <a:pt x="859" y="4756"/>
                    <a:pt x="687" y="4854"/>
                  </a:cubicBezTo>
                  <a:cubicBezTo>
                    <a:pt x="515" y="4952"/>
                    <a:pt x="0" y="5217"/>
                    <a:pt x="158" y="5203"/>
                  </a:cubicBezTo>
                  <a:cubicBezTo>
                    <a:pt x="329" y="5203"/>
                    <a:pt x="616" y="5008"/>
                    <a:pt x="687" y="4980"/>
                  </a:cubicBezTo>
                  <a:cubicBezTo>
                    <a:pt x="773" y="4952"/>
                    <a:pt x="801" y="5063"/>
                    <a:pt x="930" y="4980"/>
                  </a:cubicBezTo>
                  <a:cubicBezTo>
                    <a:pt x="1045" y="4896"/>
                    <a:pt x="1531" y="4546"/>
                    <a:pt x="1688" y="4448"/>
                  </a:cubicBezTo>
                  <a:cubicBezTo>
                    <a:pt x="1846" y="4350"/>
                    <a:pt x="2074" y="4294"/>
                    <a:pt x="2089" y="4154"/>
                  </a:cubicBezTo>
                  <a:cubicBezTo>
                    <a:pt x="2103" y="4015"/>
                    <a:pt x="2103" y="3889"/>
                    <a:pt x="2218" y="3861"/>
                  </a:cubicBezTo>
                  <a:cubicBezTo>
                    <a:pt x="2346" y="3819"/>
                    <a:pt x="2375" y="3721"/>
                    <a:pt x="2504" y="3637"/>
                  </a:cubicBezTo>
                  <a:cubicBezTo>
                    <a:pt x="2632" y="3539"/>
                    <a:pt x="2761" y="3413"/>
                    <a:pt x="2818" y="3441"/>
                  </a:cubicBezTo>
                  <a:cubicBezTo>
                    <a:pt x="2875" y="3469"/>
                    <a:pt x="2761" y="3525"/>
                    <a:pt x="2661" y="3595"/>
                  </a:cubicBezTo>
                  <a:cubicBezTo>
                    <a:pt x="2546" y="3651"/>
                    <a:pt x="2446" y="3735"/>
                    <a:pt x="2432" y="3861"/>
                  </a:cubicBezTo>
                  <a:cubicBezTo>
                    <a:pt x="2418" y="4001"/>
                    <a:pt x="2232" y="4140"/>
                    <a:pt x="2389" y="4070"/>
                  </a:cubicBezTo>
                  <a:cubicBezTo>
                    <a:pt x="2532" y="4001"/>
                    <a:pt x="2632" y="3903"/>
                    <a:pt x="2732" y="3847"/>
                  </a:cubicBezTo>
                  <a:cubicBezTo>
                    <a:pt x="2847" y="3791"/>
                    <a:pt x="2918" y="3875"/>
                    <a:pt x="2961" y="3749"/>
                  </a:cubicBezTo>
                  <a:cubicBezTo>
                    <a:pt x="3004" y="3623"/>
                    <a:pt x="2947" y="3511"/>
                    <a:pt x="3061" y="3581"/>
                  </a:cubicBezTo>
                  <a:cubicBezTo>
                    <a:pt x="3162" y="3637"/>
                    <a:pt x="3305" y="3763"/>
                    <a:pt x="3433" y="3819"/>
                  </a:cubicBezTo>
                  <a:cubicBezTo>
                    <a:pt x="3562" y="3875"/>
                    <a:pt x="3562" y="3749"/>
                    <a:pt x="3877" y="3889"/>
                  </a:cubicBezTo>
                  <a:cubicBezTo>
                    <a:pt x="4206" y="4029"/>
                    <a:pt x="4191" y="3945"/>
                    <a:pt x="4234" y="4182"/>
                  </a:cubicBezTo>
                  <a:cubicBezTo>
                    <a:pt x="4263" y="4406"/>
                    <a:pt x="4392" y="4196"/>
                    <a:pt x="4477" y="4238"/>
                  </a:cubicBezTo>
                  <a:cubicBezTo>
                    <a:pt x="4578" y="4280"/>
                    <a:pt x="4678" y="4280"/>
                    <a:pt x="4692" y="4462"/>
                  </a:cubicBezTo>
                  <a:cubicBezTo>
                    <a:pt x="4721" y="4658"/>
                    <a:pt x="4749" y="4728"/>
                    <a:pt x="4721" y="4854"/>
                  </a:cubicBezTo>
                  <a:cubicBezTo>
                    <a:pt x="4692" y="4980"/>
                    <a:pt x="4878" y="4938"/>
                    <a:pt x="4892" y="5077"/>
                  </a:cubicBezTo>
                  <a:cubicBezTo>
                    <a:pt x="4892" y="5203"/>
                    <a:pt x="4878" y="5371"/>
                    <a:pt x="4892" y="5413"/>
                  </a:cubicBezTo>
                  <a:cubicBezTo>
                    <a:pt x="4907" y="5441"/>
                    <a:pt x="5121" y="5469"/>
                    <a:pt x="5064" y="5567"/>
                  </a:cubicBezTo>
                  <a:cubicBezTo>
                    <a:pt x="5021" y="5665"/>
                    <a:pt x="5035" y="5763"/>
                    <a:pt x="5078" y="5861"/>
                  </a:cubicBezTo>
                  <a:cubicBezTo>
                    <a:pt x="5135" y="5945"/>
                    <a:pt x="5193" y="5973"/>
                    <a:pt x="5321" y="6098"/>
                  </a:cubicBezTo>
                  <a:cubicBezTo>
                    <a:pt x="5450" y="6224"/>
                    <a:pt x="5708" y="6448"/>
                    <a:pt x="5622" y="6476"/>
                  </a:cubicBezTo>
                  <a:cubicBezTo>
                    <a:pt x="5550" y="6518"/>
                    <a:pt x="5464" y="6448"/>
                    <a:pt x="5379" y="6546"/>
                  </a:cubicBezTo>
                  <a:cubicBezTo>
                    <a:pt x="5293" y="6644"/>
                    <a:pt x="5350" y="6672"/>
                    <a:pt x="5278" y="6938"/>
                  </a:cubicBezTo>
                  <a:cubicBezTo>
                    <a:pt x="5207" y="7189"/>
                    <a:pt x="5221" y="7203"/>
                    <a:pt x="5150" y="7399"/>
                  </a:cubicBezTo>
                  <a:cubicBezTo>
                    <a:pt x="5064" y="7609"/>
                    <a:pt x="5021" y="7665"/>
                    <a:pt x="4992" y="7833"/>
                  </a:cubicBezTo>
                  <a:cubicBezTo>
                    <a:pt x="4964" y="8001"/>
                    <a:pt x="4892" y="8112"/>
                    <a:pt x="5021" y="8266"/>
                  </a:cubicBezTo>
                  <a:cubicBezTo>
                    <a:pt x="5150" y="8420"/>
                    <a:pt x="4949" y="8434"/>
                    <a:pt x="5121" y="8658"/>
                  </a:cubicBezTo>
                  <a:cubicBezTo>
                    <a:pt x="5293" y="8882"/>
                    <a:pt x="5379" y="8826"/>
                    <a:pt x="5464" y="8966"/>
                  </a:cubicBezTo>
                  <a:cubicBezTo>
                    <a:pt x="5565" y="9106"/>
                    <a:pt x="5822" y="9064"/>
                    <a:pt x="5750" y="9245"/>
                  </a:cubicBezTo>
                  <a:cubicBezTo>
                    <a:pt x="5679" y="9427"/>
                    <a:pt x="5708" y="9525"/>
                    <a:pt x="5836" y="9665"/>
                  </a:cubicBezTo>
                  <a:cubicBezTo>
                    <a:pt x="5979" y="9805"/>
                    <a:pt x="5994" y="9847"/>
                    <a:pt x="5936" y="9903"/>
                  </a:cubicBezTo>
                  <a:cubicBezTo>
                    <a:pt x="5879" y="9959"/>
                    <a:pt x="5793" y="10015"/>
                    <a:pt x="5851" y="10043"/>
                  </a:cubicBezTo>
                  <a:cubicBezTo>
                    <a:pt x="5893" y="10071"/>
                    <a:pt x="5965" y="10057"/>
                    <a:pt x="6037" y="10168"/>
                  </a:cubicBezTo>
                  <a:cubicBezTo>
                    <a:pt x="6108" y="10294"/>
                    <a:pt x="6108" y="10392"/>
                    <a:pt x="6151" y="10434"/>
                  </a:cubicBezTo>
                  <a:cubicBezTo>
                    <a:pt x="6194" y="10476"/>
                    <a:pt x="6308" y="10560"/>
                    <a:pt x="6294" y="10602"/>
                  </a:cubicBezTo>
                  <a:cubicBezTo>
                    <a:pt x="6294" y="10658"/>
                    <a:pt x="6451" y="10714"/>
                    <a:pt x="6451" y="10644"/>
                  </a:cubicBezTo>
                  <a:cubicBezTo>
                    <a:pt x="6451" y="10574"/>
                    <a:pt x="6551" y="10658"/>
                    <a:pt x="6451" y="10434"/>
                  </a:cubicBezTo>
                  <a:cubicBezTo>
                    <a:pt x="6337" y="10210"/>
                    <a:pt x="6165" y="10029"/>
                    <a:pt x="6108" y="9889"/>
                  </a:cubicBezTo>
                  <a:cubicBezTo>
                    <a:pt x="6065" y="9749"/>
                    <a:pt x="5994" y="9553"/>
                    <a:pt x="6022" y="9497"/>
                  </a:cubicBezTo>
                  <a:cubicBezTo>
                    <a:pt x="6037" y="9441"/>
                    <a:pt x="6065" y="9287"/>
                    <a:pt x="6165" y="9371"/>
                  </a:cubicBezTo>
                  <a:cubicBezTo>
                    <a:pt x="6265" y="9455"/>
                    <a:pt x="6180" y="9609"/>
                    <a:pt x="6280" y="9791"/>
                  </a:cubicBezTo>
                  <a:cubicBezTo>
                    <a:pt x="6380" y="9973"/>
                    <a:pt x="6737" y="10364"/>
                    <a:pt x="6795" y="10434"/>
                  </a:cubicBezTo>
                  <a:cubicBezTo>
                    <a:pt x="6838" y="10504"/>
                    <a:pt x="7038" y="10784"/>
                    <a:pt x="6981" y="10924"/>
                  </a:cubicBezTo>
                  <a:cubicBezTo>
                    <a:pt x="6909" y="11064"/>
                    <a:pt x="6880" y="11078"/>
                    <a:pt x="6981" y="11134"/>
                  </a:cubicBezTo>
                  <a:cubicBezTo>
                    <a:pt x="7081" y="11189"/>
                    <a:pt x="7925" y="11623"/>
                    <a:pt x="8039" y="11623"/>
                  </a:cubicBezTo>
                  <a:cubicBezTo>
                    <a:pt x="8153" y="11637"/>
                    <a:pt x="8382" y="11525"/>
                    <a:pt x="8468" y="11581"/>
                  </a:cubicBezTo>
                  <a:cubicBezTo>
                    <a:pt x="8568" y="11623"/>
                    <a:pt x="8740" y="11861"/>
                    <a:pt x="8840" y="11861"/>
                  </a:cubicBezTo>
                  <a:cubicBezTo>
                    <a:pt x="8926" y="11861"/>
                    <a:pt x="9097" y="11819"/>
                    <a:pt x="9083" y="11917"/>
                  </a:cubicBezTo>
                  <a:cubicBezTo>
                    <a:pt x="9055" y="12015"/>
                    <a:pt x="8969" y="12155"/>
                    <a:pt x="9069" y="12099"/>
                  </a:cubicBezTo>
                  <a:cubicBezTo>
                    <a:pt x="9169" y="12043"/>
                    <a:pt x="9226" y="11931"/>
                    <a:pt x="9312" y="11987"/>
                  </a:cubicBezTo>
                  <a:cubicBezTo>
                    <a:pt x="9398" y="12043"/>
                    <a:pt x="9541" y="12183"/>
                    <a:pt x="9555" y="12294"/>
                  </a:cubicBezTo>
                  <a:cubicBezTo>
                    <a:pt x="9584" y="12406"/>
                    <a:pt x="9670" y="12476"/>
                    <a:pt x="9741" y="12434"/>
                  </a:cubicBezTo>
                  <a:cubicBezTo>
                    <a:pt x="9813" y="12392"/>
                    <a:pt x="9927" y="12490"/>
                    <a:pt x="9941" y="12560"/>
                  </a:cubicBezTo>
                  <a:cubicBezTo>
                    <a:pt x="9970" y="12630"/>
                    <a:pt x="10013" y="12686"/>
                    <a:pt x="10084" y="12672"/>
                  </a:cubicBezTo>
                  <a:cubicBezTo>
                    <a:pt x="10156" y="12644"/>
                    <a:pt x="10213" y="12672"/>
                    <a:pt x="10213" y="12728"/>
                  </a:cubicBezTo>
                  <a:cubicBezTo>
                    <a:pt x="10213" y="12770"/>
                    <a:pt x="10256" y="12840"/>
                    <a:pt x="10313" y="12770"/>
                  </a:cubicBezTo>
                  <a:cubicBezTo>
                    <a:pt x="10385" y="12700"/>
                    <a:pt x="10370" y="12630"/>
                    <a:pt x="10399" y="12630"/>
                  </a:cubicBezTo>
                  <a:cubicBezTo>
                    <a:pt x="10428" y="12630"/>
                    <a:pt x="10542" y="12574"/>
                    <a:pt x="10556" y="12658"/>
                  </a:cubicBezTo>
                  <a:cubicBezTo>
                    <a:pt x="10571" y="12742"/>
                    <a:pt x="10699" y="12882"/>
                    <a:pt x="10657" y="13022"/>
                  </a:cubicBezTo>
                  <a:cubicBezTo>
                    <a:pt x="10599" y="13148"/>
                    <a:pt x="10671" y="13343"/>
                    <a:pt x="10513" y="13357"/>
                  </a:cubicBezTo>
                  <a:cubicBezTo>
                    <a:pt x="10342" y="13371"/>
                    <a:pt x="10299" y="13469"/>
                    <a:pt x="10356" y="13539"/>
                  </a:cubicBezTo>
                  <a:cubicBezTo>
                    <a:pt x="10413" y="13595"/>
                    <a:pt x="10313" y="13553"/>
                    <a:pt x="10213" y="13623"/>
                  </a:cubicBezTo>
                  <a:cubicBezTo>
                    <a:pt x="10127" y="13693"/>
                    <a:pt x="9956" y="13637"/>
                    <a:pt x="9999" y="13777"/>
                  </a:cubicBezTo>
                  <a:cubicBezTo>
                    <a:pt x="10056" y="13917"/>
                    <a:pt x="9984" y="14099"/>
                    <a:pt x="9984" y="14099"/>
                  </a:cubicBezTo>
                  <a:cubicBezTo>
                    <a:pt x="9984" y="14099"/>
                    <a:pt x="10170" y="14183"/>
                    <a:pt x="10056" y="14197"/>
                  </a:cubicBezTo>
                  <a:cubicBezTo>
                    <a:pt x="9927" y="14211"/>
                    <a:pt x="9941" y="14238"/>
                    <a:pt x="9898" y="14364"/>
                  </a:cubicBezTo>
                  <a:cubicBezTo>
                    <a:pt x="9870" y="14490"/>
                    <a:pt x="9870" y="14658"/>
                    <a:pt x="9913" y="14658"/>
                  </a:cubicBezTo>
                  <a:cubicBezTo>
                    <a:pt x="9956" y="14644"/>
                    <a:pt x="10199" y="14924"/>
                    <a:pt x="10227" y="15092"/>
                  </a:cubicBezTo>
                  <a:cubicBezTo>
                    <a:pt x="10256" y="15259"/>
                    <a:pt x="10356" y="15483"/>
                    <a:pt x="10385" y="15651"/>
                  </a:cubicBezTo>
                  <a:cubicBezTo>
                    <a:pt x="10399" y="15819"/>
                    <a:pt x="10628" y="15875"/>
                    <a:pt x="10728" y="15917"/>
                  </a:cubicBezTo>
                  <a:cubicBezTo>
                    <a:pt x="10814" y="15959"/>
                    <a:pt x="11028" y="16029"/>
                    <a:pt x="11043" y="16127"/>
                  </a:cubicBezTo>
                  <a:cubicBezTo>
                    <a:pt x="11071" y="16211"/>
                    <a:pt x="11171" y="16113"/>
                    <a:pt x="11143" y="16350"/>
                  </a:cubicBezTo>
                  <a:cubicBezTo>
                    <a:pt x="11129" y="16588"/>
                    <a:pt x="11043" y="16966"/>
                    <a:pt x="10957" y="17134"/>
                  </a:cubicBezTo>
                  <a:cubicBezTo>
                    <a:pt x="10871" y="17315"/>
                    <a:pt x="10871" y="17357"/>
                    <a:pt x="10800" y="17623"/>
                  </a:cubicBezTo>
                  <a:cubicBezTo>
                    <a:pt x="10728" y="17889"/>
                    <a:pt x="10757" y="17959"/>
                    <a:pt x="10714" y="18057"/>
                  </a:cubicBezTo>
                  <a:cubicBezTo>
                    <a:pt x="10671" y="18155"/>
                    <a:pt x="10571" y="18560"/>
                    <a:pt x="10442" y="18714"/>
                  </a:cubicBezTo>
                  <a:cubicBezTo>
                    <a:pt x="10299" y="18868"/>
                    <a:pt x="10170" y="18882"/>
                    <a:pt x="10156" y="19120"/>
                  </a:cubicBezTo>
                  <a:cubicBezTo>
                    <a:pt x="10127" y="19357"/>
                    <a:pt x="10027" y="19483"/>
                    <a:pt x="9984" y="19637"/>
                  </a:cubicBezTo>
                  <a:cubicBezTo>
                    <a:pt x="9941" y="19805"/>
                    <a:pt x="9841" y="20015"/>
                    <a:pt x="9856" y="20085"/>
                  </a:cubicBezTo>
                  <a:cubicBezTo>
                    <a:pt x="9856" y="20169"/>
                    <a:pt x="9970" y="20071"/>
                    <a:pt x="9970" y="20071"/>
                  </a:cubicBezTo>
                  <a:cubicBezTo>
                    <a:pt x="9970" y="20071"/>
                    <a:pt x="10113" y="19791"/>
                    <a:pt x="10156" y="19805"/>
                  </a:cubicBezTo>
                  <a:cubicBezTo>
                    <a:pt x="10199" y="19805"/>
                    <a:pt x="10185" y="19749"/>
                    <a:pt x="10185" y="19903"/>
                  </a:cubicBezTo>
                  <a:cubicBezTo>
                    <a:pt x="10185" y="20057"/>
                    <a:pt x="10056" y="20239"/>
                    <a:pt x="9970" y="20295"/>
                  </a:cubicBezTo>
                  <a:cubicBezTo>
                    <a:pt x="9898" y="20364"/>
                    <a:pt x="9898" y="20364"/>
                    <a:pt x="9755" y="20462"/>
                  </a:cubicBezTo>
                  <a:cubicBezTo>
                    <a:pt x="9612" y="20560"/>
                    <a:pt x="9612" y="20644"/>
                    <a:pt x="9612" y="20686"/>
                  </a:cubicBezTo>
                  <a:cubicBezTo>
                    <a:pt x="9612" y="20714"/>
                    <a:pt x="9727" y="20756"/>
                    <a:pt x="9670" y="20784"/>
                  </a:cubicBezTo>
                  <a:cubicBezTo>
                    <a:pt x="9612" y="20812"/>
                    <a:pt x="9641" y="20840"/>
                    <a:pt x="9584" y="20882"/>
                  </a:cubicBezTo>
                  <a:cubicBezTo>
                    <a:pt x="9541" y="20910"/>
                    <a:pt x="9441" y="20952"/>
                    <a:pt x="9484" y="21008"/>
                  </a:cubicBezTo>
                  <a:cubicBezTo>
                    <a:pt x="9527" y="21078"/>
                    <a:pt x="9426" y="21218"/>
                    <a:pt x="9441" y="21316"/>
                  </a:cubicBezTo>
                  <a:cubicBezTo>
                    <a:pt x="9441" y="21399"/>
                    <a:pt x="9527" y="21553"/>
                    <a:pt x="9527" y="21553"/>
                  </a:cubicBezTo>
                  <a:cubicBezTo>
                    <a:pt x="9527" y="21553"/>
                    <a:pt x="9641" y="21861"/>
                    <a:pt x="9698" y="21903"/>
                  </a:cubicBezTo>
                  <a:cubicBezTo>
                    <a:pt x="9755" y="21959"/>
                    <a:pt x="9884" y="21987"/>
                    <a:pt x="9870" y="22043"/>
                  </a:cubicBezTo>
                  <a:cubicBezTo>
                    <a:pt x="9856" y="22113"/>
                    <a:pt x="9984" y="22071"/>
                    <a:pt x="10113" y="22127"/>
                  </a:cubicBezTo>
                  <a:cubicBezTo>
                    <a:pt x="10242" y="22183"/>
                    <a:pt x="10156" y="22392"/>
                    <a:pt x="10399" y="22337"/>
                  </a:cubicBezTo>
                  <a:cubicBezTo>
                    <a:pt x="10642" y="22295"/>
                    <a:pt x="10857" y="22309"/>
                    <a:pt x="10857" y="22309"/>
                  </a:cubicBezTo>
                  <a:cubicBezTo>
                    <a:pt x="10857" y="22309"/>
                    <a:pt x="10885" y="22337"/>
                    <a:pt x="10971" y="22351"/>
                  </a:cubicBezTo>
                  <a:cubicBezTo>
                    <a:pt x="11057" y="22364"/>
                    <a:pt x="11300" y="22309"/>
                    <a:pt x="11300" y="22309"/>
                  </a:cubicBezTo>
                  <a:lnTo>
                    <a:pt x="11329" y="22267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16"/>
            <p:cNvSpPr/>
            <p:nvPr/>
          </p:nvSpPr>
          <p:spPr>
            <a:xfrm>
              <a:off x="2957513" y="1154113"/>
              <a:ext cx="1628772" cy="1438276"/>
            </a:xfrm>
            <a:custGeom>
              <a:avLst/>
              <a:gdLst/>
              <a:ahLst/>
              <a:cxnLst/>
              <a:rect l="l" t="t" r="r" b="b"/>
              <a:pathLst>
                <a:path w="7864" h="6944" extrusionOk="0">
                  <a:moveTo>
                    <a:pt x="958" y="1384"/>
                  </a:moveTo>
                  <a:cubicBezTo>
                    <a:pt x="887" y="1398"/>
                    <a:pt x="858" y="1537"/>
                    <a:pt x="887" y="1537"/>
                  </a:cubicBezTo>
                  <a:cubicBezTo>
                    <a:pt x="916" y="1551"/>
                    <a:pt x="1044" y="1481"/>
                    <a:pt x="1202" y="1537"/>
                  </a:cubicBezTo>
                  <a:cubicBezTo>
                    <a:pt x="1359" y="1607"/>
                    <a:pt x="1244" y="1705"/>
                    <a:pt x="1159" y="1719"/>
                  </a:cubicBezTo>
                  <a:cubicBezTo>
                    <a:pt x="1087" y="1747"/>
                    <a:pt x="1016" y="1691"/>
                    <a:pt x="801" y="1803"/>
                  </a:cubicBezTo>
                  <a:cubicBezTo>
                    <a:pt x="601" y="1915"/>
                    <a:pt x="501" y="2040"/>
                    <a:pt x="387" y="1998"/>
                  </a:cubicBezTo>
                  <a:cubicBezTo>
                    <a:pt x="286" y="1943"/>
                    <a:pt x="72" y="2012"/>
                    <a:pt x="43" y="2068"/>
                  </a:cubicBezTo>
                  <a:cubicBezTo>
                    <a:pt x="0" y="2124"/>
                    <a:pt x="158" y="2292"/>
                    <a:pt x="158" y="2292"/>
                  </a:cubicBezTo>
                  <a:cubicBezTo>
                    <a:pt x="344" y="2278"/>
                    <a:pt x="344" y="2278"/>
                    <a:pt x="344" y="2278"/>
                  </a:cubicBezTo>
                  <a:cubicBezTo>
                    <a:pt x="344" y="2278"/>
                    <a:pt x="530" y="2446"/>
                    <a:pt x="458" y="2487"/>
                  </a:cubicBezTo>
                  <a:cubicBezTo>
                    <a:pt x="401" y="2529"/>
                    <a:pt x="272" y="2501"/>
                    <a:pt x="429" y="2571"/>
                  </a:cubicBezTo>
                  <a:cubicBezTo>
                    <a:pt x="587" y="2641"/>
                    <a:pt x="415" y="2585"/>
                    <a:pt x="787" y="2613"/>
                  </a:cubicBezTo>
                  <a:cubicBezTo>
                    <a:pt x="1159" y="2641"/>
                    <a:pt x="1030" y="2613"/>
                    <a:pt x="1202" y="2641"/>
                  </a:cubicBezTo>
                  <a:cubicBezTo>
                    <a:pt x="1387" y="2655"/>
                    <a:pt x="1659" y="2837"/>
                    <a:pt x="1702" y="2851"/>
                  </a:cubicBezTo>
                  <a:cubicBezTo>
                    <a:pt x="1759" y="2851"/>
                    <a:pt x="1974" y="2865"/>
                    <a:pt x="1988" y="3032"/>
                  </a:cubicBezTo>
                  <a:cubicBezTo>
                    <a:pt x="2002" y="3200"/>
                    <a:pt x="2188" y="3675"/>
                    <a:pt x="2102" y="3787"/>
                  </a:cubicBezTo>
                  <a:cubicBezTo>
                    <a:pt x="2017" y="3899"/>
                    <a:pt x="2302" y="4010"/>
                    <a:pt x="2274" y="3954"/>
                  </a:cubicBezTo>
                  <a:cubicBezTo>
                    <a:pt x="2260" y="3913"/>
                    <a:pt x="2288" y="3745"/>
                    <a:pt x="2345" y="3773"/>
                  </a:cubicBezTo>
                  <a:cubicBezTo>
                    <a:pt x="2403" y="3801"/>
                    <a:pt x="2546" y="4206"/>
                    <a:pt x="2531" y="4234"/>
                  </a:cubicBezTo>
                  <a:cubicBezTo>
                    <a:pt x="2517" y="4262"/>
                    <a:pt x="2546" y="4262"/>
                    <a:pt x="2474" y="4374"/>
                  </a:cubicBezTo>
                  <a:cubicBezTo>
                    <a:pt x="2417" y="4485"/>
                    <a:pt x="2345" y="4597"/>
                    <a:pt x="2317" y="4597"/>
                  </a:cubicBezTo>
                  <a:cubicBezTo>
                    <a:pt x="2274" y="4597"/>
                    <a:pt x="2202" y="4625"/>
                    <a:pt x="2188" y="4667"/>
                  </a:cubicBezTo>
                  <a:cubicBezTo>
                    <a:pt x="2174" y="4695"/>
                    <a:pt x="2202" y="4737"/>
                    <a:pt x="2188" y="4849"/>
                  </a:cubicBezTo>
                  <a:cubicBezTo>
                    <a:pt x="2174" y="4960"/>
                    <a:pt x="2102" y="4974"/>
                    <a:pt x="2145" y="5086"/>
                  </a:cubicBezTo>
                  <a:cubicBezTo>
                    <a:pt x="2202" y="5198"/>
                    <a:pt x="2159" y="5198"/>
                    <a:pt x="2174" y="5296"/>
                  </a:cubicBezTo>
                  <a:cubicBezTo>
                    <a:pt x="2174" y="5394"/>
                    <a:pt x="2317" y="5575"/>
                    <a:pt x="2245" y="5603"/>
                  </a:cubicBezTo>
                  <a:cubicBezTo>
                    <a:pt x="2174" y="5617"/>
                    <a:pt x="2159" y="5729"/>
                    <a:pt x="2260" y="5659"/>
                  </a:cubicBezTo>
                  <a:cubicBezTo>
                    <a:pt x="2345" y="5603"/>
                    <a:pt x="2531" y="5519"/>
                    <a:pt x="2531" y="5519"/>
                  </a:cubicBezTo>
                  <a:cubicBezTo>
                    <a:pt x="2531" y="5519"/>
                    <a:pt x="2588" y="5547"/>
                    <a:pt x="2517" y="5575"/>
                  </a:cubicBezTo>
                  <a:cubicBezTo>
                    <a:pt x="2445" y="5589"/>
                    <a:pt x="2245" y="5813"/>
                    <a:pt x="2288" y="5883"/>
                  </a:cubicBezTo>
                  <a:cubicBezTo>
                    <a:pt x="2345" y="5952"/>
                    <a:pt x="2417" y="5980"/>
                    <a:pt x="2445" y="6092"/>
                  </a:cubicBezTo>
                  <a:cubicBezTo>
                    <a:pt x="2474" y="6218"/>
                    <a:pt x="2617" y="6204"/>
                    <a:pt x="2560" y="6344"/>
                  </a:cubicBezTo>
                  <a:cubicBezTo>
                    <a:pt x="2503" y="6497"/>
                    <a:pt x="2660" y="6539"/>
                    <a:pt x="2660" y="6623"/>
                  </a:cubicBezTo>
                  <a:cubicBezTo>
                    <a:pt x="2660" y="6707"/>
                    <a:pt x="2817" y="6553"/>
                    <a:pt x="2946" y="6679"/>
                  </a:cubicBezTo>
                  <a:cubicBezTo>
                    <a:pt x="3075" y="6805"/>
                    <a:pt x="2974" y="6833"/>
                    <a:pt x="3089" y="6889"/>
                  </a:cubicBezTo>
                  <a:cubicBezTo>
                    <a:pt x="3203" y="6944"/>
                    <a:pt x="3218" y="6903"/>
                    <a:pt x="3246" y="6875"/>
                  </a:cubicBezTo>
                  <a:cubicBezTo>
                    <a:pt x="3275" y="6847"/>
                    <a:pt x="3289" y="6637"/>
                    <a:pt x="3389" y="6483"/>
                  </a:cubicBezTo>
                  <a:cubicBezTo>
                    <a:pt x="3489" y="6330"/>
                    <a:pt x="3575" y="6330"/>
                    <a:pt x="3575" y="6232"/>
                  </a:cubicBezTo>
                  <a:cubicBezTo>
                    <a:pt x="3575" y="6134"/>
                    <a:pt x="3718" y="5952"/>
                    <a:pt x="3761" y="5883"/>
                  </a:cubicBezTo>
                  <a:cubicBezTo>
                    <a:pt x="3789" y="5827"/>
                    <a:pt x="3904" y="5757"/>
                    <a:pt x="3818" y="5701"/>
                  </a:cubicBezTo>
                  <a:cubicBezTo>
                    <a:pt x="3732" y="5645"/>
                    <a:pt x="3875" y="5589"/>
                    <a:pt x="4018" y="5491"/>
                  </a:cubicBezTo>
                  <a:cubicBezTo>
                    <a:pt x="4147" y="5394"/>
                    <a:pt x="4118" y="5282"/>
                    <a:pt x="4233" y="5254"/>
                  </a:cubicBezTo>
                  <a:cubicBezTo>
                    <a:pt x="4361" y="5226"/>
                    <a:pt x="4261" y="5170"/>
                    <a:pt x="4447" y="5114"/>
                  </a:cubicBezTo>
                  <a:cubicBezTo>
                    <a:pt x="4633" y="5044"/>
                    <a:pt x="4805" y="4905"/>
                    <a:pt x="4933" y="4821"/>
                  </a:cubicBezTo>
                  <a:cubicBezTo>
                    <a:pt x="5048" y="4737"/>
                    <a:pt x="5005" y="4695"/>
                    <a:pt x="5234" y="4639"/>
                  </a:cubicBezTo>
                  <a:cubicBezTo>
                    <a:pt x="5477" y="4583"/>
                    <a:pt x="6335" y="4164"/>
                    <a:pt x="6335" y="4164"/>
                  </a:cubicBezTo>
                  <a:cubicBezTo>
                    <a:pt x="6335" y="4164"/>
                    <a:pt x="6163" y="4136"/>
                    <a:pt x="6020" y="4122"/>
                  </a:cubicBezTo>
                  <a:cubicBezTo>
                    <a:pt x="5891" y="4122"/>
                    <a:pt x="5677" y="4094"/>
                    <a:pt x="5734" y="4052"/>
                  </a:cubicBezTo>
                  <a:cubicBezTo>
                    <a:pt x="5791" y="4010"/>
                    <a:pt x="5863" y="3885"/>
                    <a:pt x="5906" y="3871"/>
                  </a:cubicBezTo>
                  <a:cubicBezTo>
                    <a:pt x="5949" y="3857"/>
                    <a:pt x="6106" y="4010"/>
                    <a:pt x="6106" y="4010"/>
                  </a:cubicBezTo>
                  <a:cubicBezTo>
                    <a:pt x="6106" y="4010"/>
                    <a:pt x="6392" y="4066"/>
                    <a:pt x="6363" y="4038"/>
                  </a:cubicBezTo>
                  <a:cubicBezTo>
                    <a:pt x="6349" y="4010"/>
                    <a:pt x="6449" y="3968"/>
                    <a:pt x="6449" y="3927"/>
                  </a:cubicBezTo>
                  <a:cubicBezTo>
                    <a:pt x="6449" y="3885"/>
                    <a:pt x="6363" y="3773"/>
                    <a:pt x="6177" y="3689"/>
                  </a:cubicBezTo>
                  <a:cubicBezTo>
                    <a:pt x="6006" y="3605"/>
                    <a:pt x="6049" y="3647"/>
                    <a:pt x="5877" y="3563"/>
                  </a:cubicBezTo>
                  <a:cubicBezTo>
                    <a:pt x="5691" y="3465"/>
                    <a:pt x="5534" y="3452"/>
                    <a:pt x="5677" y="3424"/>
                  </a:cubicBezTo>
                  <a:cubicBezTo>
                    <a:pt x="5806" y="3382"/>
                    <a:pt x="6120" y="3354"/>
                    <a:pt x="6163" y="3298"/>
                  </a:cubicBezTo>
                  <a:cubicBezTo>
                    <a:pt x="6192" y="3242"/>
                    <a:pt x="6091" y="3172"/>
                    <a:pt x="6192" y="3242"/>
                  </a:cubicBezTo>
                  <a:cubicBezTo>
                    <a:pt x="6306" y="3312"/>
                    <a:pt x="6349" y="3312"/>
                    <a:pt x="6478" y="3326"/>
                  </a:cubicBezTo>
                  <a:cubicBezTo>
                    <a:pt x="6606" y="3340"/>
                    <a:pt x="6663" y="3368"/>
                    <a:pt x="6621" y="3298"/>
                  </a:cubicBezTo>
                  <a:cubicBezTo>
                    <a:pt x="6563" y="3228"/>
                    <a:pt x="6420" y="3340"/>
                    <a:pt x="6478" y="3144"/>
                  </a:cubicBezTo>
                  <a:cubicBezTo>
                    <a:pt x="6549" y="2949"/>
                    <a:pt x="6806" y="2879"/>
                    <a:pt x="6806" y="2879"/>
                  </a:cubicBezTo>
                  <a:cubicBezTo>
                    <a:pt x="6806" y="2879"/>
                    <a:pt x="6964" y="2949"/>
                    <a:pt x="6835" y="2767"/>
                  </a:cubicBezTo>
                  <a:cubicBezTo>
                    <a:pt x="6706" y="2599"/>
                    <a:pt x="6721" y="2613"/>
                    <a:pt x="6663" y="2557"/>
                  </a:cubicBezTo>
                  <a:cubicBezTo>
                    <a:pt x="6606" y="2515"/>
                    <a:pt x="6606" y="2515"/>
                    <a:pt x="6606" y="2515"/>
                  </a:cubicBezTo>
                  <a:cubicBezTo>
                    <a:pt x="6606" y="2515"/>
                    <a:pt x="7049" y="2446"/>
                    <a:pt x="7007" y="2404"/>
                  </a:cubicBezTo>
                  <a:cubicBezTo>
                    <a:pt x="6978" y="2348"/>
                    <a:pt x="6921" y="2264"/>
                    <a:pt x="6921" y="2264"/>
                  </a:cubicBezTo>
                  <a:cubicBezTo>
                    <a:pt x="6921" y="2264"/>
                    <a:pt x="6921" y="2250"/>
                    <a:pt x="6749" y="2166"/>
                  </a:cubicBezTo>
                  <a:cubicBezTo>
                    <a:pt x="6578" y="2082"/>
                    <a:pt x="6578" y="2152"/>
                    <a:pt x="6578" y="2082"/>
                  </a:cubicBezTo>
                  <a:cubicBezTo>
                    <a:pt x="6563" y="2012"/>
                    <a:pt x="6721" y="1915"/>
                    <a:pt x="6735" y="1859"/>
                  </a:cubicBezTo>
                  <a:cubicBezTo>
                    <a:pt x="6764" y="1803"/>
                    <a:pt x="6806" y="1761"/>
                    <a:pt x="6806" y="1733"/>
                  </a:cubicBezTo>
                  <a:cubicBezTo>
                    <a:pt x="6806" y="1705"/>
                    <a:pt x="6821" y="1621"/>
                    <a:pt x="6849" y="1607"/>
                  </a:cubicBezTo>
                  <a:cubicBezTo>
                    <a:pt x="6878" y="1593"/>
                    <a:pt x="6992" y="1565"/>
                    <a:pt x="7121" y="1454"/>
                  </a:cubicBezTo>
                  <a:cubicBezTo>
                    <a:pt x="7250" y="1328"/>
                    <a:pt x="7364" y="1160"/>
                    <a:pt x="7407" y="1160"/>
                  </a:cubicBezTo>
                  <a:cubicBezTo>
                    <a:pt x="7464" y="1160"/>
                    <a:pt x="7707" y="1048"/>
                    <a:pt x="7764" y="1020"/>
                  </a:cubicBezTo>
                  <a:cubicBezTo>
                    <a:pt x="7807" y="992"/>
                    <a:pt x="7864" y="895"/>
                    <a:pt x="7664" y="881"/>
                  </a:cubicBezTo>
                  <a:cubicBezTo>
                    <a:pt x="7450" y="853"/>
                    <a:pt x="7007" y="783"/>
                    <a:pt x="6949" y="853"/>
                  </a:cubicBezTo>
                  <a:cubicBezTo>
                    <a:pt x="6878" y="937"/>
                    <a:pt x="6735" y="1020"/>
                    <a:pt x="6692" y="1104"/>
                  </a:cubicBezTo>
                  <a:cubicBezTo>
                    <a:pt x="6649" y="1188"/>
                    <a:pt x="6406" y="1118"/>
                    <a:pt x="6320" y="1104"/>
                  </a:cubicBezTo>
                  <a:cubicBezTo>
                    <a:pt x="6234" y="1076"/>
                    <a:pt x="6663" y="965"/>
                    <a:pt x="6563" y="881"/>
                  </a:cubicBezTo>
                  <a:cubicBezTo>
                    <a:pt x="6463" y="783"/>
                    <a:pt x="6478" y="755"/>
                    <a:pt x="6277" y="839"/>
                  </a:cubicBezTo>
                  <a:cubicBezTo>
                    <a:pt x="6077" y="923"/>
                    <a:pt x="6091" y="992"/>
                    <a:pt x="5991" y="1006"/>
                  </a:cubicBezTo>
                  <a:cubicBezTo>
                    <a:pt x="5891" y="1020"/>
                    <a:pt x="5734" y="839"/>
                    <a:pt x="5949" y="741"/>
                  </a:cubicBezTo>
                  <a:cubicBezTo>
                    <a:pt x="6163" y="643"/>
                    <a:pt x="6706" y="727"/>
                    <a:pt x="6721" y="671"/>
                  </a:cubicBezTo>
                  <a:cubicBezTo>
                    <a:pt x="6749" y="615"/>
                    <a:pt x="6692" y="462"/>
                    <a:pt x="6549" y="420"/>
                  </a:cubicBezTo>
                  <a:cubicBezTo>
                    <a:pt x="6406" y="378"/>
                    <a:pt x="6134" y="280"/>
                    <a:pt x="6034" y="238"/>
                  </a:cubicBezTo>
                  <a:cubicBezTo>
                    <a:pt x="5949" y="182"/>
                    <a:pt x="5920" y="84"/>
                    <a:pt x="5920" y="84"/>
                  </a:cubicBezTo>
                  <a:cubicBezTo>
                    <a:pt x="5305" y="0"/>
                    <a:pt x="5305" y="0"/>
                    <a:pt x="5305" y="0"/>
                  </a:cubicBezTo>
                  <a:cubicBezTo>
                    <a:pt x="5305" y="0"/>
                    <a:pt x="4662" y="140"/>
                    <a:pt x="4590" y="154"/>
                  </a:cubicBezTo>
                  <a:cubicBezTo>
                    <a:pt x="4519" y="154"/>
                    <a:pt x="4533" y="210"/>
                    <a:pt x="4361" y="238"/>
                  </a:cubicBezTo>
                  <a:cubicBezTo>
                    <a:pt x="4190" y="280"/>
                    <a:pt x="4118" y="294"/>
                    <a:pt x="4118" y="294"/>
                  </a:cubicBezTo>
                  <a:cubicBezTo>
                    <a:pt x="4118" y="294"/>
                    <a:pt x="3918" y="252"/>
                    <a:pt x="3761" y="280"/>
                  </a:cubicBezTo>
                  <a:cubicBezTo>
                    <a:pt x="3604" y="308"/>
                    <a:pt x="3504" y="489"/>
                    <a:pt x="3504" y="489"/>
                  </a:cubicBezTo>
                  <a:cubicBezTo>
                    <a:pt x="3504" y="489"/>
                    <a:pt x="3575" y="531"/>
                    <a:pt x="3604" y="559"/>
                  </a:cubicBezTo>
                  <a:cubicBezTo>
                    <a:pt x="3647" y="587"/>
                    <a:pt x="3346" y="573"/>
                    <a:pt x="3160" y="559"/>
                  </a:cubicBezTo>
                  <a:cubicBezTo>
                    <a:pt x="2974" y="531"/>
                    <a:pt x="2974" y="601"/>
                    <a:pt x="2932" y="727"/>
                  </a:cubicBezTo>
                  <a:cubicBezTo>
                    <a:pt x="2874" y="839"/>
                    <a:pt x="2817" y="755"/>
                    <a:pt x="2746" y="657"/>
                  </a:cubicBezTo>
                  <a:cubicBezTo>
                    <a:pt x="2674" y="559"/>
                    <a:pt x="2603" y="587"/>
                    <a:pt x="2546" y="671"/>
                  </a:cubicBezTo>
                  <a:cubicBezTo>
                    <a:pt x="2488" y="755"/>
                    <a:pt x="2403" y="643"/>
                    <a:pt x="2188" y="713"/>
                  </a:cubicBezTo>
                  <a:cubicBezTo>
                    <a:pt x="1988" y="783"/>
                    <a:pt x="1802" y="853"/>
                    <a:pt x="1802" y="853"/>
                  </a:cubicBezTo>
                  <a:cubicBezTo>
                    <a:pt x="1802" y="853"/>
                    <a:pt x="2074" y="909"/>
                    <a:pt x="2017" y="951"/>
                  </a:cubicBezTo>
                  <a:cubicBezTo>
                    <a:pt x="1959" y="992"/>
                    <a:pt x="1588" y="1076"/>
                    <a:pt x="1588" y="1076"/>
                  </a:cubicBezTo>
                  <a:cubicBezTo>
                    <a:pt x="1588" y="1076"/>
                    <a:pt x="1316" y="1230"/>
                    <a:pt x="1273" y="1230"/>
                  </a:cubicBezTo>
                  <a:cubicBezTo>
                    <a:pt x="1216" y="1230"/>
                    <a:pt x="958" y="1384"/>
                    <a:pt x="958" y="1384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6"/>
            <p:cNvSpPr/>
            <p:nvPr/>
          </p:nvSpPr>
          <p:spPr>
            <a:xfrm>
              <a:off x="2366963" y="1208088"/>
              <a:ext cx="963612" cy="585789"/>
            </a:xfrm>
            <a:custGeom>
              <a:avLst/>
              <a:gdLst/>
              <a:ahLst/>
              <a:cxnLst/>
              <a:rect l="l" t="t" r="r" b="b"/>
              <a:pathLst>
                <a:path w="4648" h="2824" extrusionOk="0">
                  <a:moveTo>
                    <a:pt x="4248" y="616"/>
                  </a:moveTo>
                  <a:cubicBezTo>
                    <a:pt x="4005" y="672"/>
                    <a:pt x="3933" y="727"/>
                    <a:pt x="4076" y="741"/>
                  </a:cubicBezTo>
                  <a:cubicBezTo>
                    <a:pt x="4205" y="755"/>
                    <a:pt x="4334" y="699"/>
                    <a:pt x="3962" y="895"/>
                  </a:cubicBezTo>
                  <a:cubicBezTo>
                    <a:pt x="3604" y="1077"/>
                    <a:pt x="3461" y="1161"/>
                    <a:pt x="3318" y="1231"/>
                  </a:cubicBezTo>
                  <a:cubicBezTo>
                    <a:pt x="3175" y="1301"/>
                    <a:pt x="3190" y="1440"/>
                    <a:pt x="3018" y="1454"/>
                  </a:cubicBezTo>
                  <a:cubicBezTo>
                    <a:pt x="2861" y="1454"/>
                    <a:pt x="2875" y="1301"/>
                    <a:pt x="2818" y="1482"/>
                  </a:cubicBezTo>
                  <a:cubicBezTo>
                    <a:pt x="2761" y="1664"/>
                    <a:pt x="2761" y="1706"/>
                    <a:pt x="2746" y="1734"/>
                  </a:cubicBezTo>
                  <a:cubicBezTo>
                    <a:pt x="2732" y="1776"/>
                    <a:pt x="2575" y="1916"/>
                    <a:pt x="2417" y="1930"/>
                  </a:cubicBezTo>
                  <a:cubicBezTo>
                    <a:pt x="2274" y="1944"/>
                    <a:pt x="2346" y="1972"/>
                    <a:pt x="2289" y="2070"/>
                  </a:cubicBezTo>
                  <a:cubicBezTo>
                    <a:pt x="2232" y="2153"/>
                    <a:pt x="2532" y="2251"/>
                    <a:pt x="2317" y="2293"/>
                  </a:cubicBezTo>
                  <a:cubicBezTo>
                    <a:pt x="2103" y="2321"/>
                    <a:pt x="2074" y="2349"/>
                    <a:pt x="2046" y="2363"/>
                  </a:cubicBezTo>
                  <a:cubicBezTo>
                    <a:pt x="2003" y="2377"/>
                    <a:pt x="1931" y="2391"/>
                    <a:pt x="1817" y="2349"/>
                  </a:cubicBezTo>
                  <a:cubicBezTo>
                    <a:pt x="1702" y="2321"/>
                    <a:pt x="1702" y="2363"/>
                    <a:pt x="1502" y="2349"/>
                  </a:cubicBezTo>
                  <a:cubicBezTo>
                    <a:pt x="1302" y="2349"/>
                    <a:pt x="1230" y="2349"/>
                    <a:pt x="1145" y="2349"/>
                  </a:cubicBezTo>
                  <a:cubicBezTo>
                    <a:pt x="1059" y="2349"/>
                    <a:pt x="1202" y="2335"/>
                    <a:pt x="1059" y="2349"/>
                  </a:cubicBezTo>
                  <a:cubicBezTo>
                    <a:pt x="930" y="2349"/>
                    <a:pt x="844" y="2321"/>
                    <a:pt x="859" y="2377"/>
                  </a:cubicBezTo>
                  <a:cubicBezTo>
                    <a:pt x="873" y="2433"/>
                    <a:pt x="859" y="2461"/>
                    <a:pt x="887" y="2475"/>
                  </a:cubicBezTo>
                  <a:cubicBezTo>
                    <a:pt x="930" y="2489"/>
                    <a:pt x="1002" y="2461"/>
                    <a:pt x="1187" y="2475"/>
                  </a:cubicBezTo>
                  <a:cubicBezTo>
                    <a:pt x="1388" y="2489"/>
                    <a:pt x="1516" y="2545"/>
                    <a:pt x="1688" y="2545"/>
                  </a:cubicBezTo>
                  <a:cubicBezTo>
                    <a:pt x="1860" y="2531"/>
                    <a:pt x="1945" y="2503"/>
                    <a:pt x="2031" y="2545"/>
                  </a:cubicBezTo>
                  <a:cubicBezTo>
                    <a:pt x="2103" y="2587"/>
                    <a:pt x="2131" y="2727"/>
                    <a:pt x="2060" y="2727"/>
                  </a:cubicBezTo>
                  <a:cubicBezTo>
                    <a:pt x="1974" y="2741"/>
                    <a:pt x="1974" y="2810"/>
                    <a:pt x="1845" y="2810"/>
                  </a:cubicBezTo>
                  <a:cubicBezTo>
                    <a:pt x="1717" y="2810"/>
                    <a:pt x="1802" y="2824"/>
                    <a:pt x="1559" y="2797"/>
                  </a:cubicBezTo>
                  <a:cubicBezTo>
                    <a:pt x="1316" y="2769"/>
                    <a:pt x="1145" y="2810"/>
                    <a:pt x="959" y="2783"/>
                  </a:cubicBezTo>
                  <a:cubicBezTo>
                    <a:pt x="773" y="2741"/>
                    <a:pt x="615" y="2769"/>
                    <a:pt x="530" y="2699"/>
                  </a:cubicBezTo>
                  <a:cubicBezTo>
                    <a:pt x="444" y="2643"/>
                    <a:pt x="444" y="2615"/>
                    <a:pt x="415" y="2531"/>
                  </a:cubicBezTo>
                  <a:cubicBezTo>
                    <a:pt x="372" y="2433"/>
                    <a:pt x="487" y="2461"/>
                    <a:pt x="344" y="2377"/>
                  </a:cubicBezTo>
                  <a:cubicBezTo>
                    <a:pt x="186" y="2293"/>
                    <a:pt x="43" y="2237"/>
                    <a:pt x="43" y="2237"/>
                  </a:cubicBezTo>
                  <a:cubicBezTo>
                    <a:pt x="43" y="2237"/>
                    <a:pt x="0" y="2195"/>
                    <a:pt x="43" y="2139"/>
                  </a:cubicBezTo>
                  <a:cubicBezTo>
                    <a:pt x="86" y="2084"/>
                    <a:pt x="301" y="2125"/>
                    <a:pt x="301" y="2125"/>
                  </a:cubicBezTo>
                  <a:cubicBezTo>
                    <a:pt x="501" y="2209"/>
                    <a:pt x="501" y="2209"/>
                    <a:pt x="501" y="2209"/>
                  </a:cubicBezTo>
                  <a:cubicBezTo>
                    <a:pt x="501" y="2209"/>
                    <a:pt x="873" y="2265"/>
                    <a:pt x="901" y="2181"/>
                  </a:cubicBezTo>
                  <a:cubicBezTo>
                    <a:pt x="930" y="2084"/>
                    <a:pt x="1173" y="2209"/>
                    <a:pt x="1159" y="2111"/>
                  </a:cubicBezTo>
                  <a:cubicBezTo>
                    <a:pt x="1145" y="2014"/>
                    <a:pt x="987" y="1986"/>
                    <a:pt x="1102" y="1916"/>
                  </a:cubicBezTo>
                  <a:cubicBezTo>
                    <a:pt x="1230" y="1832"/>
                    <a:pt x="1345" y="1916"/>
                    <a:pt x="1345" y="1916"/>
                  </a:cubicBezTo>
                  <a:cubicBezTo>
                    <a:pt x="1345" y="1916"/>
                    <a:pt x="1373" y="1944"/>
                    <a:pt x="1402" y="1916"/>
                  </a:cubicBezTo>
                  <a:cubicBezTo>
                    <a:pt x="1431" y="1888"/>
                    <a:pt x="1416" y="1860"/>
                    <a:pt x="1345" y="1832"/>
                  </a:cubicBezTo>
                  <a:cubicBezTo>
                    <a:pt x="1288" y="1804"/>
                    <a:pt x="1159" y="1776"/>
                    <a:pt x="1159" y="1776"/>
                  </a:cubicBezTo>
                  <a:cubicBezTo>
                    <a:pt x="1159" y="1776"/>
                    <a:pt x="1416" y="1524"/>
                    <a:pt x="1474" y="1524"/>
                  </a:cubicBezTo>
                  <a:cubicBezTo>
                    <a:pt x="1516" y="1524"/>
                    <a:pt x="1802" y="1538"/>
                    <a:pt x="1659" y="1398"/>
                  </a:cubicBezTo>
                  <a:cubicBezTo>
                    <a:pt x="1502" y="1245"/>
                    <a:pt x="1531" y="1287"/>
                    <a:pt x="1431" y="1217"/>
                  </a:cubicBezTo>
                  <a:cubicBezTo>
                    <a:pt x="1345" y="1161"/>
                    <a:pt x="1431" y="1273"/>
                    <a:pt x="1245" y="1105"/>
                  </a:cubicBezTo>
                  <a:cubicBezTo>
                    <a:pt x="1059" y="951"/>
                    <a:pt x="1087" y="979"/>
                    <a:pt x="1059" y="825"/>
                  </a:cubicBezTo>
                  <a:cubicBezTo>
                    <a:pt x="1030" y="672"/>
                    <a:pt x="859" y="797"/>
                    <a:pt x="873" y="727"/>
                  </a:cubicBezTo>
                  <a:cubicBezTo>
                    <a:pt x="887" y="672"/>
                    <a:pt x="1002" y="574"/>
                    <a:pt x="1059" y="574"/>
                  </a:cubicBezTo>
                  <a:cubicBezTo>
                    <a:pt x="1116" y="574"/>
                    <a:pt x="1245" y="406"/>
                    <a:pt x="1402" y="462"/>
                  </a:cubicBezTo>
                  <a:cubicBezTo>
                    <a:pt x="1559" y="518"/>
                    <a:pt x="1559" y="560"/>
                    <a:pt x="1631" y="518"/>
                  </a:cubicBezTo>
                  <a:cubicBezTo>
                    <a:pt x="1688" y="462"/>
                    <a:pt x="1445" y="406"/>
                    <a:pt x="1617" y="350"/>
                  </a:cubicBezTo>
                  <a:cubicBezTo>
                    <a:pt x="1788" y="294"/>
                    <a:pt x="1845" y="434"/>
                    <a:pt x="1917" y="434"/>
                  </a:cubicBezTo>
                  <a:cubicBezTo>
                    <a:pt x="1988" y="434"/>
                    <a:pt x="2060" y="406"/>
                    <a:pt x="2046" y="308"/>
                  </a:cubicBezTo>
                  <a:cubicBezTo>
                    <a:pt x="2046" y="224"/>
                    <a:pt x="2160" y="168"/>
                    <a:pt x="2232" y="154"/>
                  </a:cubicBezTo>
                  <a:cubicBezTo>
                    <a:pt x="2317" y="140"/>
                    <a:pt x="2775" y="112"/>
                    <a:pt x="2775" y="112"/>
                  </a:cubicBezTo>
                  <a:cubicBezTo>
                    <a:pt x="2775" y="112"/>
                    <a:pt x="3047" y="0"/>
                    <a:pt x="3032" y="42"/>
                  </a:cubicBezTo>
                  <a:cubicBezTo>
                    <a:pt x="3004" y="84"/>
                    <a:pt x="3190" y="210"/>
                    <a:pt x="3190" y="210"/>
                  </a:cubicBezTo>
                  <a:cubicBezTo>
                    <a:pt x="3233" y="56"/>
                    <a:pt x="3233" y="56"/>
                    <a:pt x="3233" y="56"/>
                  </a:cubicBezTo>
                  <a:cubicBezTo>
                    <a:pt x="3233" y="56"/>
                    <a:pt x="4034" y="168"/>
                    <a:pt x="4062" y="168"/>
                  </a:cubicBezTo>
                  <a:cubicBezTo>
                    <a:pt x="4091" y="168"/>
                    <a:pt x="4648" y="336"/>
                    <a:pt x="4634" y="308"/>
                  </a:cubicBezTo>
                  <a:cubicBezTo>
                    <a:pt x="4620" y="280"/>
                    <a:pt x="4634" y="518"/>
                    <a:pt x="4548" y="532"/>
                  </a:cubicBezTo>
                  <a:cubicBezTo>
                    <a:pt x="4477" y="546"/>
                    <a:pt x="4248" y="616"/>
                    <a:pt x="4248" y="616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6"/>
            <p:cNvSpPr/>
            <p:nvPr/>
          </p:nvSpPr>
          <p:spPr>
            <a:xfrm>
              <a:off x="2408238" y="1370013"/>
              <a:ext cx="284164" cy="236538"/>
            </a:xfrm>
            <a:custGeom>
              <a:avLst/>
              <a:gdLst/>
              <a:ahLst/>
              <a:cxnLst/>
              <a:rect l="l" t="t" r="r" b="b"/>
              <a:pathLst>
                <a:path w="1368" h="1136" extrusionOk="0">
                  <a:moveTo>
                    <a:pt x="813" y="1024"/>
                  </a:moveTo>
                  <a:cubicBezTo>
                    <a:pt x="684" y="1136"/>
                    <a:pt x="684" y="1108"/>
                    <a:pt x="585" y="1052"/>
                  </a:cubicBezTo>
                  <a:cubicBezTo>
                    <a:pt x="485" y="1010"/>
                    <a:pt x="257" y="954"/>
                    <a:pt x="243" y="926"/>
                  </a:cubicBezTo>
                  <a:cubicBezTo>
                    <a:pt x="243" y="898"/>
                    <a:pt x="342" y="730"/>
                    <a:pt x="371" y="730"/>
                  </a:cubicBezTo>
                  <a:cubicBezTo>
                    <a:pt x="399" y="730"/>
                    <a:pt x="342" y="716"/>
                    <a:pt x="271" y="702"/>
                  </a:cubicBezTo>
                  <a:cubicBezTo>
                    <a:pt x="200" y="702"/>
                    <a:pt x="0" y="491"/>
                    <a:pt x="43" y="407"/>
                  </a:cubicBezTo>
                  <a:cubicBezTo>
                    <a:pt x="100" y="323"/>
                    <a:pt x="143" y="281"/>
                    <a:pt x="228" y="239"/>
                  </a:cubicBezTo>
                  <a:cubicBezTo>
                    <a:pt x="300" y="211"/>
                    <a:pt x="499" y="14"/>
                    <a:pt x="542" y="0"/>
                  </a:cubicBezTo>
                  <a:cubicBezTo>
                    <a:pt x="585" y="0"/>
                    <a:pt x="756" y="0"/>
                    <a:pt x="784" y="113"/>
                  </a:cubicBezTo>
                  <a:cubicBezTo>
                    <a:pt x="813" y="225"/>
                    <a:pt x="784" y="211"/>
                    <a:pt x="941" y="323"/>
                  </a:cubicBezTo>
                  <a:cubicBezTo>
                    <a:pt x="1083" y="435"/>
                    <a:pt x="1368" y="519"/>
                    <a:pt x="1340" y="575"/>
                  </a:cubicBezTo>
                  <a:cubicBezTo>
                    <a:pt x="1326" y="646"/>
                    <a:pt x="1155" y="702"/>
                    <a:pt x="1069" y="786"/>
                  </a:cubicBezTo>
                  <a:cubicBezTo>
                    <a:pt x="969" y="856"/>
                    <a:pt x="813" y="1024"/>
                    <a:pt x="813" y="1024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6"/>
            <p:cNvSpPr/>
            <p:nvPr/>
          </p:nvSpPr>
          <p:spPr>
            <a:xfrm>
              <a:off x="2330451" y="1543050"/>
              <a:ext cx="139699" cy="73024"/>
            </a:xfrm>
            <a:custGeom>
              <a:avLst/>
              <a:gdLst/>
              <a:ahLst/>
              <a:cxnLst/>
              <a:rect l="l" t="t" r="r" b="b"/>
              <a:pathLst>
                <a:path w="1344" h="704" extrusionOk="0">
                  <a:moveTo>
                    <a:pt x="830" y="596"/>
                  </a:moveTo>
                  <a:cubicBezTo>
                    <a:pt x="715" y="596"/>
                    <a:pt x="458" y="704"/>
                    <a:pt x="344" y="596"/>
                  </a:cubicBezTo>
                  <a:cubicBezTo>
                    <a:pt x="229" y="461"/>
                    <a:pt x="0" y="136"/>
                    <a:pt x="143" y="82"/>
                  </a:cubicBezTo>
                  <a:cubicBezTo>
                    <a:pt x="258" y="28"/>
                    <a:pt x="229" y="0"/>
                    <a:pt x="801" y="217"/>
                  </a:cubicBezTo>
                  <a:cubicBezTo>
                    <a:pt x="1344" y="434"/>
                    <a:pt x="830" y="596"/>
                    <a:pt x="830" y="596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6"/>
            <p:cNvSpPr/>
            <p:nvPr/>
          </p:nvSpPr>
          <p:spPr>
            <a:xfrm>
              <a:off x="2132013" y="1509713"/>
              <a:ext cx="201612" cy="106363"/>
            </a:xfrm>
            <a:custGeom>
              <a:avLst/>
              <a:gdLst/>
              <a:ahLst/>
              <a:cxnLst/>
              <a:rect l="l" t="t" r="r" b="b"/>
              <a:pathLst>
                <a:path w="1952" h="1024" extrusionOk="0">
                  <a:moveTo>
                    <a:pt x="1120" y="941"/>
                  </a:moveTo>
                  <a:cubicBezTo>
                    <a:pt x="862" y="914"/>
                    <a:pt x="776" y="803"/>
                    <a:pt x="603" y="692"/>
                  </a:cubicBezTo>
                  <a:cubicBezTo>
                    <a:pt x="431" y="609"/>
                    <a:pt x="488" y="1024"/>
                    <a:pt x="230" y="692"/>
                  </a:cubicBezTo>
                  <a:cubicBezTo>
                    <a:pt x="0" y="333"/>
                    <a:pt x="374" y="526"/>
                    <a:pt x="460" y="499"/>
                  </a:cubicBezTo>
                  <a:cubicBezTo>
                    <a:pt x="575" y="443"/>
                    <a:pt x="374" y="333"/>
                    <a:pt x="316" y="277"/>
                  </a:cubicBezTo>
                  <a:cubicBezTo>
                    <a:pt x="259" y="250"/>
                    <a:pt x="316" y="0"/>
                    <a:pt x="431" y="0"/>
                  </a:cubicBezTo>
                  <a:cubicBezTo>
                    <a:pt x="546" y="0"/>
                    <a:pt x="1034" y="139"/>
                    <a:pt x="1321" y="388"/>
                  </a:cubicBezTo>
                  <a:cubicBezTo>
                    <a:pt x="1608" y="609"/>
                    <a:pt x="1952" y="803"/>
                    <a:pt x="1838" y="831"/>
                  </a:cubicBezTo>
                  <a:cubicBezTo>
                    <a:pt x="1723" y="858"/>
                    <a:pt x="1120" y="941"/>
                    <a:pt x="1120" y="941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6"/>
            <p:cNvSpPr/>
            <p:nvPr/>
          </p:nvSpPr>
          <p:spPr>
            <a:xfrm>
              <a:off x="1724026" y="1833563"/>
              <a:ext cx="454029" cy="287337"/>
            </a:xfrm>
            <a:custGeom>
              <a:avLst/>
              <a:gdLst/>
              <a:ahLst/>
              <a:cxnLst/>
              <a:rect l="l" t="t" r="r" b="b"/>
              <a:pathLst>
                <a:path w="4384" h="2784" extrusionOk="0">
                  <a:moveTo>
                    <a:pt x="4384" y="1913"/>
                  </a:moveTo>
                  <a:cubicBezTo>
                    <a:pt x="4155" y="1800"/>
                    <a:pt x="4270" y="1688"/>
                    <a:pt x="3897" y="1519"/>
                  </a:cubicBezTo>
                  <a:cubicBezTo>
                    <a:pt x="3525" y="1378"/>
                    <a:pt x="3525" y="1575"/>
                    <a:pt x="3525" y="1210"/>
                  </a:cubicBezTo>
                  <a:cubicBezTo>
                    <a:pt x="3525" y="844"/>
                    <a:pt x="3639" y="816"/>
                    <a:pt x="3668" y="647"/>
                  </a:cubicBezTo>
                  <a:cubicBezTo>
                    <a:pt x="3725" y="507"/>
                    <a:pt x="3811" y="0"/>
                    <a:pt x="3811" y="0"/>
                  </a:cubicBezTo>
                  <a:cubicBezTo>
                    <a:pt x="3811" y="0"/>
                    <a:pt x="3582" y="29"/>
                    <a:pt x="3296" y="0"/>
                  </a:cubicBezTo>
                  <a:cubicBezTo>
                    <a:pt x="2980" y="0"/>
                    <a:pt x="3038" y="225"/>
                    <a:pt x="3038" y="254"/>
                  </a:cubicBezTo>
                  <a:cubicBezTo>
                    <a:pt x="3066" y="282"/>
                    <a:pt x="2837" y="563"/>
                    <a:pt x="2837" y="563"/>
                  </a:cubicBezTo>
                  <a:cubicBezTo>
                    <a:pt x="2665" y="985"/>
                    <a:pt x="2665" y="985"/>
                    <a:pt x="2665" y="985"/>
                  </a:cubicBezTo>
                  <a:cubicBezTo>
                    <a:pt x="2551" y="844"/>
                    <a:pt x="2551" y="619"/>
                    <a:pt x="2551" y="619"/>
                  </a:cubicBezTo>
                  <a:cubicBezTo>
                    <a:pt x="2551" y="619"/>
                    <a:pt x="2493" y="535"/>
                    <a:pt x="2436" y="507"/>
                  </a:cubicBezTo>
                  <a:cubicBezTo>
                    <a:pt x="2379" y="507"/>
                    <a:pt x="2121" y="591"/>
                    <a:pt x="2121" y="591"/>
                  </a:cubicBezTo>
                  <a:cubicBezTo>
                    <a:pt x="2121" y="591"/>
                    <a:pt x="2006" y="591"/>
                    <a:pt x="1949" y="507"/>
                  </a:cubicBezTo>
                  <a:cubicBezTo>
                    <a:pt x="1892" y="450"/>
                    <a:pt x="2006" y="507"/>
                    <a:pt x="1892" y="450"/>
                  </a:cubicBezTo>
                  <a:cubicBezTo>
                    <a:pt x="1748" y="394"/>
                    <a:pt x="1777" y="310"/>
                    <a:pt x="1634" y="422"/>
                  </a:cubicBezTo>
                  <a:cubicBezTo>
                    <a:pt x="1490" y="535"/>
                    <a:pt x="1404" y="732"/>
                    <a:pt x="1290" y="535"/>
                  </a:cubicBezTo>
                  <a:cubicBezTo>
                    <a:pt x="1175" y="338"/>
                    <a:pt x="1319" y="169"/>
                    <a:pt x="1233" y="169"/>
                  </a:cubicBezTo>
                  <a:cubicBezTo>
                    <a:pt x="1147" y="197"/>
                    <a:pt x="1261" y="282"/>
                    <a:pt x="1003" y="338"/>
                  </a:cubicBezTo>
                  <a:cubicBezTo>
                    <a:pt x="717" y="394"/>
                    <a:pt x="688" y="394"/>
                    <a:pt x="545" y="535"/>
                  </a:cubicBezTo>
                  <a:cubicBezTo>
                    <a:pt x="402" y="647"/>
                    <a:pt x="0" y="985"/>
                    <a:pt x="0" y="1041"/>
                  </a:cubicBezTo>
                  <a:cubicBezTo>
                    <a:pt x="0" y="1097"/>
                    <a:pt x="258" y="1210"/>
                    <a:pt x="201" y="1266"/>
                  </a:cubicBezTo>
                  <a:cubicBezTo>
                    <a:pt x="144" y="1350"/>
                    <a:pt x="86" y="1575"/>
                    <a:pt x="86" y="1575"/>
                  </a:cubicBezTo>
                  <a:cubicBezTo>
                    <a:pt x="86" y="1575"/>
                    <a:pt x="344" y="1688"/>
                    <a:pt x="402" y="1688"/>
                  </a:cubicBezTo>
                  <a:cubicBezTo>
                    <a:pt x="459" y="1716"/>
                    <a:pt x="29" y="2025"/>
                    <a:pt x="86" y="2025"/>
                  </a:cubicBezTo>
                  <a:cubicBezTo>
                    <a:pt x="172" y="2053"/>
                    <a:pt x="545" y="2335"/>
                    <a:pt x="545" y="2335"/>
                  </a:cubicBezTo>
                  <a:cubicBezTo>
                    <a:pt x="545" y="2335"/>
                    <a:pt x="831" y="2306"/>
                    <a:pt x="1003" y="2419"/>
                  </a:cubicBezTo>
                  <a:cubicBezTo>
                    <a:pt x="1147" y="2531"/>
                    <a:pt x="1319" y="2784"/>
                    <a:pt x="1548" y="2616"/>
                  </a:cubicBezTo>
                  <a:cubicBezTo>
                    <a:pt x="1806" y="2475"/>
                    <a:pt x="1777" y="2447"/>
                    <a:pt x="2092" y="2363"/>
                  </a:cubicBezTo>
                  <a:cubicBezTo>
                    <a:pt x="2407" y="2278"/>
                    <a:pt x="2579" y="2447"/>
                    <a:pt x="2723" y="2363"/>
                  </a:cubicBezTo>
                  <a:cubicBezTo>
                    <a:pt x="2894" y="2278"/>
                    <a:pt x="3238" y="2335"/>
                    <a:pt x="3238" y="2335"/>
                  </a:cubicBezTo>
                  <a:cubicBezTo>
                    <a:pt x="3238" y="2335"/>
                    <a:pt x="3267" y="2559"/>
                    <a:pt x="3783" y="2475"/>
                  </a:cubicBezTo>
                  <a:cubicBezTo>
                    <a:pt x="4299" y="2391"/>
                    <a:pt x="4155" y="2250"/>
                    <a:pt x="3983" y="2250"/>
                  </a:cubicBezTo>
                  <a:cubicBezTo>
                    <a:pt x="3811" y="2250"/>
                    <a:pt x="3582" y="2110"/>
                    <a:pt x="3668" y="2110"/>
                  </a:cubicBezTo>
                  <a:cubicBezTo>
                    <a:pt x="3754" y="2110"/>
                    <a:pt x="4384" y="1913"/>
                    <a:pt x="4384" y="1913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16"/>
            <p:cNvSpPr/>
            <p:nvPr/>
          </p:nvSpPr>
          <p:spPr>
            <a:xfrm>
              <a:off x="1533526" y="1778000"/>
              <a:ext cx="293685" cy="204790"/>
            </a:xfrm>
            <a:custGeom>
              <a:avLst/>
              <a:gdLst/>
              <a:ahLst/>
              <a:cxnLst/>
              <a:rect l="l" t="t" r="r" b="b"/>
              <a:pathLst>
                <a:path w="2832" h="1968" extrusionOk="0">
                  <a:moveTo>
                    <a:pt x="944" y="1828"/>
                  </a:moveTo>
                  <a:cubicBezTo>
                    <a:pt x="801" y="1968"/>
                    <a:pt x="573" y="1828"/>
                    <a:pt x="458" y="1744"/>
                  </a:cubicBezTo>
                  <a:cubicBezTo>
                    <a:pt x="344" y="1631"/>
                    <a:pt x="315" y="1519"/>
                    <a:pt x="143" y="1462"/>
                  </a:cubicBezTo>
                  <a:cubicBezTo>
                    <a:pt x="0" y="1378"/>
                    <a:pt x="115" y="1181"/>
                    <a:pt x="201" y="1125"/>
                  </a:cubicBezTo>
                  <a:cubicBezTo>
                    <a:pt x="287" y="1097"/>
                    <a:pt x="458" y="928"/>
                    <a:pt x="458" y="928"/>
                  </a:cubicBezTo>
                  <a:cubicBezTo>
                    <a:pt x="458" y="928"/>
                    <a:pt x="716" y="507"/>
                    <a:pt x="658" y="450"/>
                  </a:cubicBezTo>
                  <a:cubicBezTo>
                    <a:pt x="573" y="394"/>
                    <a:pt x="544" y="253"/>
                    <a:pt x="601" y="169"/>
                  </a:cubicBezTo>
                  <a:cubicBezTo>
                    <a:pt x="658" y="113"/>
                    <a:pt x="1173" y="0"/>
                    <a:pt x="1288" y="85"/>
                  </a:cubicBezTo>
                  <a:cubicBezTo>
                    <a:pt x="1402" y="169"/>
                    <a:pt x="1831" y="282"/>
                    <a:pt x="1888" y="169"/>
                  </a:cubicBezTo>
                  <a:cubicBezTo>
                    <a:pt x="1946" y="57"/>
                    <a:pt x="2203" y="113"/>
                    <a:pt x="2346" y="169"/>
                  </a:cubicBezTo>
                  <a:cubicBezTo>
                    <a:pt x="2461" y="225"/>
                    <a:pt x="2832" y="366"/>
                    <a:pt x="2747" y="422"/>
                  </a:cubicBezTo>
                  <a:cubicBezTo>
                    <a:pt x="2661" y="507"/>
                    <a:pt x="2489" y="900"/>
                    <a:pt x="2203" y="984"/>
                  </a:cubicBezTo>
                  <a:cubicBezTo>
                    <a:pt x="1946" y="1041"/>
                    <a:pt x="1860" y="1097"/>
                    <a:pt x="1745" y="1209"/>
                  </a:cubicBezTo>
                  <a:cubicBezTo>
                    <a:pt x="1660" y="1322"/>
                    <a:pt x="944" y="1828"/>
                    <a:pt x="944" y="1828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6"/>
            <p:cNvSpPr/>
            <p:nvPr/>
          </p:nvSpPr>
          <p:spPr>
            <a:xfrm>
              <a:off x="1885951" y="1581150"/>
              <a:ext cx="173039" cy="69849"/>
            </a:xfrm>
            <a:custGeom>
              <a:avLst/>
              <a:gdLst/>
              <a:ahLst/>
              <a:cxnLst/>
              <a:rect l="l" t="t" r="r" b="b"/>
              <a:pathLst>
                <a:path w="1664" h="672" extrusionOk="0">
                  <a:moveTo>
                    <a:pt x="115" y="84"/>
                  </a:moveTo>
                  <a:cubicBezTo>
                    <a:pt x="230" y="0"/>
                    <a:pt x="316" y="56"/>
                    <a:pt x="460" y="168"/>
                  </a:cubicBezTo>
                  <a:cubicBezTo>
                    <a:pt x="603" y="308"/>
                    <a:pt x="1091" y="84"/>
                    <a:pt x="1263" y="168"/>
                  </a:cubicBezTo>
                  <a:cubicBezTo>
                    <a:pt x="1406" y="280"/>
                    <a:pt x="1664" y="224"/>
                    <a:pt x="1435" y="392"/>
                  </a:cubicBezTo>
                  <a:cubicBezTo>
                    <a:pt x="1177" y="588"/>
                    <a:pt x="1263" y="672"/>
                    <a:pt x="1062" y="616"/>
                  </a:cubicBezTo>
                  <a:cubicBezTo>
                    <a:pt x="832" y="532"/>
                    <a:pt x="660" y="532"/>
                    <a:pt x="431" y="448"/>
                  </a:cubicBezTo>
                  <a:cubicBezTo>
                    <a:pt x="201" y="336"/>
                    <a:pt x="0" y="336"/>
                    <a:pt x="0" y="336"/>
                  </a:cubicBezTo>
                  <a:lnTo>
                    <a:pt x="115" y="8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16"/>
            <p:cNvSpPr/>
            <p:nvPr/>
          </p:nvSpPr>
          <p:spPr>
            <a:xfrm>
              <a:off x="1957388" y="1535113"/>
              <a:ext cx="95249" cy="65088"/>
            </a:xfrm>
            <a:custGeom>
              <a:avLst/>
              <a:gdLst/>
              <a:ahLst/>
              <a:cxnLst/>
              <a:rect l="l" t="t" r="r" b="b"/>
              <a:pathLst>
                <a:path w="912" h="624" extrusionOk="0">
                  <a:moveTo>
                    <a:pt x="57" y="511"/>
                  </a:moveTo>
                  <a:cubicBezTo>
                    <a:pt x="200" y="483"/>
                    <a:pt x="627" y="624"/>
                    <a:pt x="770" y="454"/>
                  </a:cubicBezTo>
                  <a:cubicBezTo>
                    <a:pt x="912" y="256"/>
                    <a:pt x="542" y="0"/>
                    <a:pt x="371" y="86"/>
                  </a:cubicBezTo>
                  <a:cubicBezTo>
                    <a:pt x="228" y="142"/>
                    <a:pt x="0" y="256"/>
                    <a:pt x="0" y="256"/>
                  </a:cubicBezTo>
                  <a:lnTo>
                    <a:pt x="57" y="511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16"/>
            <p:cNvSpPr/>
            <p:nvPr/>
          </p:nvSpPr>
          <p:spPr>
            <a:xfrm>
              <a:off x="1785938" y="1665288"/>
              <a:ext cx="338134" cy="136523"/>
            </a:xfrm>
            <a:custGeom>
              <a:avLst/>
              <a:gdLst/>
              <a:ahLst/>
              <a:cxnLst/>
              <a:rect l="l" t="t" r="r" b="b"/>
              <a:pathLst>
                <a:path w="3264" h="1312" extrusionOk="0">
                  <a:moveTo>
                    <a:pt x="2148" y="475"/>
                  </a:moveTo>
                  <a:cubicBezTo>
                    <a:pt x="1976" y="503"/>
                    <a:pt x="1862" y="726"/>
                    <a:pt x="1718" y="475"/>
                  </a:cubicBezTo>
                  <a:cubicBezTo>
                    <a:pt x="1575" y="224"/>
                    <a:pt x="1203" y="168"/>
                    <a:pt x="1088" y="224"/>
                  </a:cubicBezTo>
                  <a:cubicBezTo>
                    <a:pt x="945" y="280"/>
                    <a:pt x="373" y="224"/>
                    <a:pt x="401" y="335"/>
                  </a:cubicBezTo>
                  <a:cubicBezTo>
                    <a:pt x="401" y="475"/>
                    <a:pt x="258" y="670"/>
                    <a:pt x="144" y="670"/>
                  </a:cubicBezTo>
                  <a:cubicBezTo>
                    <a:pt x="0" y="698"/>
                    <a:pt x="86" y="754"/>
                    <a:pt x="144" y="782"/>
                  </a:cubicBezTo>
                  <a:cubicBezTo>
                    <a:pt x="230" y="810"/>
                    <a:pt x="315" y="670"/>
                    <a:pt x="745" y="754"/>
                  </a:cubicBezTo>
                  <a:cubicBezTo>
                    <a:pt x="1174" y="866"/>
                    <a:pt x="1289" y="866"/>
                    <a:pt x="1232" y="922"/>
                  </a:cubicBezTo>
                  <a:cubicBezTo>
                    <a:pt x="1174" y="1005"/>
                    <a:pt x="888" y="977"/>
                    <a:pt x="974" y="1033"/>
                  </a:cubicBezTo>
                  <a:cubicBezTo>
                    <a:pt x="1060" y="1089"/>
                    <a:pt x="1174" y="1312"/>
                    <a:pt x="1403" y="1173"/>
                  </a:cubicBezTo>
                  <a:cubicBezTo>
                    <a:pt x="1661" y="1033"/>
                    <a:pt x="1690" y="977"/>
                    <a:pt x="1919" y="977"/>
                  </a:cubicBezTo>
                  <a:cubicBezTo>
                    <a:pt x="2148" y="977"/>
                    <a:pt x="2091" y="1117"/>
                    <a:pt x="2577" y="977"/>
                  </a:cubicBezTo>
                  <a:cubicBezTo>
                    <a:pt x="3064" y="866"/>
                    <a:pt x="3093" y="754"/>
                    <a:pt x="3093" y="754"/>
                  </a:cubicBezTo>
                  <a:cubicBezTo>
                    <a:pt x="3093" y="754"/>
                    <a:pt x="3264" y="615"/>
                    <a:pt x="3207" y="531"/>
                  </a:cubicBezTo>
                  <a:cubicBezTo>
                    <a:pt x="3150" y="447"/>
                    <a:pt x="3093" y="391"/>
                    <a:pt x="3035" y="391"/>
                  </a:cubicBezTo>
                  <a:cubicBezTo>
                    <a:pt x="2978" y="391"/>
                    <a:pt x="2950" y="475"/>
                    <a:pt x="2806" y="391"/>
                  </a:cubicBezTo>
                  <a:cubicBezTo>
                    <a:pt x="2663" y="280"/>
                    <a:pt x="2720" y="391"/>
                    <a:pt x="2635" y="196"/>
                  </a:cubicBezTo>
                  <a:cubicBezTo>
                    <a:pt x="2549" y="0"/>
                    <a:pt x="2606" y="0"/>
                    <a:pt x="2463" y="0"/>
                  </a:cubicBezTo>
                  <a:cubicBezTo>
                    <a:pt x="2291" y="0"/>
                    <a:pt x="1776" y="56"/>
                    <a:pt x="1976" y="112"/>
                  </a:cubicBezTo>
                  <a:cubicBezTo>
                    <a:pt x="2176" y="196"/>
                    <a:pt x="2148" y="475"/>
                    <a:pt x="2148" y="475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16"/>
            <p:cNvSpPr/>
            <p:nvPr/>
          </p:nvSpPr>
          <p:spPr>
            <a:xfrm>
              <a:off x="2174876" y="1801813"/>
              <a:ext cx="174623" cy="174623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139" y="560"/>
                  </a:moveTo>
                  <a:cubicBezTo>
                    <a:pt x="912" y="532"/>
                    <a:pt x="1680" y="252"/>
                    <a:pt x="1453" y="252"/>
                  </a:cubicBezTo>
                  <a:cubicBezTo>
                    <a:pt x="1225" y="252"/>
                    <a:pt x="1054" y="0"/>
                    <a:pt x="912" y="112"/>
                  </a:cubicBezTo>
                  <a:cubicBezTo>
                    <a:pt x="769" y="224"/>
                    <a:pt x="314" y="280"/>
                    <a:pt x="314" y="280"/>
                  </a:cubicBezTo>
                  <a:cubicBezTo>
                    <a:pt x="314" y="588"/>
                    <a:pt x="314" y="588"/>
                    <a:pt x="314" y="588"/>
                  </a:cubicBezTo>
                  <a:cubicBezTo>
                    <a:pt x="0" y="728"/>
                    <a:pt x="0" y="728"/>
                    <a:pt x="0" y="728"/>
                  </a:cubicBezTo>
                  <a:cubicBezTo>
                    <a:pt x="0" y="728"/>
                    <a:pt x="0" y="1008"/>
                    <a:pt x="114" y="1120"/>
                  </a:cubicBezTo>
                  <a:cubicBezTo>
                    <a:pt x="257" y="1204"/>
                    <a:pt x="570" y="1288"/>
                    <a:pt x="456" y="1400"/>
                  </a:cubicBezTo>
                  <a:cubicBezTo>
                    <a:pt x="342" y="1484"/>
                    <a:pt x="712" y="1652"/>
                    <a:pt x="627" y="1652"/>
                  </a:cubicBezTo>
                  <a:cubicBezTo>
                    <a:pt x="541" y="1680"/>
                    <a:pt x="741" y="1540"/>
                    <a:pt x="969" y="1456"/>
                  </a:cubicBezTo>
                  <a:cubicBezTo>
                    <a:pt x="1168" y="1400"/>
                    <a:pt x="1282" y="1344"/>
                    <a:pt x="1253" y="1372"/>
                  </a:cubicBezTo>
                  <a:cubicBezTo>
                    <a:pt x="1253" y="1400"/>
                    <a:pt x="1282" y="1260"/>
                    <a:pt x="1310" y="1176"/>
                  </a:cubicBezTo>
                  <a:cubicBezTo>
                    <a:pt x="1339" y="1064"/>
                    <a:pt x="1339" y="868"/>
                    <a:pt x="1339" y="868"/>
                  </a:cubicBezTo>
                  <a:cubicBezTo>
                    <a:pt x="1339" y="868"/>
                    <a:pt x="1424" y="588"/>
                    <a:pt x="1139" y="560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16"/>
            <p:cNvSpPr/>
            <p:nvPr/>
          </p:nvSpPr>
          <p:spPr>
            <a:xfrm>
              <a:off x="2147888" y="1660525"/>
              <a:ext cx="282574" cy="136523"/>
            </a:xfrm>
            <a:custGeom>
              <a:avLst/>
              <a:gdLst/>
              <a:ahLst/>
              <a:cxnLst/>
              <a:rect l="l" t="t" r="r" b="b"/>
              <a:pathLst>
                <a:path w="2720" h="1312" extrusionOk="0">
                  <a:moveTo>
                    <a:pt x="602" y="391"/>
                  </a:moveTo>
                  <a:cubicBezTo>
                    <a:pt x="430" y="224"/>
                    <a:pt x="287" y="84"/>
                    <a:pt x="172" y="112"/>
                  </a:cubicBezTo>
                  <a:cubicBezTo>
                    <a:pt x="86" y="112"/>
                    <a:pt x="258" y="335"/>
                    <a:pt x="201" y="447"/>
                  </a:cubicBezTo>
                  <a:cubicBezTo>
                    <a:pt x="172" y="531"/>
                    <a:pt x="287" y="726"/>
                    <a:pt x="144" y="754"/>
                  </a:cubicBezTo>
                  <a:cubicBezTo>
                    <a:pt x="0" y="810"/>
                    <a:pt x="144" y="754"/>
                    <a:pt x="344" y="950"/>
                  </a:cubicBezTo>
                  <a:cubicBezTo>
                    <a:pt x="516" y="1145"/>
                    <a:pt x="144" y="1312"/>
                    <a:pt x="544" y="1229"/>
                  </a:cubicBezTo>
                  <a:cubicBezTo>
                    <a:pt x="917" y="1145"/>
                    <a:pt x="1318" y="1201"/>
                    <a:pt x="1690" y="1173"/>
                  </a:cubicBezTo>
                  <a:cubicBezTo>
                    <a:pt x="2033" y="1145"/>
                    <a:pt x="2348" y="1117"/>
                    <a:pt x="2348" y="1117"/>
                  </a:cubicBezTo>
                  <a:cubicBezTo>
                    <a:pt x="2720" y="977"/>
                    <a:pt x="2720" y="977"/>
                    <a:pt x="2720" y="977"/>
                  </a:cubicBezTo>
                  <a:cubicBezTo>
                    <a:pt x="2720" y="977"/>
                    <a:pt x="2549" y="559"/>
                    <a:pt x="2463" y="503"/>
                  </a:cubicBezTo>
                  <a:cubicBezTo>
                    <a:pt x="2377" y="447"/>
                    <a:pt x="2148" y="643"/>
                    <a:pt x="2148" y="643"/>
                  </a:cubicBezTo>
                  <a:cubicBezTo>
                    <a:pt x="2148" y="643"/>
                    <a:pt x="1833" y="391"/>
                    <a:pt x="1833" y="335"/>
                  </a:cubicBezTo>
                  <a:cubicBezTo>
                    <a:pt x="1833" y="252"/>
                    <a:pt x="1862" y="112"/>
                    <a:pt x="1747" y="56"/>
                  </a:cubicBezTo>
                  <a:cubicBezTo>
                    <a:pt x="1632" y="28"/>
                    <a:pt x="1346" y="56"/>
                    <a:pt x="1146" y="56"/>
                  </a:cubicBezTo>
                  <a:cubicBezTo>
                    <a:pt x="974" y="56"/>
                    <a:pt x="745" y="0"/>
                    <a:pt x="745" y="84"/>
                  </a:cubicBezTo>
                  <a:cubicBezTo>
                    <a:pt x="745" y="168"/>
                    <a:pt x="602" y="391"/>
                    <a:pt x="602" y="391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6"/>
            <p:cNvSpPr/>
            <p:nvPr/>
          </p:nvSpPr>
          <p:spPr>
            <a:xfrm>
              <a:off x="2462213" y="1819275"/>
              <a:ext cx="731837" cy="666749"/>
            </a:xfrm>
            <a:custGeom>
              <a:avLst/>
              <a:gdLst/>
              <a:ahLst/>
              <a:cxnLst/>
              <a:rect l="l" t="t" r="r" b="b"/>
              <a:pathLst>
                <a:path w="3536" h="3216" extrusionOk="0">
                  <a:moveTo>
                    <a:pt x="816" y="42"/>
                  </a:moveTo>
                  <a:cubicBezTo>
                    <a:pt x="702" y="42"/>
                    <a:pt x="630" y="0"/>
                    <a:pt x="502" y="84"/>
                  </a:cubicBezTo>
                  <a:cubicBezTo>
                    <a:pt x="373" y="168"/>
                    <a:pt x="244" y="266"/>
                    <a:pt x="201" y="364"/>
                  </a:cubicBezTo>
                  <a:cubicBezTo>
                    <a:pt x="158" y="448"/>
                    <a:pt x="287" y="756"/>
                    <a:pt x="287" y="783"/>
                  </a:cubicBezTo>
                  <a:cubicBezTo>
                    <a:pt x="287" y="811"/>
                    <a:pt x="0" y="1063"/>
                    <a:pt x="315" y="1063"/>
                  </a:cubicBezTo>
                  <a:cubicBezTo>
                    <a:pt x="630" y="1063"/>
                    <a:pt x="931" y="993"/>
                    <a:pt x="1046" y="993"/>
                  </a:cubicBezTo>
                  <a:cubicBezTo>
                    <a:pt x="1160" y="1007"/>
                    <a:pt x="1504" y="672"/>
                    <a:pt x="1618" y="965"/>
                  </a:cubicBezTo>
                  <a:cubicBezTo>
                    <a:pt x="1747" y="1259"/>
                    <a:pt x="1804" y="1301"/>
                    <a:pt x="1733" y="1315"/>
                  </a:cubicBezTo>
                  <a:cubicBezTo>
                    <a:pt x="1675" y="1343"/>
                    <a:pt x="1675" y="1455"/>
                    <a:pt x="1733" y="1497"/>
                  </a:cubicBezTo>
                  <a:cubicBezTo>
                    <a:pt x="1790" y="1539"/>
                    <a:pt x="2062" y="1497"/>
                    <a:pt x="2134" y="1497"/>
                  </a:cubicBezTo>
                  <a:cubicBezTo>
                    <a:pt x="2191" y="1497"/>
                    <a:pt x="2219" y="1553"/>
                    <a:pt x="2048" y="1692"/>
                  </a:cubicBezTo>
                  <a:cubicBezTo>
                    <a:pt x="1876" y="1832"/>
                    <a:pt x="1919" y="1986"/>
                    <a:pt x="1862" y="2056"/>
                  </a:cubicBezTo>
                  <a:cubicBezTo>
                    <a:pt x="1790" y="2126"/>
                    <a:pt x="1761" y="2182"/>
                    <a:pt x="1718" y="2182"/>
                  </a:cubicBezTo>
                  <a:cubicBezTo>
                    <a:pt x="1675" y="2196"/>
                    <a:pt x="1461" y="2028"/>
                    <a:pt x="1346" y="2098"/>
                  </a:cubicBezTo>
                  <a:cubicBezTo>
                    <a:pt x="1246" y="2154"/>
                    <a:pt x="1203" y="2419"/>
                    <a:pt x="1203" y="2461"/>
                  </a:cubicBezTo>
                  <a:cubicBezTo>
                    <a:pt x="1203" y="2503"/>
                    <a:pt x="1160" y="2685"/>
                    <a:pt x="1260" y="2615"/>
                  </a:cubicBezTo>
                  <a:cubicBezTo>
                    <a:pt x="1375" y="2559"/>
                    <a:pt x="1733" y="2419"/>
                    <a:pt x="1733" y="2419"/>
                  </a:cubicBezTo>
                  <a:cubicBezTo>
                    <a:pt x="1733" y="2419"/>
                    <a:pt x="1733" y="2601"/>
                    <a:pt x="1833" y="2629"/>
                  </a:cubicBezTo>
                  <a:cubicBezTo>
                    <a:pt x="1919" y="2657"/>
                    <a:pt x="1904" y="2741"/>
                    <a:pt x="2033" y="2811"/>
                  </a:cubicBezTo>
                  <a:cubicBezTo>
                    <a:pt x="2176" y="2881"/>
                    <a:pt x="2277" y="3161"/>
                    <a:pt x="2277" y="3161"/>
                  </a:cubicBezTo>
                  <a:cubicBezTo>
                    <a:pt x="2277" y="3161"/>
                    <a:pt x="2291" y="3175"/>
                    <a:pt x="2363" y="3175"/>
                  </a:cubicBezTo>
                  <a:cubicBezTo>
                    <a:pt x="2448" y="3175"/>
                    <a:pt x="2606" y="3175"/>
                    <a:pt x="2606" y="3175"/>
                  </a:cubicBezTo>
                  <a:cubicBezTo>
                    <a:pt x="2606" y="3175"/>
                    <a:pt x="2778" y="3216"/>
                    <a:pt x="2749" y="3175"/>
                  </a:cubicBezTo>
                  <a:cubicBezTo>
                    <a:pt x="2706" y="3119"/>
                    <a:pt x="2706" y="3091"/>
                    <a:pt x="2635" y="2965"/>
                  </a:cubicBezTo>
                  <a:cubicBezTo>
                    <a:pt x="2549" y="2853"/>
                    <a:pt x="2305" y="2517"/>
                    <a:pt x="2463" y="2615"/>
                  </a:cubicBezTo>
                  <a:cubicBezTo>
                    <a:pt x="2620" y="2699"/>
                    <a:pt x="2749" y="2853"/>
                    <a:pt x="2735" y="2895"/>
                  </a:cubicBezTo>
                  <a:cubicBezTo>
                    <a:pt x="2735" y="2937"/>
                    <a:pt x="2620" y="2965"/>
                    <a:pt x="2778" y="2923"/>
                  </a:cubicBezTo>
                  <a:cubicBezTo>
                    <a:pt x="2935" y="2881"/>
                    <a:pt x="3050" y="2769"/>
                    <a:pt x="3007" y="2713"/>
                  </a:cubicBezTo>
                  <a:cubicBezTo>
                    <a:pt x="2978" y="2671"/>
                    <a:pt x="3035" y="2643"/>
                    <a:pt x="2950" y="2531"/>
                  </a:cubicBezTo>
                  <a:cubicBezTo>
                    <a:pt x="2878" y="2419"/>
                    <a:pt x="2649" y="2266"/>
                    <a:pt x="2706" y="2112"/>
                  </a:cubicBezTo>
                  <a:cubicBezTo>
                    <a:pt x="2749" y="1958"/>
                    <a:pt x="2778" y="1846"/>
                    <a:pt x="2778" y="1846"/>
                  </a:cubicBezTo>
                  <a:cubicBezTo>
                    <a:pt x="2778" y="1846"/>
                    <a:pt x="3064" y="1860"/>
                    <a:pt x="3035" y="1916"/>
                  </a:cubicBezTo>
                  <a:cubicBezTo>
                    <a:pt x="3021" y="1972"/>
                    <a:pt x="3050" y="2154"/>
                    <a:pt x="3050" y="2154"/>
                  </a:cubicBezTo>
                  <a:cubicBezTo>
                    <a:pt x="3050" y="2154"/>
                    <a:pt x="3107" y="2238"/>
                    <a:pt x="3222" y="2210"/>
                  </a:cubicBezTo>
                  <a:cubicBezTo>
                    <a:pt x="3350" y="2182"/>
                    <a:pt x="3393" y="2070"/>
                    <a:pt x="3393" y="2070"/>
                  </a:cubicBezTo>
                  <a:cubicBezTo>
                    <a:pt x="3393" y="2070"/>
                    <a:pt x="3522" y="1972"/>
                    <a:pt x="3494" y="1902"/>
                  </a:cubicBezTo>
                  <a:cubicBezTo>
                    <a:pt x="3479" y="1832"/>
                    <a:pt x="3536" y="1748"/>
                    <a:pt x="3536" y="1748"/>
                  </a:cubicBezTo>
                  <a:cubicBezTo>
                    <a:pt x="3536" y="1748"/>
                    <a:pt x="3264" y="1664"/>
                    <a:pt x="3121" y="1636"/>
                  </a:cubicBezTo>
                  <a:cubicBezTo>
                    <a:pt x="2964" y="1608"/>
                    <a:pt x="2849" y="1664"/>
                    <a:pt x="2778" y="1553"/>
                  </a:cubicBezTo>
                  <a:cubicBezTo>
                    <a:pt x="2706" y="1455"/>
                    <a:pt x="2706" y="1469"/>
                    <a:pt x="2720" y="1371"/>
                  </a:cubicBezTo>
                  <a:cubicBezTo>
                    <a:pt x="2735" y="1259"/>
                    <a:pt x="2706" y="1245"/>
                    <a:pt x="2792" y="1231"/>
                  </a:cubicBezTo>
                  <a:cubicBezTo>
                    <a:pt x="2892" y="1203"/>
                    <a:pt x="2964" y="1259"/>
                    <a:pt x="2921" y="1147"/>
                  </a:cubicBezTo>
                  <a:cubicBezTo>
                    <a:pt x="2878" y="1021"/>
                    <a:pt x="2663" y="853"/>
                    <a:pt x="2620" y="825"/>
                  </a:cubicBezTo>
                  <a:cubicBezTo>
                    <a:pt x="2577" y="797"/>
                    <a:pt x="2563" y="839"/>
                    <a:pt x="2491" y="839"/>
                  </a:cubicBezTo>
                  <a:cubicBezTo>
                    <a:pt x="2434" y="839"/>
                    <a:pt x="2592" y="630"/>
                    <a:pt x="2448" y="630"/>
                  </a:cubicBezTo>
                  <a:cubicBezTo>
                    <a:pt x="2305" y="630"/>
                    <a:pt x="2234" y="672"/>
                    <a:pt x="2191" y="686"/>
                  </a:cubicBezTo>
                  <a:cubicBezTo>
                    <a:pt x="2148" y="686"/>
                    <a:pt x="2162" y="602"/>
                    <a:pt x="2076" y="504"/>
                  </a:cubicBezTo>
                  <a:cubicBezTo>
                    <a:pt x="1976" y="392"/>
                    <a:pt x="1976" y="476"/>
                    <a:pt x="1976" y="392"/>
                  </a:cubicBezTo>
                  <a:cubicBezTo>
                    <a:pt x="1962" y="322"/>
                    <a:pt x="2191" y="308"/>
                    <a:pt x="2005" y="238"/>
                  </a:cubicBezTo>
                  <a:cubicBezTo>
                    <a:pt x="1819" y="182"/>
                    <a:pt x="1962" y="210"/>
                    <a:pt x="1761" y="126"/>
                  </a:cubicBezTo>
                  <a:cubicBezTo>
                    <a:pt x="1575" y="42"/>
                    <a:pt x="1618" y="42"/>
                    <a:pt x="1575" y="42"/>
                  </a:cubicBezTo>
                  <a:cubicBezTo>
                    <a:pt x="1518" y="28"/>
                    <a:pt x="1475" y="0"/>
                    <a:pt x="1389" y="56"/>
                  </a:cubicBezTo>
                  <a:cubicBezTo>
                    <a:pt x="1289" y="112"/>
                    <a:pt x="1260" y="14"/>
                    <a:pt x="1260" y="196"/>
                  </a:cubicBezTo>
                  <a:cubicBezTo>
                    <a:pt x="1246" y="378"/>
                    <a:pt x="1346" y="504"/>
                    <a:pt x="1246" y="490"/>
                  </a:cubicBezTo>
                  <a:cubicBezTo>
                    <a:pt x="1160" y="476"/>
                    <a:pt x="1046" y="336"/>
                    <a:pt x="1046" y="336"/>
                  </a:cubicBezTo>
                  <a:cubicBezTo>
                    <a:pt x="974" y="112"/>
                    <a:pt x="974" y="112"/>
                    <a:pt x="974" y="112"/>
                  </a:cubicBezTo>
                  <a:cubicBezTo>
                    <a:pt x="917" y="98"/>
                    <a:pt x="917" y="98"/>
                    <a:pt x="917" y="98"/>
                  </a:cubicBezTo>
                  <a:lnTo>
                    <a:pt x="816" y="42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16"/>
            <p:cNvSpPr/>
            <p:nvPr/>
          </p:nvSpPr>
          <p:spPr>
            <a:xfrm>
              <a:off x="2470151" y="2243138"/>
              <a:ext cx="195264" cy="153988"/>
            </a:xfrm>
            <a:custGeom>
              <a:avLst/>
              <a:gdLst/>
              <a:ahLst/>
              <a:cxnLst/>
              <a:rect l="l" t="t" r="r" b="b"/>
              <a:pathLst>
                <a:path w="944" h="744" extrusionOk="0">
                  <a:moveTo>
                    <a:pt x="244" y="744"/>
                  </a:moveTo>
                  <a:cubicBezTo>
                    <a:pt x="344" y="632"/>
                    <a:pt x="487" y="562"/>
                    <a:pt x="558" y="520"/>
                  </a:cubicBezTo>
                  <a:cubicBezTo>
                    <a:pt x="630" y="492"/>
                    <a:pt x="530" y="674"/>
                    <a:pt x="716" y="632"/>
                  </a:cubicBezTo>
                  <a:cubicBezTo>
                    <a:pt x="902" y="590"/>
                    <a:pt x="944" y="576"/>
                    <a:pt x="887" y="520"/>
                  </a:cubicBezTo>
                  <a:cubicBezTo>
                    <a:pt x="830" y="464"/>
                    <a:pt x="873" y="534"/>
                    <a:pt x="773" y="351"/>
                  </a:cubicBezTo>
                  <a:cubicBezTo>
                    <a:pt x="658" y="183"/>
                    <a:pt x="744" y="197"/>
                    <a:pt x="601" y="141"/>
                  </a:cubicBezTo>
                  <a:cubicBezTo>
                    <a:pt x="458" y="85"/>
                    <a:pt x="444" y="57"/>
                    <a:pt x="401" y="29"/>
                  </a:cubicBezTo>
                  <a:cubicBezTo>
                    <a:pt x="358" y="0"/>
                    <a:pt x="258" y="141"/>
                    <a:pt x="258" y="169"/>
                  </a:cubicBezTo>
                  <a:cubicBezTo>
                    <a:pt x="258" y="197"/>
                    <a:pt x="301" y="379"/>
                    <a:pt x="172" y="408"/>
                  </a:cubicBezTo>
                  <a:cubicBezTo>
                    <a:pt x="29" y="450"/>
                    <a:pt x="0" y="576"/>
                    <a:pt x="0" y="576"/>
                  </a:cubicBezTo>
                  <a:lnTo>
                    <a:pt x="244" y="74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6"/>
            <p:cNvSpPr/>
            <p:nvPr/>
          </p:nvSpPr>
          <p:spPr>
            <a:xfrm>
              <a:off x="2520951" y="2408238"/>
              <a:ext cx="85725" cy="42863"/>
            </a:xfrm>
            <a:custGeom>
              <a:avLst/>
              <a:gdLst/>
              <a:ahLst/>
              <a:cxnLst/>
              <a:rect l="l" t="t" r="r" b="b"/>
              <a:pathLst>
                <a:path w="408" h="208" extrusionOk="0">
                  <a:moveTo>
                    <a:pt x="352" y="0"/>
                  </a:moveTo>
                  <a:cubicBezTo>
                    <a:pt x="254" y="98"/>
                    <a:pt x="0" y="195"/>
                    <a:pt x="113" y="195"/>
                  </a:cubicBezTo>
                  <a:cubicBezTo>
                    <a:pt x="212" y="208"/>
                    <a:pt x="324" y="167"/>
                    <a:pt x="324" y="167"/>
                  </a:cubicBezTo>
                  <a:cubicBezTo>
                    <a:pt x="408" y="28"/>
                    <a:pt x="408" y="28"/>
                    <a:pt x="408" y="28"/>
                  </a:cubicBezTo>
                  <a:lnTo>
                    <a:pt x="352" y="0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6"/>
            <p:cNvSpPr/>
            <p:nvPr/>
          </p:nvSpPr>
          <p:spPr>
            <a:xfrm>
              <a:off x="2609851" y="2454275"/>
              <a:ext cx="68263" cy="58738"/>
            </a:xfrm>
            <a:custGeom>
              <a:avLst/>
              <a:gdLst/>
              <a:ahLst/>
              <a:cxnLst/>
              <a:rect l="l" t="t" r="r" b="b"/>
              <a:pathLst>
                <a:path w="336" h="280" extrusionOk="0">
                  <a:moveTo>
                    <a:pt x="190" y="0"/>
                  </a:moveTo>
                  <a:cubicBezTo>
                    <a:pt x="176" y="98"/>
                    <a:pt x="0" y="182"/>
                    <a:pt x="132" y="196"/>
                  </a:cubicBezTo>
                  <a:cubicBezTo>
                    <a:pt x="263" y="224"/>
                    <a:pt x="278" y="280"/>
                    <a:pt x="307" y="210"/>
                  </a:cubicBezTo>
                  <a:cubicBezTo>
                    <a:pt x="336" y="140"/>
                    <a:pt x="278" y="112"/>
                    <a:pt x="293" y="84"/>
                  </a:cubicBezTo>
                  <a:cubicBezTo>
                    <a:pt x="293" y="42"/>
                    <a:pt x="190" y="0"/>
                    <a:pt x="190" y="0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16"/>
            <p:cNvSpPr/>
            <p:nvPr/>
          </p:nvSpPr>
          <p:spPr>
            <a:xfrm>
              <a:off x="2938463" y="2552700"/>
              <a:ext cx="30163" cy="38100"/>
            </a:xfrm>
            <a:custGeom>
              <a:avLst/>
              <a:gdLst/>
              <a:ahLst/>
              <a:cxnLst/>
              <a:rect l="l" t="t" r="r" b="b"/>
              <a:pathLst>
                <a:path w="144" h="184" extrusionOk="0">
                  <a:moveTo>
                    <a:pt x="44" y="0"/>
                  </a:moveTo>
                  <a:cubicBezTo>
                    <a:pt x="0" y="128"/>
                    <a:pt x="144" y="184"/>
                    <a:pt x="130" y="100"/>
                  </a:cubicBezTo>
                  <a:cubicBezTo>
                    <a:pt x="116" y="0"/>
                    <a:pt x="44" y="0"/>
                    <a:pt x="44" y="0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6"/>
            <p:cNvSpPr/>
            <p:nvPr/>
          </p:nvSpPr>
          <p:spPr>
            <a:xfrm>
              <a:off x="3027363" y="2489200"/>
              <a:ext cx="33338" cy="23813"/>
            </a:xfrm>
            <a:custGeom>
              <a:avLst/>
              <a:gdLst/>
              <a:ahLst/>
              <a:cxnLst/>
              <a:rect l="l" t="t" r="r" b="b"/>
              <a:pathLst>
                <a:path w="160" h="112" extrusionOk="0">
                  <a:moveTo>
                    <a:pt x="0" y="0"/>
                  </a:moveTo>
                  <a:cubicBezTo>
                    <a:pt x="146" y="14"/>
                    <a:pt x="146" y="14"/>
                    <a:pt x="146" y="14"/>
                  </a:cubicBezTo>
                  <a:cubicBezTo>
                    <a:pt x="146" y="14"/>
                    <a:pt x="160" y="112"/>
                    <a:pt x="117" y="112"/>
                  </a:cubicBezTo>
                  <a:cubicBezTo>
                    <a:pt x="73" y="98"/>
                    <a:pt x="0" y="84"/>
                    <a:pt x="0" y="8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16"/>
            <p:cNvSpPr/>
            <p:nvPr/>
          </p:nvSpPr>
          <p:spPr>
            <a:xfrm>
              <a:off x="2571751" y="2765425"/>
              <a:ext cx="47625" cy="42863"/>
            </a:xfrm>
            <a:custGeom>
              <a:avLst/>
              <a:gdLst/>
              <a:ahLst/>
              <a:cxnLst/>
              <a:rect l="l" t="t" r="r" b="b"/>
              <a:pathLst>
                <a:path w="232" h="208" extrusionOk="0">
                  <a:moveTo>
                    <a:pt x="203" y="0"/>
                  </a:moveTo>
                  <a:cubicBezTo>
                    <a:pt x="0" y="153"/>
                    <a:pt x="0" y="153"/>
                    <a:pt x="0" y="153"/>
                  </a:cubicBezTo>
                  <a:cubicBezTo>
                    <a:pt x="0" y="153"/>
                    <a:pt x="116" y="208"/>
                    <a:pt x="160" y="153"/>
                  </a:cubicBezTo>
                  <a:cubicBezTo>
                    <a:pt x="203" y="84"/>
                    <a:pt x="232" y="14"/>
                    <a:pt x="203" y="0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16"/>
            <p:cNvSpPr/>
            <p:nvPr/>
          </p:nvSpPr>
          <p:spPr>
            <a:xfrm>
              <a:off x="1049338" y="2746375"/>
              <a:ext cx="65088" cy="112714"/>
            </a:xfrm>
            <a:custGeom>
              <a:avLst/>
              <a:gdLst/>
              <a:ahLst/>
              <a:cxnLst/>
              <a:rect l="l" t="t" r="r" b="b"/>
              <a:pathLst>
                <a:path w="624" h="1088" extrusionOk="0">
                  <a:moveTo>
                    <a:pt x="171" y="0"/>
                  </a:moveTo>
                  <a:cubicBezTo>
                    <a:pt x="0" y="112"/>
                    <a:pt x="142" y="279"/>
                    <a:pt x="142" y="279"/>
                  </a:cubicBezTo>
                  <a:cubicBezTo>
                    <a:pt x="142" y="279"/>
                    <a:pt x="256" y="586"/>
                    <a:pt x="199" y="754"/>
                  </a:cubicBezTo>
                  <a:cubicBezTo>
                    <a:pt x="171" y="949"/>
                    <a:pt x="426" y="1088"/>
                    <a:pt x="539" y="1033"/>
                  </a:cubicBezTo>
                  <a:cubicBezTo>
                    <a:pt x="624" y="977"/>
                    <a:pt x="568" y="809"/>
                    <a:pt x="511" y="754"/>
                  </a:cubicBezTo>
                  <a:cubicBezTo>
                    <a:pt x="426" y="698"/>
                    <a:pt x="398" y="586"/>
                    <a:pt x="341" y="419"/>
                  </a:cubicBezTo>
                  <a:cubicBezTo>
                    <a:pt x="284" y="224"/>
                    <a:pt x="312" y="224"/>
                    <a:pt x="284" y="140"/>
                  </a:cubicBezTo>
                  <a:cubicBezTo>
                    <a:pt x="256" y="56"/>
                    <a:pt x="171" y="0"/>
                    <a:pt x="171" y="0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6"/>
            <p:cNvSpPr/>
            <p:nvPr/>
          </p:nvSpPr>
          <p:spPr>
            <a:xfrm>
              <a:off x="1054101" y="2886075"/>
              <a:ext cx="53975" cy="49213"/>
            </a:xfrm>
            <a:custGeom>
              <a:avLst/>
              <a:gdLst/>
              <a:ahLst/>
              <a:cxnLst/>
              <a:rect l="l" t="t" r="r" b="b"/>
              <a:pathLst>
                <a:path w="512" h="480" extrusionOk="0">
                  <a:moveTo>
                    <a:pt x="313" y="0"/>
                  </a:moveTo>
                  <a:cubicBezTo>
                    <a:pt x="171" y="0"/>
                    <a:pt x="0" y="57"/>
                    <a:pt x="86" y="170"/>
                  </a:cubicBezTo>
                  <a:cubicBezTo>
                    <a:pt x="200" y="283"/>
                    <a:pt x="370" y="339"/>
                    <a:pt x="313" y="396"/>
                  </a:cubicBezTo>
                  <a:cubicBezTo>
                    <a:pt x="228" y="424"/>
                    <a:pt x="86" y="480"/>
                    <a:pt x="228" y="424"/>
                  </a:cubicBezTo>
                  <a:cubicBezTo>
                    <a:pt x="399" y="396"/>
                    <a:pt x="512" y="198"/>
                    <a:pt x="512" y="198"/>
                  </a:cubicBezTo>
                  <a:lnTo>
                    <a:pt x="313" y="0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1077913" y="2940050"/>
              <a:ext cx="27000" cy="19200"/>
            </a:xfrm>
            <a:prstGeom prst="rect">
              <a:avLst/>
            </a:pr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16"/>
            <p:cNvSpPr/>
            <p:nvPr/>
          </p:nvSpPr>
          <p:spPr>
            <a:xfrm>
              <a:off x="1077913" y="2940050"/>
              <a:ext cx="26988" cy="19050"/>
            </a:xfrm>
            <a:custGeom>
              <a:avLst/>
              <a:gdLst/>
              <a:ahLst/>
              <a:cxnLst/>
              <a:rect l="l" t="t" r="r" b="b"/>
              <a:pathLst>
                <a:path w="256" h="176" extrusionOk="0">
                  <a:moveTo>
                    <a:pt x="0" y="30"/>
                  </a:moveTo>
                  <a:cubicBezTo>
                    <a:pt x="256" y="176"/>
                    <a:pt x="200" y="0"/>
                    <a:pt x="200" y="0"/>
                  </a:cubicBezTo>
                  <a:lnTo>
                    <a:pt x="0" y="30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16"/>
            <p:cNvSpPr/>
            <p:nvPr/>
          </p:nvSpPr>
          <p:spPr>
            <a:xfrm>
              <a:off x="1085851" y="2946400"/>
              <a:ext cx="28575" cy="23813"/>
            </a:xfrm>
            <a:custGeom>
              <a:avLst/>
              <a:gdLst/>
              <a:ahLst/>
              <a:cxnLst/>
              <a:rect l="l" t="t" r="r" b="b"/>
              <a:pathLst>
                <a:path w="272" h="224" extrusionOk="0">
                  <a:moveTo>
                    <a:pt x="121" y="224"/>
                  </a:moveTo>
                  <a:cubicBezTo>
                    <a:pt x="272" y="168"/>
                    <a:pt x="272" y="168"/>
                    <a:pt x="272" y="168"/>
                  </a:cubicBezTo>
                  <a:cubicBezTo>
                    <a:pt x="272" y="168"/>
                    <a:pt x="121" y="0"/>
                    <a:pt x="61" y="112"/>
                  </a:cubicBezTo>
                  <a:cubicBezTo>
                    <a:pt x="0" y="196"/>
                    <a:pt x="121" y="224"/>
                    <a:pt x="121" y="224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16"/>
            <p:cNvSpPr/>
            <p:nvPr/>
          </p:nvSpPr>
          <p:spPr>
            <a:xfrm>
              <a:off x="3176" y="2900363"/>
              <a:ext cx="114300" cy="42863"/>
            </a:xfrm>
            <a:custGeom>
              <a:avLst/>
              <a:gdLst/>
              <a:ahLst/>
              <a:cxnLst/>
              <a:rect l="l" t="t" r="r" b="b"/>
              <a:pathLst>
                <a:path w="1104" h="416" extrusionOk="0">
                  <a:moveTo>
                    <a:pt x="1104" y="0"/>
                  </a:moveTo>
                  <a:cubicBezTo>
                    <a:pt x="1104" y="0"/>
                    <a:pt x="991" y="250"/>
                    <a:pt x="878" y="222"/>
                  </a:cubicBezTo>
                  <a:cubicBezTo>
                    <a:pt x="765" y="195"/>
                    <a:pt x="595" y="139"/>
                    <a:pt x="425" y="222"/>
                  </a:cubicBezTo>
                  <a:cubicBezTo>
                    <a:pt x="227" y="306"/>
                    <a:pt x="255" y="333"/>
                    <a:pt x="170" y="389"/>
                  </a:cubicBezTo>
                  <a:cubicBezTo>
                    <a:pt x="57" y="416"/>
                    <a:pt x="0" y="195"/>
                    <a:pt x="85" y="167"/>
                  </a:cubicBezTo>
                  <a:cubicBezTo>
                    <a:pt x="170" y="139"/>
                    <a:pt x="227" y="195"/>
                    <a:pt x="482" y="111"/>
                  </a:cubicBezTo>
                  <a:cubicBezTo>
                    <a:pt x="736" y="28"/>
                    <a:pt x="850" y="84"/>
                    <a:pt x="850" y="84"/>
                  </a:cubicBezTo>
                  <a:lnTo>
                    <a:pt x="1104" y="0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16"/>
            <p:cNvSpPr/>
            <p:nvPr/>
          </p:nvSpPr>
          <p:spPr>
            <a:xfrm>
              <a:off x="173038" y="2562225"/>
              <a:ext cx="96839" cy="49213"/>
            </a:xfrm>
            <a:custGeom>
              <a:avLst/>
              <a:gdLst/>
              <a:ahLst/>
              <a:cxnLst/>
              <a:rect l="l" t="t" r="r" b="b"/>
              <a:pathLst>
                <a:path w="928" h="464" extrusionOk="0">
                  <a:moveTo>
                    <a:pt x="609" y="410"/>
                  </a:moveTo>
                  <a:cubicBezTo>
                    <a:pt x="667" y="383"/>
                    <a:pt x="928" y="164"/>
                    <a:pt x="841" y="110"/>
                  </a:cubicBezTo>
                  <a:cubicBezTo>
                    <a:pt x="754" y="55"/>
                    <a:pt x="464" y="0"/>
                    <a:pt x="435" y="55"/>
                  </a:cubicBezTo>
                  <a:cubicBezTo>
                    <a:pt x="406" y="110"/>
                    <a:pt x="522" y="383"/>
                    <a:pt x="377" y="383"/>
                  </a:cubicBezTo>
                  <a:cubicBezTo>
                    <a:pt x="232" y="410"/>
                    <a:pt x="0" y="355"/>
                    <a:pt x="232" y="410"/>
                  </a:cubicBezTo>
                  <a:cubicBezTo>
                    <a:pt x="493" y="464"/>
                    <a:pt x="609" y="410"/>
                    <a:pt x="609" y="410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16"/>
            <p:cNvSpPr/>
            <p:nvPr/>
          </p:nvSpPr>
          <p:spPr>
            <a:xfrm>
              <a:off x="120651" y="2127250"/>
              <a:ext cx="177798" cy="196850"/>
            </a:xfrm>
            <a:custGeom>
              <a:avLst/>
              <a:gdLst/>
              <a:ahLst/>
              <a:cxnLst/>
              <a:rect l="l" t="t" r="r" b="b"/>
              <a:pathLst>
                <a:path w="1728" h="1904" extrusionOk="0">
                  <a:moveTo>
                    <a:pt x="202" y="1596"/>
                  </a:moveTo>
                  <a:cubicBezTo>
                    <a:pt x="202" y="1596"/>
                    <a:pt x="231" y="1904"/>
                    <a:pt x="317" y="1904"/>
                  </a:cubicBezTo>
                  <a:cubicBezTo>
                    <a:pt x="404" y="1904"/>
                    <a:pt x="576" y="1624"/>
                    <a:pt x="576" y="1624"/>
                  </a:cubicBezTo>
                  <a:cubicBezTo>
                    <a:pt x="576" y="1624"/>
                    <a:pt x="490" y="1512"/>
                    <a:pt x="720" y="1344"/>
                  </a:cubicBezTo>
                  <a:cubicBezTo>
                    <a:pt x="951" y="1204"/>
                    <a:pt x="1498" y="1064"/>
                    <a:pt x="1498" y="1064"/>
                  </a:cubicBezTo>
                  <a:cubicBezTo>
                    <a:pt x="1498" y="1064"/>
                    <a:pt x="1584" y="980"/>
                    <a:pt x="1642" y="868"/>
                  </a:cubicBezTo>
                  <a:cubicBezTo>
                    <a:pt x="1671" y="756"/>
                    <a:pt x="1728" y="560"/>
                    <a:pt x="1671" y="532"/>
                  </a:cubicBezTo>
                  <a:cubicBezTo>
                    <a:pt x="1613" y="532"/>
                    <a:pt x="1440" y="448"/>
                    <a:pt x="1440" y="448"/>
                  </a:cubicBezTo>
                  <a:cubicBezTo>
                    <a:pt x="1440" y="448"/>
                    <a:pt x="1383" y="168"/>
                    <a:pt x="1066" y="196"/>
                  </a:cubicBezTo>
                  <a:cubicBezTo>
                    <a:pt x="720" y="252"/>
                    <a:pt x="548" y="392"/>
                    <a:pt x="548" y="392"/>
                  </a:cubicBezTo>
                  <a:cubicBezTo>
                    <a:pt x="692" y="0"/>
                    <a:pt x="692" y="0"/>
                    <a:pt x="692" y="0"/>
                  </a:cubicBezTo>
                  <a:cubicBezTo>
                    <a:pt x="605" y="28"/>
                    <a:pt x="605" y="28"/>
                    <a:pt x="605" y="28"/>
                  </a:cubicBezTo>
                  <a:cubicBezTo>
                    <a:pt x="0" y="1596"/>
                    <a:pt x="0" y="1596"/>
                    <a:pt x="0" y="1596"/>
                  </a:cubicBezTo>
                  <a:lnTo>
                    <a:pt x="202" y="1596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6"/>
            <p:cNvSpPr/>
            <p:nvPr/>
          </p:nvSpPr>
          <p:spPr>
            <a:xfrm>
              <a:off x="4121151" y="2135188"/>
              <a:ext cx="433390" cy="300036"/>
            </a:xfrm>
            <a:custGeom>
              <a:avLst/>
              <a:gdLst/>
              <a:ahLst/>
              <a:cxnLst/>
              <a:rect l="l" t="t" r="r" b="b"/>
              <a:pathLst>
                <a:path w="2096" h="1448" extrusionOk="0">
                  <a:moveTo>
                    <a:pt x="560" y="1224"/>
                  </a:moveTo>
                  <a:cubicBezTo>
                    <a:pt x="345" y="1252"/>
                    <a:pt x="331" y="1209"/>
                    <a:pt x="302" y="1181"/>
                  </a:cubicBezTo>
                  <a:cubicBezTo>
                    <a:pt x="273" y="1153"/>
                    <a:pt x="446" y="1069"/>
                    <a:pt x="446" y="1069"/>
                  </a:cubicBezTo>
                  <a:cubicBezTo>
                    <a:pt x="446" y="1069"/>
                    <a:pt x="517" y="1111"/>
                    <a:pt x="417" y="999"/>
                  </a:cubicBezTo>
                  <a:cubicBezTo>
                    <a:pt x="316" y="872"/>
                    <a:pt x="374" y="886"/>
                    <a:pt x="316" y="872"/>
                  </a:cubicBezTo>
                  <a:cubicBezTo>
                    <a:pt x="259" y="872"/>
                    <a:pt x="259" y="886"/>
                    <a:pt x="187" y="872"/>
                  </a:cubicBezTo>
                  <a:cubicBezTo>
                    <a:pt x="101" y="844"/>
                    <a:pt x="87" y="760"/>
                    <a:pt x="130" y="746"/>
                  </a:cubicBezTo>
                  <a:cubicBezTo>
                    <a:pt x="158" y="731"/>
                    <a:pt x="331" y="703"/>
                    <a:pt x="331" y="703"/>
                  </a:cubicBezTo>
                  <a:cubicBezTo>
                    <a:pt x="331" y="703"/>
                    <a:pt x="489" y="661"/>
                    <a:pt x="460" y="619"/>
                  </a:cubicBezTo>
                  <a:cubicBezTo>
                    <a:pt x="417" y="563"/>
                    <a:pt x="417" y="535"/>
                    <a:pt x="359" y="535"/>
                  </a:cubicBezTo>
                  <a:cubicBezTo>
                    <a:pt x="302" y="535"/>
                    <a:pt x="0" y="507"/>
                    <a:pt x="29" y="478"/>
                  </a:cubicBezTo>
                  <a:cubicBezTo>
                    <a:pt x="44" y="450"/>
                    <a:pt x="115" y="422"/>
                    <a:pt x="130" y="380"/>
                  </a:cubicBezTo>
                  <a:cubicBezTo>
                    <a:pt x="144" y="338"/>
                    <a:pt x="216" y="254"/>
                    <a:pt x="216" y="211"/>
                  </a:cubicBezTo>
                  <a:cubicBezTo>
                    <a:pt x="230" y="155"/>
                    <a:pt x="503" y="71"/>
                    <a:pt x="503" y="71"/>
                  </a:cubicBezTo>
                  <a:cubicBezTo>
                    <a:pt x="503" y="71"/>
                    <a:pt x="446" y="71"/>
                    <a:pt x="575" y="141"/>
                  </a:cubicBezTo>
                  <a:cubicBezTo>
                    <a:pt x="704" y="211"/>
                    <a:pt x="560" y="380"/>
                    <a:pt x="661" y="408"/>
                  </a:cubicBezTo>
                  <a:cubicBezTo>
                    <a:pt x="776" y="450"/>
                    <a:pt x="876" y="436"/>
                    <a:pt x="847" y="408"/>
                  </a:cubicBezTo>
                  <a:cubicBezTo>
                    <a:pt x="833" y="380"/>
                    <a:pt x="733" y="211"/>
                    <a:pt x="962" y="254"/>
                  </a:cubicBezTo>
                  <a:cubicBezTo>
                    <a:pt x="1206" y="282"/>
                    <a:pt x="1336" y="268"/>
                    <a:pt x="1364" y="282"/>
                  </a:cubicBezTo>
                  <a:cubicBezTo>
                    <a:pt x="1393" y="282"/>
                    <a:pt x="1494" y="183"/>
                    <a:pt x="1494" y="183"/>
                  </a:cubicBezTo>
                  <a:cubicBezTo>
                    <a:pt x="1494" y="183"/>
                    <a:pt x="1407" y="169"/>
                    <a:pt x="1479" y="99"/>
                  </a:cubicBezTo>
                  <a:cubicBezTo>
                    <a:pt x="1565" y="43"/>
                    <a:pt x="1766" y="71"/>
                    <a:pt x="1766" y="71"/>
                  </a:cubicBezTo>
                  <a:cubicBezTo>
                    <a:pt x="1766" y="71"/>
                    <a:pt x="1795" y="0"/>
                    <a:pt x="1824" y="85"/>
                  </a:cubicBezTo>
                  <a:cubicBezTo>
                    <a:pt x="1852" y="169"/>
                    <a:pt x="2010" y="254"/>
                    <a:pt x="1953" y="282"/>
                  </a:cubicBezTo>
                  <a:cubicBezTo>
                    <a:pt x="1895" y="324"/>
                    <a:pt x="1781" y="324"/>
                    <a:pt x="1881" y="408"/>
                  </a:cubicBezTo>
                  <a:cubicBezTo>
                    <a:pt x="1996" y="478"/>
                    <a:pt x="2096" y="464"/>
                    <a:pt x="2053" y="507"/>
                  </a:cubicBezTo>
                  <a:cubicBezTo>
                    <a:pt x="2010" y="563"/>
                    <a:pt x="2082" y="717"/>
                    <a:pt x="2039" y="760"/>
                  </a:cubicBezTo>
                  <a:cubicBezTo>
                    <a:pt x="1982" y="816"/>
                    <a:pt x="2053" y="872"/>
                    <a:pt x="1867" y="914"/>
                  </a:cubicBezTo>
                  <a:cubicBezTo>
                    <a:pt x="1694" y="956"/>
                    <a:pt x="1723" y="1055"/>
                    <a:pt x="1666" y="1083"/>
                  </a:cubicBezTo>
                  <a:cubicBezTo>
                    <a:pt x="1608" y="1125"/>
                    <a:pt x="1623" y="1181"/>
                    <a:pt x="1565" y="1195"/>
                  </a:cubicBezTo>
                  <a:cubicBezTo>
                    <a:pt x="1494" y="1209"/>
                    <a:pt x="1321" y="1294"/>
                    <a:pt x="1321" y="1294"/>
                  </a:cubicBezTo>
                  <a:cubicBezTo>
                    <a:pt x="1321" y="1294"/>
                    <a:pt x="1379" y="1322"/>
                    <a:pt x="1235" y="1336"/>
                  </a:cubicBezTo>
                  <a:cubicBezTo>
                    <a:pt x="1092" y="1364"/>
                    <a:pt x="1264" y="1448"/>
                    <a:pt x="991" y="1364"/>
                  </a:cubicBezTo>
                  <a:cubicBezTo>
                    <a:pt x="718" y="1294"/>
                    <a:pt x="618" y="1294"/>
                    <a:pt x="618" y="1294"/>
                  </a:cubicBezTo>
                  <a:lnTo>
                    <a:pt x="560" y="122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6"/>
            <p:cNvSpPr/>
            <p:nvPr/>
          </p:nvSpPr>
          <p:spPr>
            <a:xfrm>
              <a:off x="5495926" y="3552825"/>
              <a:ext cx="2128833" cy="2098674"/>
            </a:xfrm>
            <a:custGeom>
              <a:avLst/>
              <a:gdLst/>
              <a:ahLst/>
              <a:cxnLst/>
              <a:rect l="l" t="t" r="r" b="b"/>
              <a:pathLst>
                <a:path w="5136" h="5064" extrusionOk="0">
                  <a:moveTo>
                    <a:pt x="2869" y="5064"/>
                  </a:moveTo>
                  <a:cubicBezTo>
                    <a:pt x="2833" y="5043"/>
                    <a:pt x="2776" y="4981"/>
                    <a:pt x="2747" y="4967"/>
                  </a:cubicBezTo>
                  <a:cubicBezTo>
                    <a:pt x="2719" y="4953"/>
                    <a:pt x="2704" y="4820"/>
                    <a:pt x="2704" y="4778"/>
                  </a:cubicBezTo>
                  <a:cubicBezTo>
                    <a:pt x="2704" y="4736"/>
                    <a:pt x="2654" y="4645"/>
                    <a:pt x="2604" y="4603"/>
                  </a:cubicBezTo>
                  <a:cubicBezTo>
                    <a:pt x="2561" y="4554"/>
                    <a:pt x="2511" y="4442"/>
                    <a:pt x="2475" y="4323"/>
                  </a:cubicBezTo>
                  <a:cubicBezTo>
                    <a:pt x="2433" y="4211"/>
                    <a:pt x="2354" y="3994"/>
                    <a:pt x="2275" y="3931"/>
                  </a:cubicBezTo>
                  <a:cubicBezTo>
                    <a:pt x="2197" y="3875"/>
                    <a:pt x="2232" y="3750"/>
                    <a:pt x="2232" y="3638"/>
                  </a:cubicBezTo>
                  <a:cubicBezTo>
                    <a:pt x="2232" y="3519"/>
                    <a:pt x="2425" y="3456"/>
                    <a:pt x="2368" y="3358"/>
                  </a:cubicBezTo>
                  <a:cubicBezTo>
                    <a:pt x="2311" y="3267"/>
                    <a:pt x="2361" y="3106"/>
                    <a:pt x="2297" y="3043"/>
                  </a:cubicBezTo>
                  <a:cubicBezTo>
                    <a:pt x="2232" y="2980"/>
                    <a:pt x="2068" y="2791"/>
                    <a:pt x="2061" y="2721"/>
                  </a:cubicBezTo>
                  <a:cubicBezTo>
                    <a:pt x="2046" y="2658"/>
                    <a:pt x="1960" y="2497"/>
                    <a:pt x="2003" y="2435"/>
                  </a:cubicBezTo>
                  <a:cubicBezTo>
                    <a:pt x="2046" y="2372"/>
                    <a:pt x="1932" y="2337"/>
                    <a:pt x="1910" y="2337"/>
                  </a:cubicBezTo>
                  <a:cubicBezTo>
                    <a:pt x="1896" y="2337"/>
                    <a:pt x="1796" y="2323"/>
                    <a:pt x="1774" y="2323"/>
                  </a:cubicBezTo>
                  <a:cubicBezTo>
                    <a:pt x="1760" y="2323"/>
                    <a:pt x="1753" y="2246"/>
                    <a:pt x="1667" y="2225"/>
                  </a:cubicBezTo>
                  <a:cubicBezTo>
                    <a:pt x="1581" y="2211"/>
                    <a:pt x="1467" y="2190"/>
                    <a:pt x="1388" y="2225"/>
                  </a:cubicBezTo>
                  <a:cubicBezTo>
                    <a:pt x="1302" y="2253"/>
                    <a:pt x="1352" y="2295"/>
                    <a:pt x="1195" y="2295"/>
                  </a:cubicBezTo>
                  <a:cubicBezTo>
                    <a:pt x="1045" y="2295"/>
                    <a:pt x="902" y="2253"/>
                    <a:pt x="823" y="2309"/>
                  </a:cubicBezTo>
                  <a:cubicBezTo>
                    <a:pt x="752" y="2358"/>
                    <a:pt x="737" y="2393"/>
                    <a:pt x="666" y="2330"/>
                  </a:cubicBezTo>
                  <a:cubicBezTo>
                    <a:pt x="601" y="2267"/>
                    <a:pt x="515" y="2232"/>
                    <a:pt x="408" y="2162"/>
                  </a:cubicBezTo>
                  <a:cubicBezTo>
                    <a:pt x="308" y="2092"/>
                    <a:pt x="330" y="2106"/>
                    <a:pt x="308" y="2036"/>
                  </a:cubicBezTo>
                  <a:cubicBezTo>
                    <a:pt x="294" y="1973"/>
                    <a:pt x="408" y="2015"/>
                    <a:pt x="201" y="1882"/>
                  </a:cubicBezTo>
                  <a:cubicBezTo>
                    <a:pt x="0" y="1749"/>
                    <a:pt x="43" y="1735"/>
                    <a:pt x="72" y="1686"/>
                  </a:cubicBezTo>
                  <a:cubicBezTo>
                    <a:pt x="101" y="1630"/>
                    <a:pt x="79" y="1546"/>
                    <a:pt x="136" y="1497"/>
                  </a:cubicBezTo>
                  <a:cubicBezTo>
                    <a:pt x="194" y="1455"/>
                    <a:pt x="208" y="1399"/>
                    <a:pt x="151" y="1392"/>
                  </a:cubicBezTo>
                  <a:cubicBezTo>
                    <a:pt x="101" y="1378"/>
                    <a:pt x="122" y="1280"/>
                    <a:pt x="144" y="1266"/>
                  </a:cubicBezTo>
                  <a:cubicBezTo>
                    <a:pt x="158" y="1259"/>
                    <a:pt x="194" y="1252"/>
                    <a:pt x="136" y="1204"/>
                  </a:cubicBezTo>
                  <a:cubicBezTo>
                    <a:pt x="86" y="1162"/>
                    <a:pt x="93" y="1106"/>
                    <a:pt x="151" y="1064"/>
                  </a:cubicBezTo>
                  <a:cubicBezTo>
                    <a:pt x="208" y="1022"/>
                    <a:pt x="344" y="847"/>
                    <a:pt x="372" y="798"/>
                  </a:cubicBezTo>
                  <a:cubicBezTo>
                    <a:pt x="394" y="756"/>
                    <a:pt x="487" y="714"/>
                    <a:pt x="537" y="679"/>
                  </a:cubicBezTo>
                  <a:cubicBezTo>
                    <a:pt x="587" y="644"/>
                    <a:pt x="673" y="609"/>
                    <a:pt x="680" y="497"/>
                  </a:cubicBezTo>
                  <a:cubicBezTo>
                    <a:pt x="680" y="392"/>
                    <a:pt x="716" y="357"/>
                    <a:pt x="766" y="308"/>
                  </a:cubicBezTo>
                  <a:cubicBezTo>
                    <a:pt x="823" y="266"/>
                    <a:pt x="952" y="238"/>
                    <a:pt x="945" y="154"/>
                  </a:cubicBezTo>
                  <a:cubicBezTo>
                    <a:pt x="938" y="70"/>
                    <a:pt x="1031" y="140"/>
                    <a:pt x="1152" y="140"/>
                  </a:cubicBezTo>
                  <a:cubicBezTo>
                    <a:pt x="1274" y="140"/>
                    <a:pt x="1410" y="119"/>
                    <a:pt x="1481" y="70"/>
                  </a:cubicBezTo>
                  <a:cubicBezTo>
                    <a:pt x="1553" y="28"/>
                    <a:pt x="1832" y="35"/>
                    <a:pt x="1896" y="21"/>
                  </a:cubicBezTo>
                  <a:cubicBezTo>
                    <a:pt x="1953" y="7"/>
                    <a:pt x="2175" y="0"/>
                    <a:pt x="2161" y="21"/>
                  </a:cubicBezTo>
                  <a:cubicBezTo>
                    <a:pt x="2154" y="42"/>
                    <a:pt x="2161" y="42"/>
                    <a:pt x="2161" y="126"/>
                  </a:cubicBezTo>
                  <a:cubicBezTo>
                    <a:pt x="2161" y="210"/>
                    <a:pt x="2125" y="315"/>
                    <a:pt x="2175" y="322"/>
                  </a:cubicBezTo>
                  <a:cubicBezTo>
                    <a:pt x="2218" y="329"/>
                    <a:pt x="2225" y="294"/>
                    <a:pt x="2347" y="329"/>
                  </a:cubicBezTo>
                  <a:cubicBezTo>
                    <a:pt x="2475" y="364"/>
                    <a:pt x="2418" y="364"/>
                    <a:pt x="2483" y="399"/>
                  </a:cubicBezTo>
                  <a:cubicBezTo>
                    <a:pt x="2540" y="434"/>
                    <a:pt x="2633" y="504"/>
                    <a:pt x="2676" y="497"/>
                  </a:cubicBezTo>
                  <a:cubicBezTo>
                    <a:pt x="2719" y="490"/>
                    <a:pt x="2840" y="532"/>
                    <a:pt x="2833" y="476"/>
                  </a:cubicBezTo>
                  <a:cubicBezTo>
                    <a:pt x="2833" y="420"/>
                    <a:pt x="2826" y="357"/>
                    <a:pt x="2898" y="350"/>
                  </a:cubicBezTo>
                  <a:cubicBezTo>
                    <a:pt x="2969" y="343"/>
                    <a:pt x="3041" y="329"/>
                    <a:pt x="3169" y="399"/>
                  </a:cubicBezTo>
                  <a:cubicBezTo>
                    <a:pt x="3305" y="469"/>
                    <a:pt x="3420" y="497"/>
                    <a:pt x="3484" y="490"/>
                  </a:cubicBezTo>
                  <a:cubicBezTo>
                    <a:pt x="3548" y="483"/>
                    <a:pt x="3591" y="455"/>
                    <a:pt x="3641" y="441"/>
                  </a:cubicBezTo>
                  <a:cubicBezTo>
                    <a:pt x="3699" y="427"/>
                    <a:pt x="3627" y="455"/>
                    <a:pt x="3749" y="609"/>
                  </a:cubicBezTo>
                  <a:cubicBezTo>
                    <a:pt x="3870" y="756"/>
                    <a:pt x="3777" y="700"/>
                    <a:pt x="3863" y="840"/>
                  </a:cubicBezTo>
                  <a:cubicBezTo>
                    <a:pt x="3949" y="980"/>
                    <a:pt x="4006" y="1050"/>
                    <a:pt x="4028" y="1141"/>
                  </a:cubicBezTo>
                  <a:cubicBezTo>
                    <a:pt x="4049" y="1225"/>
                    <a:pt x="4028" y="1315"/>
                    <a:pt x="4128" y="1392"/>
                  </a:cubicBezTo>
                  <a:cubicBezTo>
                    <a:pt x="4235" y="1469"/>
                    <a:pt x="4271" y="1581"/>
                    <a:pt x="4400" y="1644"/>
                  </a:cubicBezTo>
                  <a:cubicBezTo>
                    <a:pt x="4528" y="1707"/>
                    <a:pt x="4314" y="1784"/>
                    <a:pt x="4621" y="1819"/>
                  </a:cubicBezTo>
                  <a:cubicBezTo>
                    <a:pt x="4929" y="1861"/>
                    <a:pt x="5136" y="1812"/>
                    <a:pt x="5136" y="1812"/>
                  </a:cubicBezTo>
                  <a:cubicBezTo>
                    <a:pt x="5122" y="2043"/>
                    <a:pt x="5122" y="2043"/>
                    <a:pt x="5122" y="2043"/>
                  </a:cubicBezTo>
                  <a:cubicBezTo>
                    <a:pt x="5122" y="2043"/>
                    <a:pt x="5036" y="2183"/>
                    <a:pt x="4965" y="2253"/>
                  </a:cubicBezTo>
                  <a:cubicBezTo>
                    <a:pt x="4893" y="2323"/>
                    <a:pt x="4815" y="2386"/>
                    <a:pt x="4714" y="2456"/>
                  </a:cubicBezTo>
                  <a:cubicBezTo>
                    <a:pt x="4614" y="2525"/>
                    <a:pt x="4536" y="2602"/>
                    <a:pt x="4493" y="2693"/>
                  </a:cubicBezTo>
                  <a:cubicBezTo>
                    <a:pt x="4450" y="2784"/>
                    <a:pt x="4350" y="2840"/>
                    <a:pt x="4335" y="2889"/>
                  </a:cubicBezTo>
                  <a:cubicBezTo>
                    <a:pt x="4321" y="2938"/>
                    <a:pt x="4264" y="2952"/>
                    <a:pt x="4264" y="3008"/>
                  </a:cubicBezTo>
                  <a:cubicBezTo>
                    <a:pt x="4271" y="3064"/>
                    <a:pt x="4300" y="3155"/>
                    <a:pt x="4328" y="3176"/>
                  </a:cubicBezTo>
                  <a:cubicBezTo>
                    <a:pt x="4364" y="3197"/>
                    <a:pt x="4493" y="3316"/>
                    <a:pt x="4450" y="3316"/>
                  </a:cubicBezTo>
                  <a:cubicBezTo>
                    <a:pt x="4414" y="3316"/>
                    <a:pt x="4471" y="3505"/>
                    <a:pt x="4471" y="3505"/>
                  </a:cubicBezTo>
                  <a:cubicBezTo>
                    <a:pt x="4471" y="3505"/>
                    <a:pt x="4528" y="3673"/>
                    <a:pt x="4471" y="3687"/>
                  </a:cubicBezTo>
                  <a:cubicBezTo>
                    <a:pt x="4414" y="3701"/>
                    <a:pt x="4342" y="3757"/>
                    <a:pt x="4264" y="3770"/>
                  </a:cubicBezTo>
                  <a:cubicBezTo>
                    <a:pt x="4185" y="3784"/>
                    <a:pt x="4042" y="3882"/>
                    <a:pt x="4042" y="3924"/>
                  </a:cubicBezTo>
                  <a:cubicBezTo>
                    <a:pt x="4042" y="3973"/>
                    <a:pt x="4049" y="4078"/>
                    <a:pt x="4049" y="4078"/>
                  </a:cubicBezTo>
                  <a:cubicBezTo>
                    <a:pt x="4049" y="4078"/>
                    <a:pt x="4071" y="4057"/>
                    <a:pt x="4071" y="4106"/>
                  </a:cubicBezTo>
                  <a:cubicBezTo>
                    <a:pt x="4071" y="4148"/>
                    <a:pt x="4085" y="4211"/>
                    <a:pt x="4063" y="4253"/>
                  </a:cubicBezTo>
                  <a:cubicBezTo>
                    <a:pt x="4042" y="4295"/>
                    <a:pt x="3992" y="4344"/>
                    <a:pt x="3935" y="4358"/>
                  </a:cubicBezTo>
                  <a:cubicBezTo>
                    <a:pt x="3885" y="4372"/>
                    <a:pt x="3777" y="4442"/>
                    <a:pt x="3792" y="4470"/>
                  </a:cubicBezTo>
                  <a:cubicBezTo>
                    <a:pt x="3813" y="4498"/>
                    <a:pt x="3942" y="4505"/>
                    <a:pt x="3870" y="4547"/>
                  </a:cubicBezTo>
                  <a:cubicBezTo>
                    <a:pt x="3799" y="4589"/>
                    <a:pt x="3742" y="4694"/>
                    <a:pt x="3713" y="4757"/>
                  </a:cubicBezTo>
                  <a:cubicBezTo>
                    <a:pt x="3677" y="4820"/>
                    <a:pt x="3699" y="4799"/>
                    <a:pt x="3577" y="4883"/>
                  </a:cubicBezTo>
                  <a:cubicBezTo>
                    <a:pt x="3455" y="4967"/>
                    <a:pt x="3556" y="4974"/>
                    <a:pt x="3362" y="4988"/>
                  </a:cubicBezTo>
                  <a:cubicBezTo>
                    <a:pt x="3162" y="5009"/>
                    <a:pt x="3026" y="5036"/>
                    <a:pt x="2998" y="5043"/>
                  </a:cubicBezTo>
                  <a:cubicBezTo>
                    <a:pt x="2969" y="5057"/>
                    <a:pt x="2869" y="5064"/>
                    <a:pt x="2869" y="5064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16"/>
            <p:cNvSpPr/>
            <p:nvPr/>
          </p:nvSpPr>
          <p:spPr>
            <a:xfrm>
              <a:off x="7427913" y="4953001"/>
              <a:ext cx="238125" cy="414338"/>
            </a:xfrm>
            <a:custGeom>
              <a:avLst/>
              <a:gdLst/>
              <a:ahLst/>
              <a:cxnLst/>
              <a:rect l="l" t="t" r="r" b="b"/>
              <a:pathLst>
                <a:path w="572" h="1000" extrusionOk="0">
                  <a:moveTo>
                    <a:pt x="451" y="14"/>
                  </a:moveTo>
                  <a:cubicBezTo>
                    <a:pt x="458" y="0"/>
                    <a:pt x="458" y="77"/>
                    <a:pt x="444" y="91"/>
                  </a:cubicBezTo>
                  <a:cubicBezTo>
                    <a:pt x="422" y="112"/>
                    <a:pt x="415" y="119"/>
                    <a:pt x="372" y="154"/>
                  </a:cubicBezTo>
                  <a:cubicBezTo>
                    <a:pt x="329" y="189"/>
                    <a:pt x="351" y="238"/>
                    <a:pt x="251" y="266"/>
                  </a:cubicBezTo>
                  <a:cubicBezTo>
                    <a:pt x="151" y="294"/>
                    <a:pt x="122" y="329"/>
                    <a:pt x="93" y="385"/>
                  </a:cubicBezTo>
                  <a:cubicBezTo>
                    <a:pt x="72" y="441"/>
                    <a:pt x="65" y="455"/>
                    <a:pt x="65" y="525"/>
                  </a:cubicBezTo>
                  <a:cubicBezTo>
                    <a:pt x="72" y="588"/>
                    <a:pt x="129" y="595"/>
                    <a:pt x="65" y="679"/>
                  </a:cubicBezTo>
                  <a:cubicBezTo>
                    <a:pt x="0" y="763"/>
                    <a:pt x="79" y="798"/>
                    <a:pt x="86" y="833"/>
                  </a:cubicBezTo>
                  <a:cubicBezTo>
                    <a:pt x="93" y="875"/>
                    <a:pt x="93" y="993"/>
                    <a:pt x="179" y="1000"/>
                  </a:cubicBezTo>
                  <a:cubicBezTo>
                    <a:pt x="265" y="1000"/>
                    <a:pt x="401" y="917"/>
                    <a:pt x="401" y="826"/>
                  </a:cubicBezTo>
                  <a:cubicBezTo>
                    <a:pt x="401" y="735"/>
                    <a:pt x="429" y="518"/>
                    <a:pt x="458" y="441"/>
                  </a:cubicBezTo>
                  <a:cubicBezTo>
                    <a:pt x="494" y="364"/>
                    <a:pt x="572" y="343"/>
                    <a:pt x="558" y="245"/>
                  </a:cubicBezTo>
                  <a:cubicBezTo>
                    <a:pt x="544" y="147"/>
                    <a:pt x="451" y="28"/>
                    <a:pt x="451" y="14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16"/>
            <p:cNvSpPr/>
            <p:nvPr/>
          </p:nvSpPr>
          <p:spPr>
            <a:xfrm>
              <a:off x="6373813" y="1431925"/>
              <a:ext cx="460374" cy="244476"/>
            </a:xfrm>
            <a:custGeom>
              <a:avLst/>
              <a:gdLst/>
              <a:ahLst/>
              <a:cxnLst/>
              <a:rect l="l" t="t" r="r" b="b"/>
              <a:pathLst>
                <a:path w="1108" h="588" extrusionOk="0">
                  <a:moveTo>
                    <a:pt x="594" y="308"/>
                  </a:moveTo>
                  <a:cubicBezTo>
                    <a:pt x="565" y="364"/>
                    <a:pt x="558" y="385"/>
                    <a:pt x="515" y="399"/>
                  </a:cubicBezTo>
                  <a:cubicBezTo>
                    <a:pt x="472" y="413"/>
                    <a:pt x="429" y="546"/>
                    <a:pt x="429" y="546"/>
                  </a:cubicBezTo>
                  <a:cubicBezTo>
                    <a:pt x="429" y="546"/>
                    <a:pt x="394" y="588"/>
                    <a:pt x="372" y="567"/>
                  </a:cubicBezTo>
                  <a:cubicBezTo>
                    <a:pt x="351" y="546"/>
                    <a:pt x="308" y="518"/>
                    <a:pt x="279" y="483"/>
                  </a:cubicBezTo>
                  <a:cubicBezTo>
                    <a:pt x="251" y="448"/>
                    <a:pt x="229" y="441"/>
                    <a:pt x="215" y="427"/>
                  </a:cubicBezTo>
                  <a:cubicBezTo>
                    <a:pt x="208" y="413"/>
                    <a:pt x="172" y="378"/>
                    <a:pt x="215" y="378"/>
                  </a:cubicBezTo>
                  <a:cubicBezTo>
                    <a:pt x="251" y="378"/>
                    <a:pt x="286" y="385"/>
                    <a:pt x="258" y="364"/>
                  </a:cubicBezTo>
                  <a:cubicBezTo>
                    <a:pt x="229" y="336"/>
                    <a:pt x="151" y="322"/>
                    <a:pt x="143" y="343"/>
                  </a:cubicBezTo>
                  <a:cubicBezTo>
                    <a:pt x="143" y="364"/>
                    <a:pt x="172" y="371"/>
                    <a:pt x="151" y="378"/>
                  </a:cubicBezTo>
                  <a:cubicBezTo>
                    <a:pt x="122" y="378"/>
                    <a:pt x="129" y="385"/>
                    <a:pt x="86" y="350"/>
                  </a:cubicBezTo>
                  <a:cubicBezTo>
                    <a:pt x="43" y="315"/>
                    <a:pt x="0" y="266"/>
                    <a:pt x="15" y="259"/>
                  </a:cubicBezTo>
                  <a:cubicBezTo>
                    <a:pt x="29" y="245"/>
                    <a:pt x="158" y="315"/>
                    <a:pt x="115" y="266"/>
                  </a:cubicBezTo>
                  <a:cubicBezTo>
                    <a:pt x="72" y="210"/>
                    <a:pt x="43" y="189"/>
                    <a:pt x="43" y="189"/>
                  </a:cubicBezTo>
                  <a:cubicBezTo>
                    <a:pt x="43" y="189"/>
                    <a:pt x="43" y="175"/>
                    <a:pt x="65" y="140"/>
                  </a:cubicBezTo>
                  <a:cubicBezTo>
                    <a:pt x="86" y="105"/>
                    <a:pt x="143" y="126"/>
                    <a:pt x="143" y="126"/>
                  </a:cubicBezTo>
                  <a:cubicBezTo>
                    <a:pt x="143" y="126"/>
                    <a:pt x="236" y="119"/>
                    <a:pt x="251" y="126"/>
                  </a:cubicBezTo>
                  <a:cubicBezTo>
                    <a:pt x="265" y="126"/>
                    <a:pt x="258" y="147"/>
                    <a:pt x="301" y="133"/>
                  </a:cubicBezTo>
                  <a:cubicBezTo>
                    <a:pt x="336" y="119"/>
                    <a:pt x="372" y="126"/>
                    <a:pt x="358" y="98"/>
                  </a:cubicBezTo>
                  <a:cubicBezTo>
                    <a:pt x="344" y="70"/>
                    <a:pt x="344" y="70"/>
                    <a:pt x="344" y="70"/>
                  </a:cubicBezTo>
                  <a:cubicBezTo>
                    <a:pt x="344" y="70"/>
                    <a:pt x="386" y="112"/>
                    <a:pt x="429" y="105"/>
                  </a:cubicBezTo>
                  <a:cubicBezTo>
                    <a:pt x="472" y="98"/>
                    <a:pt x="608" y="147"/>
                    <a:pt x="587" y="168"/>
                  </a:cubicBezTo>
                  <a:cubicBezTo>
                    <a:pt x="558" y="189"/>
                    <a:pt x="529" y="182"/>
                    <a:pt x="544" y="189"/>
                  </a:cubicBezTo>
                  <a:cubicBezTo>
                    <a:pt x="551" y="196"/>
                    <a:pt x="565" y="203"/>
                    <a:pt x="601" y="217"/>
                  </a:cubicBezTo>
                  <a:cubicBezTo>
                    <a:pt x="637" y="224"/>
                    <a:pt x="651" y="189"/>
                    <a:pt x="608" y="147"/>
                  </a:cubicBezTo>
                  <a:cubicBezTo>
                    <a:pt x="572" y="112"/>
                    <a:pt x="537" y="98"/>
                    <a:pt x="537" y="98"/>
                  </a:cubicBezTo>
                  <a:cubicBezTo>
                    <a:pt x="537" y="98"/>
                    <a:pt x="487" y="63"/>
                    <a:pt x="479" y="49"/>
                  </a:cubicBezTo>
                  <a:cubicBezTo>
                    <a:pt x="479" y="35"/>
                    <a:pt x="522" y="21"/>
                    <a:pt x="544" y="14"/>
                  </a:cubicBezTo>
                  <a:cubicBezTo>
                    <a:pt x="565" y="0"/>
                    <a:pt x="651" y="42"/>
                    <a:pt x="680" y="28"/>
                  </a:cubicBezTo>
                  <a:cubicBezTo>
                    <a:pt x="715" y="14"/>
                    <a:pt x="787" y="63"/>
                    <a:pt x="787" y="56"/>
                  </a:cubicBezTo>
                  <a:cubicBezTo>
                    <a:pt x="780" y="42"/>
                    <a:pt x="730" y="28"/>
                    <a:pt x="830" y="28"/>
                  </a:cubicBezTo>
                  <a:cubicBezTo>
                    <a:pt x="930" y="21"/>
                    <a:pt x="966" y="49"/>
                    <a:pt x="994" y="56"/>
                  </a:cubicBezTo>
                  <a:cubicBezTo>
                    <a:pt x="1016" y="63"/>
                    <a:pt x="1044" y="84"/>
                    <a:pt x="1058" y="77"/>
                  </a:cubicBezTo>
                  <a:cubicBezTo>
                    <a:pt x="1066" y="77"/>
                    <a:pt x="1108" y="126"/>
                    <a:pt x="1080" y="133"/>
                  </a:cubicBezTo>
                  <a:cubicBezTo>
                    <a:pt x="1058" y="133"/>
                    <a:pt x="1051" y="196"/>
                    <a:pt x="1001" y="182"/>
                  </a:cubicBezTo>
                  <a:cubicBezTo>
                    <a:pt x="951" y="168"/>
                    <a:pt x="973" y="217"/>
                    <a:pt x="830" y="203"/>
                  </a:cubicBezTo>
                  <a:cubicBezTo>
                    <a:pt x="694" y="189"/>
                    <a:pt x="701" y="182"/>
                    <a:pt x="708" y="217"/>
                  </a:cubicBezTo>
                  <a:cubicBezTo>
                    <a:pt x="715" y="245"/>
                    <a:pt x="737" y="294"/>
                    <a:pt x="737" y="294"/>
                  </a:cubicBezTo>
                  <a:cubicBezTo>
                    <a:pt x="772" y="301"/>
                    <a:pt x="772" y="301"/>
                    <a:pt x="772" y="301"/>
                  </a:cubicBezTo>
                  <a:cubicBezTo>
                    <a:pt x="772" y="301"/>
                    <a:pt x="923" y="420"/>
                    <a:pt x="915" y="420"/>
                  </a:cubicBezTo>
                  <a:cubicBezTo>
                    <a:pt x="908" y="420"/>
                    <a:pt x="901" y="427"/>
                    <a:pt x="873" y="434"/>
                  </a:cubicBezTo>
                  <a:cubicBezTo>
                    <a:pt x="851" y="434"/>
                    <a:pt x="837" y="441"/>
                    <a:pt x="837" y="469"/>
                  </a:cubicBezTo>
                  <a:cubicBezTo>
                    <a:pt x="844" y="497"/>
                    <a:pt x="758" y="518"/>
                    <a:pt x="722" y="497"/>
                  </a:cubicBezTo>
                  <a:cubicBezTo>
                    <a:pt x="687" y="476"/>
                    <a:pt x="680" y="490"/>
                    <a:pt x="665" y="476"/>
                  </a:cubicBezTo>
                  <a:cubicBezTo>
                    <a:pt x="644" y="462"/>
                    <a:pt x="715" y="399"/>
                    <a:pt x="694" y="385"/>
                  </a:cubicBezTo>
                  <a:cubicBezTo>
                    <a:pt x="665" y="364"/>
                    <a:pt x="644" y="343"/>
                    <a:pt x="630" y="336"/>
                  </a:cubicBezTo>
                  <a:cubicBezTo>
                    <a:pt x="622" y="329"/>
                    <a:pt x="594" y="308"/>
                    <a:pt x="594" y="308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16"/>
            <p:cNvSpPr/>
            <p:nvPr/>
          </p:nvSpPr>
          <p:spPr>
            <a:xfrm>
              <a:off x="7416801" y="1643063"/>
              <a:ext cx="474663" cy="371475"/>
            </a:xfrm>
            <a:custGeom>
              <a:avLst/>
              <a:gdLst/>
              <a:ahLst/>
              <a:cxnLst/>
              <a:rect l="l" t="t" r="r" b="b"/>
              <a:pathLst>
                <a:path w="1144" h="896" extrusionOk="0">
                  <a:moveTo>
                    <a:pt x="472" y="840"/>
                  </a:moveTo>
                  <a:cubicBezTo>
                    <a:pt x="458" y="854"/>
                    <a:pt x="515" y="896"/>
                    <a:pt x="422" y="868"/>
                  </a:cubicBezTo>
                  <a:cubicBezTo>
                    <a:pt x="329" y="840"/>
                    <a:pt x="265" y="861"/>
                    <a:pt x="236" y="812"/>
                  </a:cubicBezTo>
                  <a:cubicBezTo>
                    <a:pt x="215" y="763"/>
                    <a:pt x="143" y="805"/>
                    <a:pt x="115" y="777"/>
                  </a:cubicBezTo>
                  <a:cubicBezTo>
                    <a:pt x="86" y="742"/>
                    <a:pt x="0" y="812"/>
                    <a:pt x="86" y="721"/>
                  </a:cubicBezTo>
                  <a:cubicBezTo>
                    <a:pt x="172" y="623"/>
                    <a:pt x="165" y="686"/>
                    <a:pt x="172" y="623"/>
                  </a:cubicBezTo>
                  <a:cubicBezTo>
                    <a:pt x="179" y="567"/>
                    <a:pt x="186" y="518"/>
                    <a:pt x="186" y="518"/>
                  </a:cubicBezTo>
                  <a:cubicBezTo>
                    <a:pt x="186" y="518"/>
                    <a:pt x="194" y="497"/>
                    <a:pt x="222" y="511"/>
                  </a:cubicBezTo>
                  <a:cubicBezTo>
                    <a:pt x="251" y="518"/>
                    <a:pt x="279" y="483"/>
                    <a:pt x="272" y="476"/>
                  </a:cubicBezTo>
                  <a:cubicBezTo>
                    <a:pt x="258" y="476"/>
                    <a:pt x="251" y="476"/>
                    <a:pt x="229" y="455"/>
                  </a:cubicBezTo>
                  <a:cubicBezTo>
                    <a:pt x="215" y="434"/>
                    <a:pt x="179" y="420"/>
                    <a:pt x="215" y="413"/>
                  </a:cubicBezTo>
                  <a:cubicBezTo>
                    <a:pt x="244" y="406"/>
                    <a:pt x="344" y="392"/>
                    <a:pt x="337" y="371"/>
                  </a:cubicBezTo>
                  <a:cubicBezTo>
                    <a:pt x="337" y="350"/>
                    <a:pt x="329" y="294"/>
                    <a:pt x="329" y="294"/>
                  </a:cubicBezTo>
                  <a:cubicBezTo>
                    <a:pt x="329" y="294"/>
                    <a:pt x="315" y="231"/>
                    <a:pt x="329" y="231"/>
                  </a:cubicBezTo>
                  <a:cubicBezTo>
                    <a:pt x="344" y="224"/>
                    <a:pt x="437" y="231"/>
                    <a:pt x="458" y="217"/>
                  </a:cubicBezTo>
                  <a:cubicBezTo>
                    <a:pt x="472" y="203"/>
                    <a:pt x="594" y="112"/>
                    <a:pt x="623" y="98"/>
                  </a:cubicBezTo>
                  <a:cubicBezTo>
                    <a:pt x="644" y="84"/>
                    <a:pt x="780" y="98"/>
                    <a:pt x="794" y="98"/>
                  </a:cubicBezTo>
                  <a:cubicBezTo>
                    <a:pt x="808" y="98"/>
                    <a:pt x="880" y="91"/>
                    <a:pt x="901" y="70"/>
                  </a:cubicBezTo>
                  <a:cubicBezTo>
                    <a:pt x="930" y="56"/>
                    <a:pt x="937" y="49"/>
                    <a:pt x="973" y="28"/>
                  </a:cubicBezTo>
                  <a:cubicBezTo>
                    <a:pt x="1001" y="0"/>
                    <a:pt x="1137" y="7"/>
                    <a:pt x="1137" y="21"/>
                  </a:cubicBezTo>
                  <a:cubicBezTo>
                    <a:pt x="1144" y="42"/>
                    <a:pt x="1130" y="84"/>
                    <a:pt x="1130" y="84"/>
                  </a:cubicBezTo>
                  <a:cubicBezTo>
                    <a:pt x="1130" y="84"/>
                    <a:pt x="1123" y="77"/>
                    <a:pt x="1087" y="105"/>
                  </a:cubicBezTo>
                  <a:cubicBezTo>
                    <a:pt x="1059" y="140"/>
                    <a:pt x="937" y="154"/>
                    <a:pt x="901" y="161"/>
                  </a:cubicBezTo>
                  <a:cubicBezTo>
                    <a:pt x="866" y="168"/>
                    <a:pt x="873" y="182"/>
                    <a:pt x="794" y="203"/>
                  </a:cubicBezTo>
                  <a:cubicBezTo>
                    <a:pt x="723" y="224"/>
                    <a:pt x="773" y="273"/>
                    <a:pt x="673" y="287"/>
                  </a:cubicBezTo>
                  <a:cubicBezTo>
                    <a:pt x="580" y="308"/>
                    <a:pt x="522" y="308"/>
                    <a:pt x="494" y="343"/>
                  </a:cubicBezTo>
                  <a:cubicBezTo>
                    <a:pt x="472" y="385"/>
                    <a:pt x="472" y="427"/>
                    <a:pt x="458" y="441"/>
                  </a:cubicBezTo>
                  <a:cubicBezTo>
                    <a:pt x="444" y="455"/>
                    <a:pt x="408" y="483"/>
                    <a:pt x="408" y="497"/>
                  </a:cubicBezTo>
                  <a:cubicBezTo>
                    <a:pt x="415" y="511"/>
                    <a:pt x="387" y="539"/>
                    <a:pt x="387" y="539"/>
                  </a:cubicBezTo>
                  <a:cubicBezTo>
                    <a:pt x="387" y="539"/>
                    <a:pt x="372" y="623"/>
                    <a:pt x="351" y="637"/>
                  </a:cubicBezTo>
                  <a:cubicBezTo>
                    <a:pt x="337" y="644"/>
                    <a:pt x="315" y="686"/>
                    <a:pt x="351" y="735"/>
                  </a:cubicBezTo>
                  <a:cubicBezTo>
                    <a:pt x="387" y="777"/>
                    <a:pt x="472" y="812"/>
                    <a:pt x="472" y="812"/>
                  </a:cubicBezTo>
                  <a:lnTo>
                    <a:pt x="472" y="840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16"/>
            <p:cNvSpPr/>
            <p:nvPr/>
          </p:nvSpPr>
          <p:spPr>
            <a:xfrm>
              <a:off x="7232651" y="1387475"/>
              <a:ext cx="200025" cy="90488"/>
            </a:xfrm>
            <a:custGeom>
              <a:avLst/>
              <a:gdLst/>
              <a:ahLst/>
              <a:cxnLst/>
              <a:rect l="l" t="t" r="r" b="b"/>
              <a:pathLst>
                <a:path w="484" h="220" extrusionOk="0">
                  <a:moveTo>
                    <a:pt x="428" y="206"/>
                  </a:moveTo>
                  <a:cubicBezTo>
                    <a:pt x="356" y="192"/>
                    <a:pt x="363" y="220"/>
                    <a:pt x="292" y="185"/>
                  </a:cubicBezTo>
                  <a:cubicBezTo>
                    <a:pt x="221" y="142"/>
                    <a:pt x="235" y="142"/>
                    <a:pt x="157" y="150"/>
                  </a:cubicBezTo>
                  <a:cubicBezTo>
                    <a:pt x="72" y="157"/>
                    <a:pt x="43" y="135"/>
                    <a:pt x="22" y="107"/>
                  </a:cubicBezTo>
                  <a:cubicBezTo>
                    <a:pt x="0" y="71"/>
                    <a:pt x="0" y="71"/>
                    <a:pt x="29" y="64"/>
                  </a:cubicBezTo>
                  <a:cubicBezTo>
                    <a:pt x="50" y="57"/>
                    <a:pt x="43" y="50"/>
                    <a:pt x="79" y="57"/>
                  </a:cubicBezTo>
                  <a:cubicBezTo>
                    <a:pt x="121" y="64"/>
                    <a:pt x="29" y="128"/>
                    <a:pt x="121" y="64"/>
                  </a:cubicBezTo>
                  <a:cubicBezTo>
                    <a:pt x="214" y="0"/>
                    <a:pt x="264" y="36"/>
                    <a:pt x="264" y="36"/>
                  </a:cubicBezTo>
                  <a:cubicBezTo>
                    <a:pt x="264" y="36"/>
                    <a:pt x="257" y="79"/>
                    <a:pt x="292" y="57"/>
                  </a:cubicBezTo>
                  <a:cubicBezTo>
                    <a:pt x="335" y="43"/>
                    <a:pt x="342" y="29"/>
                    <a:pt x="342" y="29"/>
                  </a:cubicBezTo>
                  <a:cubicBezTo>
                    <a:pt x="342" y="29"/>
                    <a:pt x="484" y="71"/>
                    <a:pt x="456" y="93"/>
                  </a:cubicBezTo>
                  <a:cubicBezTo>
                    <a:pt x="420" y="121"/>
                    <a:pt x="435" y="171"/>
                    <a:pt x="435" y="171"/>
                  </a:cubicBezTo>
                  <a:lnTo>
                    <a:pt x="428" y="206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6"/>
            <p:cNvSpPr/>
            <p:nvPr/>
          </p:nvSpPr>
          <p:spPr>
            <a:xfrm>
              <a:off x="7443788" y="1423988"/>
              <a:ext cx="85725" cy="34925"/>
            </a:xfrm>
            <a:custGeom>
              <a:avLst/>
              <a:gdLst/>
              <a:ahLst/>
              <a:cxnLst/>
              <a:rect l="l" t="t" r="r" b="b"/>
              <a:pathLst>
                <a:path w="208" h="84" extrusionOk="0">
                  <a:moveTo>
                    <a:pt x="151" y="70"/>
                  </a:moveTo>
                  <a:cubicBezTo>
                    <a:pt x="65" y="84"/>
                    <a:pt x="65" y="84"/>
                    <a:pt x="65" y="84"/>
                  </a:cubicBezTo>
                  <a:cubicBezTo>
                    <a:pt x="65" y="84"/>
                    <a:pt x="0" y="84"/>
                    <a:pt x="8" y="63"/>
                  </a:cubicBezTo>
                  <a:cubicBezTo>
                    <a:pt x="15" y="49"/>
                    <a:pt x="15" y="63"/>
                    <a:pt x="36" y="42"/>
                  </a:cubicBezTo>
                  <a:cubicBezTo>
                    <a:pt x="58" y="28"/>
                    <a:pt x="65" y="35"/>
                    <a:pt x="87" y="35"/>
                  </a:cubicBezTo>
                  <a:cubicBezTo>
                    <a:pt x="101" y="35"/>
                    <a:pt x="94" y="0"/>
                    <a:pt x="94" y="0"/>
                  </a:cubicBezTo>
                  <a:cubicBezTo>
                    <a:pt x="94" y="0"/>
                    <a:pt x="158" y="7"/>
                    <a:pt x="173" y="14"/>
                  </a:cubicBezTo>
                  <a:cubicBezTo>
                    <a:pt x="187" y="21"/>
                    <a:pt x="208" y="49"/>
                    <a:pt x="194" y="49"/>
                  </a:cubicBezTo>
                  <a:cubicBezTo>
                    <a:pt x="180" y="49"/>
                    <a:pt x="151" y="70"/>
                    <a:pt x="151" y="70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6"/>
            <p:cNvSpPr/>
            <p:nvPr/>
          </p:nvSpPr>
          <p:spPr>
            <a:xfrm>
              <a:off x="7478713" y="1344613"/>
              <a:ext cx="133350" cy="76200"/>
            </a:xfrm>
            <a:custGeom>
              <a:avLst/>
              <a:gdLst/>
              <a:ahLst/>
              <a:cxnLst/>
              <a:rect l="l" t="t" r="r" b="b"/>
              <a:pathLst>
                <a:path w="324" h="184" extrusionOk="0">
                  <a:moveTo>
                    <a:pt x="224" y="170"/>
                  </a:moveTo>
                  <a:cubicBezTo>
                    <a:pt x="209" y="170"/>
                    <a:pt x="159" y="184"/>
                    <a:pt x="137" y="177"/>
                  </a:cubicBezTo>
                  <a:cubicBezTo>
                    <a:pt x="123" y="170"/>
                    <a:pt x="123" y="156"/>
                    <a:pt x="101" y="156"/>
                  </a:cubicBezTo>
                  <a:cubicBezTo>
                    <a:pt x="72" y="149"/>
                    <a:pt x="36" y="156"/>
                    <a:pt x="36" y="156"/>
                  </a:cubicBezTo>
                  <a:cubicBezTo>
                    <a:pt x="36" y="156"/>
                    <a:pt x="0" y="177"/>
                    <a:pt x="15" y="142"/>
                  </a:cubicBezTo>
                  <a:cubicBezTo>
                    <a:pt x="36" y="107"/>
                    <a:pt x="80" y="121"/>
                    <a:pt x="87" y="114"/>
                  </a:cubicBezTo>
                  <a:cubicBezTo>
                    <a:pt x="87" y="100"/>
                    <a:pt x="94" y="92"/>
                    <a:pt x="116" y="78"/>
                  </a:cubicBezTo>
                  <a:cubicBezTo>
                    <a:pt x="137" y="57"/>
                    <a:pt x="108" y="64"/>
                    <a:pt x="137" y="43"/>
                  </a:cubicBezTo>
                  <a:cubicBezTo>
                    <a:pt x="159" y="29"/>
                    <a:pt x="159" y="29"/>
                    <a:pt x="159" y="29"/>
                  </a:cubicBezTo>
                  <a:cubicBezTo>
                    <a:pt x="159" y="29"/>
                    <a:pt x="180" y="0"/>
                    <a:pt x="202" y="8"/>
                  </a:cubicBezTo>
                  <a:cubicBezTo>
                    <a:pt x="231" y="15"/>
                    <a:pt x="252" y="29"/>
                    <a:pt x="252" y="29"/>
                  </a:cubicBezTo>
                  <a:cubicBezTo>
                    <a:pt x="252" y="29"/>
                    <a:pt x="260" y="85"/>
                    <a:pt x="245" y="85"/>
                  </a:cubicBezTo>
                  <a:cubicBezTo>
                    <a:pt x="231" y="85"/>
                    <a:pt x="245" y="114"/>
                    <a:pt x="245" y="114"/>
                  </a:cubicBezTo>
                  <a:cubicBezTo>
                    <a:pt x="245" y="114"/>
                    <a:pt x="324" y="142"/>
                    <a:pt x="296" y="149"/>
                  </a:cubicBezTo>
                  <a:cubicBezTo>
                    <a:pt x="267" y="156"/>
                    <a:pt x="245" y="156"/>
                    <a:pt x="245" y="156"/>
                  </a:cubicBezTo>
                  <a:lnTo>
                    <a:pt x="224" y="170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16"/>
            <p:cNvSpPr/>
            <p:nvPr/>
          </p:nvSpPr>
          <p:spPr>
            <a:xfrm>
              <a:off x="7537451" y="1428750"/>
              <a:ext cx="82550" cy="31750"/>
            </a:xfrm>
            <a:custGeom>
              <a:avLst/>
              <a:gdLst/>
              <a:ahLst/>
              <a:cxnLst/>
              <a:rect l="l" t="t" r="r" b="b"/>
              <a:pathLst>
                <a:path w="200" h="76" extrusionOk="0">
                  <a:moveTo>
                    <a:pt x="8" y="70"/>
                  </a:moveTo>
                  <a:cubicBezTo>
                    <a:pt x="29" y="76"/>
                    <a:pt x="43" y="76"/>
                    <a:pt x="65" y="63"/>
                  </a:cubicBezTo>
                  <a:cubicBezTo>
                    <a:pt x="86" y="49"/>
                    <a:pt x="86" y="42"/>
                    <a:pt x="115" y="49"/>
                  </a:cubicBezTo>
                  <a:cubicBezTo>
                    <a:pt x="136" y="56"/>
                    <a:pt x="200" y="21"/>
                    <a:pt x="179" y="21"/>
                  </a:cubicBezTo>
                  <a:cubicBezTo>
                    <a:pt x="165" y="21"/>
                    <a:pt x="136" y="21"/>
                    <a:pt x="122" y="14"/>
                  </a:cubicBezTo>
                  <a:cubicBezTo>
                    <a:pt x="108" y="0"/>
                    <a:pt x="65" y="7"/>
                    <a:pt x="36" y="7"/>
                  </a:cubicBezTo>
                  <a:cubicBezTo>
                    <a:pt x="8" y="14"/>
                    <a:pt x="0" y="49"/>
                    <a:pt x="0" y="49"/>
                  </a:cubicBezTo>
                  <a:lnTo>
                    <a:pt x="8" y="70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16"/>
            <p:cNvSpPr/>
            <p:nvPr/>
          </p:nvSpPr>
          <p:spPr>
            <a:xfrm>
              <a:off x="7616826" y="1387475"/>
              <a:ext cx="77788" cy="73025"/>
            </a:xfrm>
            <a:custGeom>
              <a:avLst/>
              <a:gdLst/>
              <a:ahLst/>
              <a:cxnLst/>
              <a:rect l="l" t="t" r="r" b="b"/>
              <a:pathLst>
                <a:path w="188" h="176" extrusionOk="0">
                  <a:moveTo>
                    <a:pt x="66" y="127"/>
                  </a:moveTo>
                  <a:cubicBezTo>
                    <a:pt x="66" y="127"/>
                    <a:pt x="51" y="176"/>
                    <a:pt x="94" y="148"/>
                  </a:cubicBezTo>
                  <a:cubicBezTo>
                    <a:pt x="138" y="120"/>
                    <a:pt x="138" y="113"/>
                    <a:pt x="152" y="113"/>
                  </a:cubicBezTo>
                  <a:cubicBezTo>
                    <a:pt x="167" y="106"/>
                    <a:pt x="188" y="71"/>
                    <a:pt x="188" y="71"/>
                  </a:cubicBezTo>
                  <a:cubicBezTo>
                    <a:pt x="188" y="71"/>
                    <a:pt x="160" y="43"/>
                    <a:pt x="145" y="29"/>
                  </a:cubicBezTo>
                  <a:cubicBezTo>
                    <a:pt x="123" y="15"/>
                    <a:pt x="145" y="0"/>
                    <a:pt x="109" y="8"/>
                  </a:cubicBezTo>
                  <a:cubicBezTo>
                    <a:pt x="66" y="8"/>
                    <a:pt x="58" y="71"/>
                    <a:pt x="58" y="71"/>
                  </a:cubicBezTo>
                  <a:cubicBezTo>
                    <a:pt x="58" y="71"/>
                    <a:pt x="0" y="50"/>
                    <a:pt x="15" y="78"/>
                  </a:cubicBezTo>
                  <a:cubicBezTo>
                    <a:pt x="29" y="106"/>
                    <a:pt x="66" y="120"/>
                    <a:pt x="66" y="120"/>
                  </a:cubicBezTo>
                  <a:lnTo>
                    <a:pt x="66" y="127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16"/>
            <p:cNvSpPr/>
            <p:nvPr/>
          </p:nvSpPr>
          <p:spPr>
            <a:xfrm>
              <a:off x="7572376" y="1458913"/>
              <a:ext cx="65088" cy="19050"/>
            </a:xfrm>
            <a:custGeom>
              <a:avLst/>
              <a:gdLst/>
              <a:ahLst/>
              <a:cxnLst/>
              <a:rect l="l" t="t" r="r" b="b"/>
              <a:pathLst>
                <a:path w="156" h="48" extrusionOk="0">
                  <a:moveTo>
                    <a:pt x="67" y="0"/>
                  </a:moveTo>
                  <a:cubicBezTo>
                    <a:pt x="52" y="0"/>
                    <a:pt x="0" y="21"/>
                    <a:pt x="30" y="35"/>
                  </a:cubicBezTo>
                  <a:cubicBezTo>
                    <a:pt x="60" y="48"/>
                    <a:pt x="104" y="48"/>
                    <a:pt x="112" y="48"/>
                  </a:cubicBezTo>
                  <a:cubicBezTo>
                    <a:pt x="127" y="48"/>
                    <a:pt x="149" y="48"/>
                    <a:pt x="149" y="35"/>
                  </a:cubicBezTo>
                  <a:cubicBezTo>
                    <a:pt x="156" y="21"/>
                    <a:pt x="112" y="0"/>
                    <a:pt x="112" y="0"/>
                  </a:cubicBezTo>
                  <a:lnTo>
                    <a:pt x="67" y="0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16"/>
            <p:cNvSpPr/>
            <p:nvPr/>
          </p:nvSpPr>
          <p:spPr>
            <a:xfrm>
              <a:off x="7572376" y="1322388"/>
              <a:ext cx="39688" cy="25400"/>
            </a:xfrm>
            <a:custGeom>
              <a:avLst/>
              <a:gdLst/>
              <a:ahLst/>
              <a:cxnLst/>
              <a:rect l="l" t="t" r="r" b="b"/>
              <a:pathLst>
                <a:path w="96" h="60" extrusionOk="0">
                  <a:moveTo>
                    <a:pt x="67" y="60"/>
                  </a:moveTo>
                  <a:cubicBezTo>
                    <a:pt x="67" y="60"/>
                    <a:pt x="0" y="40"/>
                    <a:pt x="0" y="27"/>
                  </a:cubicBezTo>
                  <a:cubicBezTo>
                    <a:pt x="8" y="20"/>
                    <a:pt x="45" y="0"/>
                    <a:pt x="60" y="0"/>
                  </a:cubicBezTo>
                  <a:cubicBezTo>
                    <a:pt x="67" y="7"/>
                    <a:pt x="96" y="0"/>
                    <a:pt x="89" y="14"/>
                  </a:cubicBezTo>
                  <a:cubicBezTo>
                    <a:pt x="89" y="27"/>
                    <a:pt x="67" y="60"/>
                    <a:pt x="67" y="60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16"/>
            <p:cNvSpPr/>
            <p:nvPr/>
          </p:nvSpPr>
          <p:spPr>
            <a:xfrm>
              <a:off x="8424863" y="1377950"/>
              <a:ext cx="271463" cy="182563"/>
            </a:xfrm>
            <a:custGeom>
              <a:avLst/>
              <a:gdLst/>
              <a:ahLst/>
              <a:cxnLst/>
              <a:rect l="l" t="t" r="r" b="b"/>
              <a:pathLst>
                <a:path w="656" h="440" extrusionOk="0">
                  <a:moveTo>
                    <a:pt x="164" y="294"/>
                  </a:moveTo>
                  <a:cubicBezTo>
                    <a:pt x="150" y="322"/>
                    <a:pt x="236" y="392"/>
                    <a:pt x="157" y="343"/>
                  </a:cubicBezTo>
                  <a:cubicBezTo>
                    <a:pt x="72" y="294"/>
                    <a:pt x="58" y="280"/>
                    <a:pt x="58" y="280"/>
                  </a:cubicBezTo>
                  <a:cubicBezTo>
                    <a:pt x="15" y="315"/>
                    <a:pt x="15" y="315"/>
                    <a:pt x="15" y="315"/>
                  </a:cubicBezTo>
                  <a:cubicBezTo>
                    <a:pt x="15" y="315"/>
                    <a:pt x="0" y="259"/>
                    <a:pt x="22" y="245"/>
                  </a:cubicBezTo>
                  <a:cubicBezTo>
                    <a:pt x="50" y="231"/>
                    <a:pt x="58" y="259"/>
                    <a:pt x="50" y="217"/>
                  </a:cubicBezTo>
                  <a:cubicBezTo>
                    <a:pt x="43" y="168"/>
                    <a:pt x="43" y="161"/>
                    <a:pt x="58" y="147"/>
                  </a:cubicBezTo>
                  <a:cubicBezTo>
                    <a:pt x="72" y="126"/>
                    <a:pt x="65" y="140"/>
                    <a:pt x="93" y="119"/>
                  </a:cubicBezTo>
                  <a:cubicBezTo>
                    <a:pt x="115" y="98"/>
                    <a:pt x="193" y="84"/>
                    <a:pt x="207" y="56"/>
                  </a:cubicBezTo>
                  <a:cubicBezTo>
                    <a:pt x="222" y="35"/>
                    <a:pt x="236" y="21"/>
                    <a:pt x="243" y="14"/>
                  </a:cubicBezTo>
                  <a:cubicBezTo>
                    <a:pt x="257" y="0"/>
                    <a:pt x="286" y="35"/>
                    <a:pt x="314" y="42"/>
                  </a:cubicBezTo>
                  <a:cubicBezTo>
                    <a:pt x="350" y="49"/>
                    <a:pt x="364" y="112"/>
                    <a:pt x="364" y="112"/>
                  </a:cubicBezTo>
                  <a:cubicBezTo>
                    <a:pt x="364" y="112"/>
                    <a:pt x="414" y="168"/>
                    <a:pt x="435" y="189"/>
                  </a:cubicBezTo>
                  <a:cubicBezTo>
                    <a:pt x="464" y="210"/>
                    <a:pt x="457" y="266"/>
                    <a:pt x="500" y="252"/>
                  </a:cubicBezTo>
                  <a:cubicBezTo>
                    <a:pt x="550" y="245"/>
                    <a:pt x="656" y="294"/>
                    <a:pt x="642" y="294"/>
                  </a:cubicBezTo>
                  <a:cubicBezTo>
                    <a:pt x="628" y="301"/>
                    <a:pt x="607" y="329"/>
                    <a:pt x="607" y="329"/>
                  </a:cubicBezTo>
                  <a:cubicBezTo>
                    <a:pt x="614" y="357"/>
                    <a:pt x="614" y="357"/>
                    <a:pt x="614" y="357"/>
                  </a:cubicBezTo>
                  <a:cubicBezTo>
                    <a:pt x="614" y="357"/>
                    <a:pt x="649" y="406"/>
                    <a:pt x="621" y="406"/>
                  </a:cubicBezTo>
                  <a:cubicBezTo>
                    <a:pt x="592" y="399"/>
                    <a:pt x="557" y="406"/>
                    <a:pt x="514" y="406"/>
                  </a:cubicBezTo>
                  <a:cubicBezTo>
                    <a:pt x="471" y="406"/>
                    <a:pt x="485" y="440"/>
                    <a:pt x="471" y="433"/>
                  </a:cubicBezTo>
                  <a:cubicBezTo>
                    <a:pt x="450" y="427"/>
                    <a:pt x="435" y="420"/>
                    <a:pt x="393" y="399"/>
                  </a:cubicBezTo>
                  <a:cubicBezTo>
                    <a:pt x="350" y="371"/>
                    <a:pt x="371" y="371"/>
                    <a:pt x="314" y="364"/>
                  </a:cubicBezTo>
                  <a:cubicBezTo>
                    <a:pt x="257" y="357"/>
                    <a:pt x="293" y="420"/>
                    <a:pt x="257" y="357"/>
                  </a:cubicBezTo>
                  <a:cubicBezTo>
                    <a:pt x="222" y="301"/>
                    <a:pt x="200" y="287"/>
                    <a:pt x="200" y="287"/>
                  </a:cubicBezTo>
                  <a:lnTo>
                    <a:pt x="164" y="29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16"/>
            <p:cNvSpPr/>
            <p:nvPr/>
          </p:nvSpPr>
          <p:spPr>
            <a:xfrm>
              <a:off x="8666163" y="1501775"/>
              <a:ext cx="176213" cy="98425"/>
            </a:xfrm>
            <a:custGeom>
              <a:avLst/>
              <a:gdLst/>
              <a:ahLst/>
              <a:cxnLst/>
              <a:rect l="l" t="t" r="r" b="b"/>
              <a:pathLst>
                <a:path w="424" h="236" extrusionOk="0">
                  <a:moveTo>
                    <a:pt x="36" y="223"/>
                  </a:moveTo>
                  <a:cubicBezTo>
                    <a:pt x="80" y="209"/>
                    <a:pt x="101" y="195"/>
                    <a:pt x="137" y="195"/>
                  </a:cubicBezTo>
                  <a:cubicBezTo>
                    <a:pt x="180" y="195"/>
                    <a:pt x="223" y="202"/>
                    <a:pt x="252" y="209"/>
                  </a:cubicBezTo>
                  <a:cubicBezTo>
                    <a:pt x="274" y="216"/>
                    <a:pt x="338" y="216"/>
                    <a:pt x="345" y="202"/>
                  </a:cubicBezTo>
                  <a:cubicBezTo>
                    <a:pt x="345" y="188"/>
                    <a:pt x="353" y="174"/>
                    <a:pt x="353" y="174"/>
                  </a:cubicBezTo>
                  <a:cubicBezTo>
                    <a:pt x="353" y="174"/>
                    <a:pt x="424" y="181"/>
                    <a:pt x="396" y="153"/>
                  </a:cubicBezTo>
                  <a:cubicBezTo>
                    <a:pt x="367" y="125"/>
                    <a:pt x="281" y="63"/>
                    <a:pt x="281" y="63"/>
                  </a:cubicBezTo>
                  <a:cubicBezTo>
                    <a:pt x="281" y="63"/>
                    <a:pt x="202" y="14"/>
                    <a:pt x="180" y="7"/>
                  </a:cubicBezTo>
                  <a:cubicBezTo>
                    <a:pt x="159" y="0"/>
                    <a:pt x="123" y="28"/>
                    <a:pt x="94" y="42"/>
                  </a:cubicBezTo>
                  <a:cubicBezTo>
                    <a:pt x="72" y="49"/>
                    <a:pt x="72" y="70"/>
                    <a:pt x="72" y="91"/>
                  </a:cubicBezTo>
                  <a:cubicBezTo>
                    <a:pt x="72" y="105"/>
                    <a:pt x="36" y="167"/>
                    <a:pt x="15" y="167"/>
                  </a:cubicBezTo>
                  <a:cubicBezTo>
                    <a:pt x="0" y="167"/>
                    <a:pt x="8" y="209"/>
                    <a:pt x="15" y="223"/>
                  </a:cubicBezTo>
                  <a:cubicBezTo>
                    <a:pt x="22" y="236"/>
                    <a:pt x="36" y="223"/>
                    <a:pt x="36" y="223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16"/>
            <p:cNvSpPr/>
            <p:nvPr/>
          </p:nvSpPr>
          <p:spPr>
            <a:xfrm>
              <a:off x="8218488" y="1697038"/>
              <a:ext cx="44450" cy="46038"/>
            </a:xfrm>
            <a:custGeom>
              <a:avLst/>
              <a:gdLst/>
              <a:ahLst/>
              <a:cxnLst/>
              <a:rect l="l" t="t" r="r" b="b"/>
              <a:pathLst>
                <a:path w="108" h="112" extrusionOk="0">
                  <a:moveTo>
                    <a:pt x="58" y="0"/>
                  </a:moveTo>
                  <a:cubicBezTo>
                    <a:pt x="8" y="21"/>
                    <a:pt x="8" y="21"/>
                    <a:pt x="8" y="21"/>
                  </a:cubicBezTo>
                  <a:cubicBezTo>
                    <a:pt x="8" y="21"/>
                    <a:pt x="29" y="56"/>
                    <a:pt x="15" y="56"/>
                  </a:cubicBezTo>
                  <a:cubicBezTo>
                    <a:pt x="8" y="56"/>
                    <a:pt x="0" y="98"/>
                    <a:pt x="0" y="98"/>
                  </a:cubicBezTo>
                  <a:cubicBezTo>
                    <a:pt x="0" y="98"/>
                    <a:pt x="0" y="112"/>
                    <a:pt x="22" y="105"/>
                  </a:cubicBezTo>
                  <a:cubicBezTo>
                    <a:pt x="51" y="98"/>
                    <a:pt x="51" y="77"/>
                    <a:pt x="51" y="77"/>
                  </a:cubicBezTo>
                  <a:cubicBezTo>
                    <a:pt x="51" y="77"/>
                    <a:pt x="36" y="28"/>
                    <a:pt x="58" y="28"/>
                  </a:cubicBezTo>
                  <a:cubicBezTo>
                    <a:pt x="72" y="28"/>
                    <a:pt x="108" y="28"/>
                    <a:pt x="108" y="28"/>
                  </a:cubicBezTo>
                  <a:lnTo>
                    <a:pt x="58" y="0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16"/>
            <p:cNvSpPr/>
            <p:nvPr/>
          </p:nvSpPr>
          <p:spPr>
            <a:xfrm>
              <a:off x="8401051" y="1619250"/>
              <a:ext cx="36513" cy="31750"/>
            </a:xfrm>
            <a:custGeom>
              <a:avLst/>
              <a:gdLst/>
              <a:ahLst/>
              <a:cxnLst/>
              <a:rect l="l" t="t" r="r" b="b"/>
              <a:pathLst>
                <a:path w="88" h="76" extrusionOk="0">
                  <a:moveTo>
                    <a:pt x="0" y="76"/>
                  </a:moveTo>
                  <a:cubicBezTo>
                    <a:pt x="0" y="76"/>
                    <a:pt x="28" y="76"/>
                    <a:pt x="55" y="49"/>
                  </a:cubicBezTo>
                  <a:cubicBezTo>
                    <a:pt x="75" y="21"/>
                    <a:pt x="88" y="0"/>
                    <a:pt x="68" y="0"/>
                  </a:cubicBezTo>
                  <a:cubicBezTo>
                    <a:pt x="55" y="0"/>
                    <a:pt x="28" y="21"/>
                    <a:pt x="28" y="21"/>
                  </a:cubicBezTo>
                  <a:cubicBezTo>
                    <a:pt x="28" y="63"/>
                    <a:pt x="28" y="63"/>
                    <a:pt x="28" y="63"/>
                  </a:cubicBezTo>
                  <a:lnTo>
                    <a:pt x="0" y="76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16"/>
            <p:cNvSpPr/>
            <p:nvPr/>
          </p:nvSpPr>
          <p:spPr>
            <a:xfrm>
              <a:off x="8112126" y="1401763"/>
              <a:ext cx="33338" cy="22225"/>
            </a:xfrm>
            <a:custGeom>
              <a:avLst/>
              <a:gdLst/>
              <a:ahLst/>
              <a:cxnLst/>
              <a:rect l="l" t="t" r="r" b="b"/>
              <a:pathLst>
                <a:path w="80" h="52" extrusionOk="0">
                  <a:moveTo>
                    <a:pt x="0" y="45"/>
                  </a:moveTo>
                  <a:cubicBezTo>
                    <a:pt x="37" y="45"/>
                    <a:pt x="80" y="52"/>
                    <a:pt x="80" y="52"/>
                  </a:cubicBezTo>
                  <a:cubicBezTo>
                    <a:pt x="80" y="52"/>
                    <a:pt x="73" y="0"/>
                    <a:pt x="66" y="0"/>
                  </a:cubicBezTo>
                  <a:cubicBezTo>
                    <a:pt x="51" y="0"/>
                    <a:pt x="0" y="45"/>
                    <a:pt x="0" y="45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16"/>
            <p:cNvSpPr/>
            <p:nvPr/>
          </p:nvSpPr>
          <p:spPr>
            <a:xfrm>
              <a:off x="8112126" y="1401763"/>
              <a:ext cx="34800" cy="22200"/>
            </a:xfrm>
            <a:prstGeom prst="rect">
              <a:avLst/>
            </a:pr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16"/>
            <p:cNvSpPr/>
            <p:nvPr/>
          </p:nvSpPr>
          <p:spPr>
            <a:xfrm>
              <a:off x="9656763" y="1670050"/>
              <a:ext cx="234900" cy="112800"/>
            </a:xfrm>
            <a:prstGeom prst="rect">
              <a:avLst/>
            </a:pr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16"/>
            <p:cNvSpPr/>
            <p:nvPr/>
          </p:nvSpPr>
          <p:spPr>
            <a:xfrm>
              <a:off x="9656763" y="1670050"/>
              <a:ext cx="234950" cy="111125"/>
            </a:xfrm>
            <a:custGeom>
              <a:avLst/>
              <a:gdLst/>
              <a:ahLst/>
              <a:cxnLst/>
              <a:rect l="l" t="t" r="r" b="b"/>
              <a:pathLst>
                <a:path w="564" h="268" extrusionOk="0">
                  <a:moveTo>
                    <a:pt x="50" y="64"/>
                  </a:moveTo>
                  <a:cubicBezTo>
                    <a:pt x="29" y="22"/>
                    <a:pt x="0" y="134"/>
                    <a:pt x="36" y="163"/>
                  </a:cubicBezTo>
                  <a:cubicBezTo>
                    <a:pt x="65" y="184"/>
                    <a:pt x="115" y="212"/>
                    <a:pt x="115" y="212"/>
                  </a:cubicBezTo>
                  <a:cubicBezTo>
                    <a:pt x="115" y="212"/>
                    <a:pt x="165" y="254"/>
                    <a:pt x="172" y="261"/>
                  </a:cubicBezTo>
                  <a:cubicBezTo>
                    <a:pt x="179" y="268"/>
                    <a:pt x="215" y="219"/>
                    <a:pt x="215" y="219"/>
                  </a:cubicBezTo>
                  <a:cubicBezTo>
                    <a:pt x="215" y="219"/>
                    <a:pt x="150" y="205"/>
                    <a:pt x="215" y="205"/>
                  </a:cubicBezTo>
                  <a:cubicBezTo>
                    <a:pt x="272" y="205"/>
                    <a:pt x="300" y="219"/>
                    <a:pt x="300" y="219"/>
                  </a:cubicBezTo>
                  <a:cubicBezTo>
                    <a:pt x="300" y="219"/>
                    <a:pt x="343" y="240"/>
                    <a:pt x="350" y="226"/>
                  </a:cubicBezTo>
                  <a:cubicBezTo>
                    <a:pt x="357" y="219"/>
                    <a:pt x="343" y="198"/>
                    <a:pt x="372" y="198"/>
                  </a:cubicBezTo>
                  <a:cubicBezTo>
                    <a:pt x="393" y="198"/>
                    <a:pt x="386" y="191"/>
                    <a:pt x="422" y="205"/>
                  </a:cubicBezTo>
                  <a:cubicBezTo>
                    <a:pt x="457" y="219"/>
                    <a:pt x="543" y="156"/>
                    <a:pt x="543" y="156"/>
                  </a:cubicBezTo>
                  <a:cubicBezTo>
                    <a:pt x="543" y="156"/>
                    <a:pt x="564" y="113"/>
                    <a:pt x="543" y="106"/>
                  </a:cubicBezTo>
                  <a:cubicBezTo>
                    <a:pt x="514" y="92"/>
                    <a:pt x="514" y="99"/>
                    <a:pt x="500" y="92"/>
                  </a:cubicBezTo>
                  <a:cubicBezTo>
                    <a:pt x="486" y="92"/>
                    <a:pt x="514" y="99"/>
                    <a:pt x="436" y="64"/>
                  </a:cubicBezTo>
                  <a:cubicBezTo>
                    <a:pt x="350" y="36"/>
                    <a:pt x="300" y="64"/>
                    <a:pt x="279" y="64"/>
                  </a:cubicBezTo>
                  <a:cubicBezTo>
                    <a:pt x="250" y="64"/>
                    <a:pt x="279" y="78"/>
                    <a:pt x="250" y="78"/>
                  </a:cubicBezTo>
                  <a:cubicBezTo>
                    <a:pt x="229" y="78"/>
                    <a:pt x="257" y="127"/>
                    <a:pt x="200" y="64"/>
                  </a:cubicBezTo>
                  <a:cubicBezTo>
                    <a:pt x="143" y="8"/>
                    <a:pt x="179" y="0"/>
                    <a:pt x="143" y="8"/>
                  </a:cubicBezTo>
                  <a:cubicBezTo>
                    <a:pt x="115" y="15"/>
                    <a:pt x="65" y="43"/>
                    <a:pt x="65" y="43"/>
                  </a:cubicBezTo>
                  <a:cubicBezTo>
                    <a:pt x="65" y="43"/>
                    <a:pt x="58" y="78"/>
                    <a:pt x="50" y="64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16"/>
            <p:cNvSpPr/>
            <p:nvPr/>
          </p:nvSpPr>
          <p:spPr>
            <a:xfrm>
              <a:off x="9763126" y="1781175"/>
              <a:ext cx="114300" cy="72900"/>
            </a:xfrm>
            <a:prstGeom prst="rect">
              <a:avLst/>
            </a:pr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16"/>
            <p:cNvSpPr/>
            <p:nvPr/>
          </p:nvSpPr>
          <p:spPr>
            <a:xfrm>
              <a:off x="9763126" y="1781175"/>
              <a:ext cx="112713" cy="71438"/>
            </a:xfrm>
            <a:custGeom>
              <a:avLst/>
              <a:gdLst/>
              <a:ahLst/>
              <a:cxnLst/>
              <a:rect l="l" t="t" r="r" b="b"/>
              <a:pathLst>
                <a:path w="272" h="172" extrusionOk="0">
                  <a:moveTo>
                    <a:pt x="108" y="165"/>
                  </a:moveTo>
                  <a:cubicBezTo>
                    <a:pt x="272" y="172"/>
                    <a:pt x="272" y="172"/>
                    <a:pt x="272" y="172"/>
                  </a:cubicBezTo>
                  <a:cubicBezTo>
                    <a:pt x="244" y="122"/>
                    <a:pt x="244" y="122"/>
                    <a:pt x="244" y="122"/>
                  </a:cubicBezTo>
                  <a:cubicBezTo>
                    <a:pt x="179" y="86"/>
                    <a:pt x="179" y="86"/>
                    <a:pt x="179" y="86"/>
                  </a:cubicBezTo>
                  <a:cubicBezTo>
                    <a:pt x="179" y="86"/>
                    <a:pt x="151" y="51"/>
                    <a:pt x="129" y="43"/>
                  </a:cubicBezTo>
                  <a:cubicBezTo>
                    <a:pt x="108" y="36"/>
                    <a:pt x="129" y="51"/>
                    <a:pt x="108" y="36"/>
                  </a:cubicBezTo>
                  <a:cubicBezTo>
                    <a:pt x="86" y="22"/>
                    <a:pt x="79" y="0"/>
                    <a:pt x="58" y="0"/>
                  </a:cubicBezTo>
                  <a:cubicBezTo>
                    <a:pt x="43" y="0"/>
                    <a:pt x="58" y="0"/>
                    <a:pt x="29" y="22"/>
                  </a:cubicBezTo>
                  <a:cubicBezTo>
                    <a:pt x="0" y="51"/>
                    <a:pt x="36" y="72"/>
                    <a:pt x="36" y="72"/>
                  </a:cubicBezTo>
                  <a:cubicBezTo>
                    <a:pt x="79" y="101"/>
                    <a:pt x="79" y="101"/>
                    <a:pt x="79" y="101"/>
                  </a:cubicBezTo>
                  <a:cubicBezTo>
                    <a:pt x="79" y="101"/>
                    <a:pt x="43" y="122"/>
                    <a:pt x="51" y="137"/>
                  </a:cubicBezTo>
                  <a:cubicBezTo>
                    <a:pt x="58" y="151"/>
                    <a:pt x="108" y="165"/>
                    <a:pt x="108" y="165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16"/>
            <p:cNvSpPr/>
            <p:nvPr/>
          </p:nvSpPr>
          <p:spPr>
            <a:xfrm>
              <a:off x="9617076" y="1770063"/>
              <a:ext cx="52388" cy="44450"/>
            </a:xfrm>
            <a:custGeom>
              <a:avLst/>
              <a:gdLst/>
              <a:ahLst/>
              <a:cxnLst/>
              <a:rect l="l" t="t" r="r" b="b"/>
              <a:pathLst>
                <a:path w="124" h="108" extrusionOk="0">
                  <a:moveTo>
                    <a:pt x="124" y="108"/>
                  </a:moveTo>
                  <a:cubicBezTo>
                    <a:pt x="30" y="44"/>
                    <a:pt x="30" y="44"/>
                    <a:pt x="30" y="44"/>
                  </a:cubicBezTo>
                  <a:cubicBezTo>
                    <a:pt x="30" y="44"/>
                    <a:pt x="0" y="0"/>
                    <a:pt x="37" y="22"/>
                  </a:cubicBezTo>
                  <a:cubicBezTo>
                    <a:pt x="73" y="44"/>
                    <a:pt x="124" y="72"/>
                    <a:pt x="124" y="72"/>
                  </a:cubicBezTo>
                  <a:lnTo>
                    <a:pt x="124" y="108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16"/>
            <p:cNvSpPr/>
            <p:nvPr/>
          </p:nvSpPr>
          <p:spPr>
            <a:xfrm>
              <a:off x="9913938" y="1697038"/>
              <a:ext cx="120650" cy="73025"/>
            </a:xfrm>
            <a:custGeom>
              <a:avLst/>
              <a:gdLst/>
              <a:ahLst/>
              <a:cxnLst/>
              <a:rect l="l" t="t" r="r" b="b"/>
              <a:pathLst>
                <a:path w="292" h="176" extrusionOk="0">
                  <a:moveTo>
                    <a:pt x="15" y="22"/>
                  </a:moveTo>
                  <a:cubicBezTo>
                    <a:pt x="22" y="36"/>
                    <a:pt x="57" y="99"/>
                    <a:pt x="57" y="99"/>
                  </a:cubicBezTo>
                  <a:cubicBezTo>
                    <a:pt x="57" y="99"/>
                    <a:pt x="79" y="99"/>
                    <a:pt x="93" y="113"/>
                  </a:cubicBezTo>
                  <a:cubicBezTo>
                    <a:pt x="107" y="120"/>
                    <a:pt x="157" y="155"/>
                    <a:pt x="157" y="155"/>
                  </a:cubicBezTo>
                  <a:cubicBezTo>
                    <a:pt x="193" y="169"/>
                    <a:pt x="193" y="169"/>
                    <a:pt x="193" y="169"/>
                  </a:cubicBezTo>
                  <a:cubicBezTo>
                    <a:pt x="193" y="169"/>
                    <a:pt x="200" y="176"/>
                    <a:pt x="235" y="162"/>
                  </a:cubicBezTo>
                  <a:cubicBezTo>
                    <a:pt x="271" y="155"/>
                    <a:pt x="257" y="155"/>
                    <a:pt x="271" y="141"/>
                  </a:cubicBezTo>
                  <a:cubicBezTo>
                    <a:pt x="285" y="127"/>
                    <a:pt x="292" y="127"/>
                    <a:pt x="285" y="113"/>
                  </a:cubicBezTo>
                  <a:cubicBezTo>
                    <a:pt x="278" y="99"/>
                    <a:pt x="285" y="99"/>
                    <a:pt x="264" y="99"/>
                  </a:cubicBezTo>
                  <a:cubicBezTo>
                    <a:pt x="235" y="92"/>
                    <a:pt x="221" y="92"/>
                    <a:pt x="179" y="78"/>
                  </a:cubicBezTo>
                  <a:cubicBezTo>
                    <a:pt x="129" y="71"/>
                    <a:pt x="107" y="43"/>
                    <a:pt x="93" y="36"/>
                  </a:cubicBezTo>
                  <a:cubicBezTo>
                    <a:pt x="79" y="22"/>
                    <a:pt x="122" y="36"/>
                    <a:pt x="65" y="22"/>
                  </a:cubicBezTo>
                  <a:cubicBezTo>
                    <a:pt x="0" y="0"/>
                    <a:pt x="15" y="22"/>
                    <a:pt x="15" y="22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16"/>
            <p:cNvSpPr/>
            <p:nvPr/>
          </p:nvSpPr>
          <p:spPr>
            <a:xfrm>
              <a:off x="10815638" y="1933575"/>
              <a:ext cx="123825" cy="52388"/>
            </a:xfrm>
            <a:custGeom>
              <a:avLst/>
              <a:gdLst/>
              <a:ahLst/>
              <a:cxnLst/>
              <a:rect l="l" t="t" r="r" b="b"/>
              <a:pathLst>
                <a:path w="300" h="124" extrusionOk="0">
                  <a:moveTo>
                    <a:pt x="50" y="30"/>
                  </a:moveTo>
                  <a:cubicBezTo>
                    <a:pt x="36" y="30"/>
                    <a:pt x="0" y="52"/>
                    <a:pt x="22" y="59"/>
                  </a:cubicBezTo>
                  <a:cubicBezTo>
                    <a:pt x="50" y="66"/>
                    <a:pt x="50" y="73"/>
                    <a:pt x="93" y="88"/>
                  </a:cubicBezTo>
                  <a:cubicBezTo>
                    <a:pt x="143" y="103"/>
                    <a:pt x="158" y="124"/>
                    <a:pt x="172" y="117"/>
                  </a:cubicBezTo>
                  <a:cubicBezTo>
                    <a:pt x="186" y="117"/>
                    <a:pt x="200" y="88"/>
                    <a:pt x="236" y="88"/>
                  </a:cubicBezTo>
                  <a:cubicBezTo>
                    <a:pt x="265" y="88"/>
                    <a:pt x="286" y="110"/>
                    <a:pt x="293" y="95"/>
                  </a:cubicBezTo>
                  <a:cubicBezTo>
                    <a:pt x="300" y="88"/>
                    <a:pt x="300" y="59"/>
                    <a:pt x="279" y="52"/>
                  </a:cubicBezTo>
                  <a:cubicBezTo>
                    <a:pt x="258" y="37"/>
                    <a:pt x="229" y="15"/>
                    <a:pt x="215" y="15"/>
                  </a:cubicBezTo>
                  <a:cubicBezTo>
                    <a:pt x="200" y="15"/>
                    <a:pt x="200" y="15"/>
                    <a:pt x="179" y="15"/>
                  </a:cubicBezTo>
                  <a:cubicBezTo>
                    <a:pt x="158" y="15"/>
                    <a:pt x="65" y="0"/>
                    <a:pt x="65" y="0"/>
                  </a:cubicBezTo>
                  <a:lnTo>
                    <a:pt x="50" y="30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16"/>
            <p:cNvSpPr/>
            <p:nvPr/>
          </p:nvSpPr>
          <p:spPr>
            <a:xfrm>
              <a:off x="11823701" y="2527300"/>
              <a:ext cx="66675" cy="125413"/>
            </a:xfrm>
            <a:custGeom>
              <a:avLst/>
              <a:gdLst/>
              <a:ahLst/>
              <a:cxnLst/>
              <a:rect l="l" t="t" r="r" b="b"/>
              <a:pathLst>
                <a:path w="160" h="300" extrusionOk="0">
                  <a:moveTo>
                    <a:pt x="42" y="0"/>
                  </a:moveTo>
                  <a:cubicBezTo>
                    <a:pt x="42" y="14"/>
                    <a:pt x="28" y="56"/>
                    <a:pt x="28" y="56"/>
                  </a:cubicBezTo>
                  <a:cubicBezTo>
                    <a:pt x="28" y="56"/>
                    <a:pt x="35" y="70"/>
                    <a:pt x="28" y="91"/>
                  </a:cubicBezTo>
                  <a:cubicBezTo>
                    <a:pt x="28" y="105"/>
                    <a:pt x="56" y="168"/>
                    <a:pt x="42" y="168"/>
                  </a:cubicBezTo>
                  <a:cubicBezTo>
                    <a:pt x="35" y="168"/>
                    <a:pt x="70" y="168"/>
                    <a:pt x="42" y="196"/>
                  </a:cubicBezTo>
                  <a:cubicBezTo>
                    <a:pt x="21" y="217"/>
                    <a:pt x="0" y="245"/>
                    <a:pt x="35" y="259"/>
                  </a:cubicBezTo>
                  <a:cubicBezTo>
                    <a:pt x="63" y="266"/>
                    <a:pt x="91" y="300"/>
                    <a:pt x="91" y="266"/>
                  </a:cubicBezTo>
                  <a:cubicBezTo>
                    <a:pt x="91" y="238"/>
                    <a:pt x="98" y="252"/>
                    <a:pt x="105" y="231"/>
                  </a:cubicBezTo>
                  <a:cubicBezTo>
                    <a:pt x="119" y="203"/>
                    <a:pt x="154" y="217"/>
                    <a:pt x="154" y="203"/>
                  </a:cubicBezTo>
                  <a:cubicBezTo>
                    <a:pt x="154" y="189"/>
                    <a:pt x="160" y="189"/>
                    <a:pt x="140" y="161"/>
                  </a:cubicBezTo>
                  <a:cubicBezTo>
                    <a:pt x="119" y="133"/>
                    <a:pt x="98" y="35"/>
                    <a:pt x="98" y="35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16"/>
            <p:cNvSpPr/>
            <p:nvPr/>
          </p:nvSpPr>
          <p:spPr>
            <a:xfrm>
              <a:off x="11811001" y="2673350"/>
              <a:ext cx="47625" cy="36513"/>
            </a:xfrm>
            <a:custGeom>
              <a:avLst/>
              <a:gdLst/>
              <a:ahLst/>
              <a:cxnLst/>
              <a:rect l="l" t="t" r="r" b="b"/>
              <a:pathLst>
                <a:path w="112" h="88" extrusionOk="0">
                  <a:moveTo>
                    <a:pt x="77" y="0"/>
                  </a:moveTo>
                  <a:cubicBezTo>
                    <a:pt x="56" y="0"/>
                    <a:pt x="0" y="22"/>
                    <a:pt x="14" y="30"/>
                  </a:cubicBezTo>
                  <a:cubicBezTo>
                    <a:pt x="21" y="44"/>
                    <a:pt x="84" y="88"/>
                    <a:pt x="91" y="66"/>
                  </a:cubicBezTo>
                  <a:cubicBezTo>
                    <a:pt x="98" y="52"/>
                    <a:pt x="112" y="66"/>
                    <a:pt x="112" y="44"/>
                  </a:cubicBezTo>
                  <a:cubicBezTo>
                    <a:pt x="112" y="22"/>
                    <a:pt x="77" y="0"/>
                    <a:pt x="77" y="0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6"/>
            <p:cNvSpPr/>
            <p:nvPr/>
          </p:nvSpPr>
          <p:spPr>
            <a:xfrm>
              <a:off x="11790363" y="2714625"/>
              <a:ext cx="82550" cy="65088"/>
            </a:xfrm>
            <a:custGeom>
              <a:avLst/>
              <a:gdLst/>
              <a:ahLst/>
              <a:cxnLst/>
              <a:rect l="l" t="t" r="r" b="b"/>
              <a:pathLst>
                <a:path w="200" h="156" extrusionOk="0">
                  <a:moveTo>
                    <a:pt x="22" y="15"/>
                  </a:moveTo>
                  <a:cubicBezTo>
                    <a:pt x="22" y="15"/>
                    <a:pt x="200" y="0"/>
                    <a:pt x="193" y="8"/>
                  </a:cubicBezTo>
                  <a:cubicBezTo>
                    <a:pt x="179" y="8"/>
                    <a:pt x="193" y="57"/>
                    <a:pt x="158" y="57"/>
                  </a:cubicBezTo>
                  <a:cubicBezTo>
                    <a:pt x="115" y="64"/>
                    <a:pt x="100" y="36"/>
                    <a:pt x="86" y="64"/>
                  </a:cubicBezTo>
                  <a:cubicBezTo>
                    <a:pt x="72" y="93"/>
                    <a:pt x="93" y="156"/>
                    <a:pt x="72" y="142"/>
                  </a:cubicBezTo>
                  <a:cubicBezTo>
                    <a:pt x="43" y="128"/>
                    <a:pt x="8" y="86"/>
                    <a:pt x="8" y="71"/>
                  </a:cubicBezTo>
                  <a:cubicBezTo>
                    <a:pt x="0" y="57"/>
                    <a:pt x="22" y="15"/>
                    <a:pt x="22" y="15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16"/>
            <p:cNvSpPr/>
            <p:nvPr/>
          </p:nvSpPr>
          <p:spPr>
            <a:xfrm>
              <a:off x="11390313" y="2574925"/>
              <a:ext cx="50800" cy="42863"/>
            </a:xfrm>
            <a:custGeom>
              <a:avLst/>
              <a:gdLst/>
              <a:ahLst/>
              <a:cxnLst/>
              <a:rect l="l" t="t" r="r" b="b"/>
              <a:pathLst>
                <a:path w="120" h="104" extrusionOk="0">
                  <a:moveTo>
                    <a:pt x="120" y="104"/>
                  </a:moveTo>
                  <a:cubicBezTo>
                    <a:pt x="113" y="77"/>
                    <a:pt x="106" y="7"/>
                    <a:pt x="92" y="7"/>
                  </a:cubicBezTo>
                  <a:cubicBezTo>
                    <a:pt x="78" y="0"/>
                    <a:pt x="15" y="7"/>
                    <a:pt x="8" y="14"/>
                  </a:cubicBezTo>
                  <a:cubicBezTo>
                    <a:pt x="0" y="28"/>
                    <a:pt x="71" y="84"/>
                    <a:pt x="71" y="84"/>
                  </a:cubicBezTo>
                  <a:lnTo>
                    <a:pt x="120" y="10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16"/>
            <p:cNvSpPr/>
            <p:nvPr/>
          </p:nvSpPr>
          <p:spPr>
            <a:xfrm>
              <a:off x="11161713" y="2370138"/>
              <a:ext cx="128588" cy="47625"/>
            </a:xfrm>
            <a:custGeom>
              <a:avLst/>
              <a:gdLst/>
              <a:ahLst/>
              <a:cxnLst/>
              <a:rect l="l" t="t" r="r" b="b"/>
              <a:pathLst>
                <a:path w="308" h="116" extrusionOk="0">
                  <a:moveTo>
                    <a:pt x="230" y="116"/>
                  </a:moveTo>
                  <a:cubicBezTo>
                    <a:pt x="187" y="96"/>
                    <a:pt x="137" y="96"/>
                    <a:pt x="115" y="89"/>
                  </a:cubicBezTo>
                  <a:cubicBezTo>
                    <a:pt x="94" y="82"/>
                    <a:pt x="122" y="116"/>
                    <a:pt x="58" y="62"/>
                  </a:cubicBezTo>
                  <a:cubicBezTo>
                    <a:pt x="0" y="7"/>
                    <a:pt x="86" y="7"/>
                    <a:pt x="137" y="7"/>
                  </a:cubicBezTo>
                  <a:cubicBezTo>
                    <a:pt x="187" y="0"/>
                    <a:pt x="144" y="0"/>
                    <a:pt x="208" y="21"/>
                  </a:cubicBezTo>
                  <a:cubicBezTo>
                    <a:pt x="265" y="41"/>
                    <a:pt x="294" y="69"/>
                    <a:pt x="294" y="69"/>
                  </a:cubicBezTo>
                  <a:cubicBezTo>
                    <a:pt x="294" y="69"/>
                    <a:pt x="308" y="96"/>
                    <a:pt x="287" y="96"/>
                  </a:cubicBezTo>
                  <a:cubicBezTo>
                    <a:pt x="258" y="103"/>
                    <a:pt x="230" y="116"/>
                    <a:pt x="230" y="116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16"/>
            <p:cNvSpPr/>
            <p:nvPr/>
          </p:nvSpPr>
          <p:spPr>
            <a:xfrm>
              <a:off x="11469688" y="2901950"/>
              <a:ext cx="66675" cy="50800"/>
            </a:xfrm>
            <a:custGeom>
              <a:avLst/>
              <a:gdLst/>
              <a:ahLst/>
              <a:cxnLst/>
              <a:rect l="l" t="t" r="r" b="b"/>
              <a:pathLst>
                <a:path w="160" h="120" extrusionOk="0">
                  <a:moveTo>
                    <a:pt x="131" y="0"/>
                  </a:moveTo>
                  <a:cubicBezTo>
                    <a:pt x="117" y="22"/>
                    <a:pt x="95" y="64"/>
                    <a:pt x="73" y="50"/>
                  </a:cubicBezTo>
                  <a:cubicBezTo>
                    <a:pt x="59" y="43"/>
                    <a:pt x="0" y="64"/>
                    <a:pt x="8" y="71"/>
                  </a:cubicBezTo>
                  <a:cubicBezTo>
                    <a:pt x="15" y="78"/>
                    <a:pt x="51" y="120"/>
                    <a:pt x="51" y="120"/>
                  </a:cubicBezTo>
                  <a:cubicBezTo>
                    <a:pt x="51" y="120"/>
                    <a:pt x="37" y="113"/>
                    <a:pt x="51" y="92"/>
                  </a:cubicBezTo>
                  <a:cubicBezTo>
                    <a:pt x="66" y="64"/>
                    <a:pt x="102" y="85"/>
                    <a:pt x="124" y="78"/>
                  </a:cubicBezTo>
                  <a:cubicBezTo>
                    <a:pt x="146" y="64"/>
                    <a:pt x="153" y="50"/>
                    <a:pt x="153" y="43"/>
                  </a:cubicBezTo>
                  <a:cubicBezTo>
                    <a:pt x="160" y="29"/>
                    <a:pt x="160" y="29"/>
                    <a:pt x="153" y="15"/>
                  </a:cubicBezTo>
                  <a:cubicBezTo>
                    <a:pt x="153" y="8"/>
                    <a:pt x="131" y="0"/>
                    <a:pt x="131" y="0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16"/>
            <p:cNvSpPr/>
            <p:nvPr/>
          </p:nvSpPr>
          <p:spPr>
            <a:xfrm>
              <a:off x="11295063" y="2952750"/>
              <a:ext cx="73025" cy="42863"/>
            </a:xfrm>
            <a:custGeom>
              <a:avLst/>
              <a:gdLst/>
              <a:ahLst/>
              <a:cxnLst/>
              <a:rect l="l" t="t" r="r" b="b"/>
              <a:pathLst>
                <a:path w="176" h="104" extrusionOk="0">
                  <a:moveTo>
                    <a:pt x="118" y="84"/>
                  </a:moveTo>
                  <a:cubicBezTo>
                    <a:pt x="81" y="84"/>
                    <a:pt x="81" y="104"/>
                    <a:pt x="66" y="104"/>
                  </a:cubicBezTo>
                  <a:cubicBezTo>
                    <a:pt x="44" y="104"/>
                    <a:pt x="0" y="70"/>
                    <a:pt x="8" y="70"/>
                  </a:cubicBezTo>
                  <a:cubicBezTo>
                    <a:pt x="22" y="63"/>
                    <a:pt x="44" y="35"/>
                    <a:pt x="59" y="35"/>
                  </a:cubicBezTo>
                  <a:cubicBezTo>
                    <a:pt x="66" y="28"/>
                    <a:pt x="37" y="0"/>
                    <a:pt x="103" y="35"/>
                  </a:cubicBezTo>
                  <a:cubicBezTo>
                    <a:pt x="176" y="70"/>
                    <a:pt x="118" y="84"/>
                    <a:pt x="118" y="84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16"/>
            <p:cNvSpPr/>
            <p:nvPr/>
          </p:nvSpPr>
          <p:spPr>
            <a:xfrm>
              <a:off x="11220451" y="2990850"/>
              <a:ext cx="60325" cy="22225"/>
            </a:xfrm>
            <a:custGeom>
              <a:avLst/>
              <a:gdLst/>
              <a:ahLst/>
              <a:cxnLst/>
              <a:rect l="l" t="t" r="r" b="b"/>
              <a:pathLst>
                <a:path w="148" h="56" extrusionOk="0">
                  <a:moveTo>
                    <a:pt x="148" y="42"/>
                  </a:moveTo>
                  <a:cubicBezTo>
                    <a:pt x="113" y="56"/>
                    <a:pt x="57" y="42"/>
                    <a:pt x="57" y="42"/>
                  </a:cubicBezTo>
                  <a:cubicBezTo>
                    <a:pt x="57" y="42"/>
                    <a:pt x="0" y="14"/>
                    <a:pt x="22" y="7"/>
                  </a:cubicBezTo>
                  <a:cubicBezTo>
                    <a:pt x="43" y="0"/>
                    <a:pt x="64" y="7"/>
                    <a:pt x="85" y="7"/>
                  </a:cubicBezTo>
                  <a:cubicBezTo>
                    <a:pt x="106" y="14"/>
                    <a:pt x="141" y="14"/>
                    <a:pt x="141" y="14"/>
                  </a:cubicBezTo>
                  <a:lnTo>
                    <a:pt x="148" y="42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16"/>
            <p:cNvSpPr/>
            <p:nvPr/>
          </p:nvSpPr>
          <p:spPr>
            <a:xfrm>
              <a:off x="11125201" y="2992438"/>
              <a:ext cx="52388" cy="28575"/>
            </a:xfrm>
            <a:custGeom>
              <a:avLst/>
              <a:gdLst/>
              <a:ahLst/>
              <a:cxnLst/>
              <a:rect l="l" t="t" r="r" b="b"/>
              <a:pathLst>
                <a:path w="124" h="72" extrusionOk="0">
                  <a:moveTo>
                    <a:pt x="73" y="72"/>
                  </a:moveTo>
                  <a:cubicBezTo>
                    <a:pt x="59" y="58"/>
                    <a:pt x="0" y="0"/>
                    <a:pt x="22" y="8"/>
                  </a:cubicBezTo>
                  <a:cubicBezTo>
                    <a:pt x="44" y="15"/>
                    <a:pt x="124" y="29"/>
                    <a:pt x="110" y="36"/>
                  </a:cubicBezTo>
                  <a:cubicBezTo>
                    <a:pt x="95" y="44"/>
                    <a:pt x="73" y="72"/>
                    <a:pt x="73" y="72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16"/>
            <p:cNvSpPr/>
            <p:nvPr/>
          </p:nvSpPr>
          <p:spPr>
            <a:xfrm>
              <a:off x="10725151" y="2770188"/>
              <a:ext cx="69850" cy="68263"/>
            </a:xfrm>
            <a:custGeom>
              <a:avLst/>
              <a:gdLst/>
              <a:ahLst/>
              <a:cxnLst/>
              <a:rect l="l" t="t" r="r" b="b"/>
              <a:pathLst>
                <a:path w="168" h="164" extrusionOk="0">
                  <a:moveTo>
                    <a:pt x="140" y="164"/>
                  </a:moveTo>
                  <a:cubicBezTo>
                    <a:pt x="119" y="157"/>
                    <a:pt x="49" y="136"/>
                    <a:pt x="35" y="115"/>
                  </a:cubicBezTo>
                  <a:cubicBezTo>
                    <a:pt x="28" y="86"/>
                    <a:pt x="0" y="0"/>
                    <a:pt x="35" y="36"/>
                  </a:cubicBezTo>
                  <a:cubicBezTo>
                    <a:pt x="63" y="79"/>
                    <a:pt x="70" y="115"/>
                    <a:pt x="98" y="122"/>
                  </a:cubicBezTo>
                  <a:cubicBezTo>
                    <a:pt x="126" y="136"/>
                    <a:pt x="168" y="164"/>
                    <a:pt x="168" y="164"/>
                  </a:cubicBezTo>
                  <a:lnTo>
                    <a:pt x="140" y="16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16"/>
            <p:cNvSpPr/>
            <p:nvPr/>
          </p:nvSpPr>
          <p:spPr>
            <a:xfrm>
              <a:off x="10788651" y="2805113"/>
              <a:ext cx="57150" cy="42863"/>
            </a:xfrm>
            <a:custGeom>
              <a:avLst/>
              <a:gdLst/>
              <a:ahLst/>
              <a:cxnLst/>
              <a:rect l="l" t="t" r="r" b="b"/>
              <a:pathLst>
                <a:path w="136" h="104" extrusionOk="0">
                  <a:moveTo>
                    <a:pt x="86" y="104"/>
                  </a:moveTo>
                  <a:cubicBezTo>
                    <a:pt x="115" y="91"/>
                    <a:pt x="136" y="77"/>
                    <a:pt x="108" y="70"/>
                  </a:cubicBezTo>
                  <a:cubicBezTo>
                    <a:pt x="79" y="63"/>
                    <a:pt x="94" y="63"/>
                    <a:pt x="51" y="42"/>
                  </a:cubicBezTo>
                  <a:cubicBezTo>
                    <a:pt x="15" y="14"/>
                    <a:pt x="29" y="0"/>
                    <a:pt x="15" y="14"/>
                  </a:cubicBezTo>
                  <a:cubicBezTo>
                    <a:pt x="0" y="28"/>
                    <a:pt x="51" y="77"/>
                    <a:pt x="51" y="77"/>
                  </a:cubicBezTo>
                  <a:lnTo>
                    <a:pt x="86" y="10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16"/>
            <p:cNvSpPr/>
            <p:nvPr/>
          </p:nvSpPr>
          <p:spPr>
            <a:xfrm>
              <a:off x="10101263" y="2846388"/>
              <a:ext cx="161925" cy="357188"/>
            </a:xfrm>
            <a:custGeom>
              <a:avLst/>
              <a:gdLst/>
              <a:ahLst/>
              <a:cxnLst/>
              <a:rect l="l" t="t" r="r" b="b"/>
              <a:pathLst>
                <a:path w="392" h="864" extrusionOk="0">
                  <a:moveTo>
                    <a:pt x="200" y="858"/>
                  </a:moveTo>
                  <a:cubicBezTo>
                    <a:pt x="207" y="844"/>
                    <a:pt x="193" y="844"/>
                    <a:pt x="164" y="760"/>
                  </a:cubicBezTo>
                  <a:cubicBezTo>
                    <a:pt x="129" y="676"/>
                    <a:pt x="122" y="600"/>
                    <a:pt x="122" y="558"/>
                  </a:cubicBezTo>
                  <a:cubicBezTo>
                    <a:pt x="122" y="509"/>
                    <a:pt x="115" y="509"/>
                    <a:pt x="93" y="453"/>
                  </a:cubicBezTo>
                  <a:cubicBezTo>
                    <a:pt x="72" y="398"/>
                    <a:pt x="43" y="356"/>
                    <a:pt x="50" y="328"/>
                  </a:cubicBezTo>
                  <a:cubicBezTo>
                    <a:pt x="50" y="300"/>
                    <a:pt x="22" y="154"/>
                    <a:pt x="15" y="126"/>
                  </a:cubicBezTo>
                  <a:cubicBezTo>
                    <a:pt x="8" y="98"/>
                    <a:pt x="0" y="0"/>
                    <a:pt x="8" y="0"/>
                  </a:cubicBezTo>
                  <a:cubicBezTo>
                    <a:pt x="22" y="0"/>
                    <a:pt x="72" y="35"/>
                    <a:pt x="86" y="63"/>
                  </a:cubicBezTo>
                  <a:cubicBezTo>
                    <a:pt x="100" y="84"/>
                    <a:pt x="129" y="251"/>
                    <a:pt x="150" y="286"/>
                  </a:cubicBezTo>
                  <a:cubicBezTo>
                    <a:pt x="172" y="328"/>
                    <a:pt x="150" y="370"/>
                    <a:pt x="186" y="384"/>
                  </a:cubicBezTo>
                  <a:cubicBezTo>
                    <a:pt x="221" y="405"/>
                    <a:pt x="221" y="349"/>
                    <a:pt x="221" y="405"/>
                  </a:cubicBezTo>
                  <a:cubicBezTo>
                    <a:pt x="221" y="460"/>
                    <a:pt x="271" y="467"/>
                    <a:pt x="250" y="467"/>
                  </a:cubicBezTo>
                  <a:cubicBezTo>
                    <a:pt x="229" y="467"/>
                    <a:pt x="236" y="495"/>
                    <a:pt x="236" y="495"/>
                  </a:cubicBezTo>
                  <a:cubicBezTo>
                    <a:pt x="236" y="495"/>
                    <a:pt x="307" y="537"/>
                    <a:pt x="321" y="551"/>
                  </a:cubicBezTo>
                  <a:cubicBezTo>
                    <a:pt x="335" y="565"/>
                    <a:pt x="392" y="621"/>
                    <a:pt x="357" y="614"/>
                  </a:cubicBezTo>
                  <a:cubicBezTo>
                    <a:pt x="314" y="607"/>
                    <a:pt x="300" y="635"/>
                    <a:pt x="278" y="600"/>
                  </a:cubicBezTo>
                  <a:cubicBezTo>
                    <a:pt x="250" y="572"/>
                    <a:pt x="250" y="572"/>
                    <a:pt x="229" y="558"/>
                  </a:cubicBezTo>
                  <a:cubicBezTo>
                    <a:pt x="214" y="544"/>
                    <a:pt x="200" y="537"/>
                    <a:pt x="207" y="565"/>
                  </a:cubicBezTo>
                  <a:cubicBezTo>
                    <a:pt x="214" y="586"/>
                    <a:pt x="207" y="586"/>
                    <a:pt x="207" y="628"/>
                  </a:cubicBezTo>
                  <a:cubicBezTo>
                    <a:pt x="214" y="669"/>
                    <a:pt x="221" y="704"/>
                    <a:pt x="214" y="725"/>
                  </a:cubicBezTo>
                  <a:cubicBezTo>
                    <a:pt x="207" y="739"/>
                    <a:pt x="236" y="781"/>
                    <a:pt x="250" y="788"/>
                  </a:cubicBezTo>
                  <a:cubicBezTo>
                    <a:pt x="264" y="795"/>
                    <a:pt x="286" y="809"/>
                    <a:pt x="286" y="823"/>
                  </a:cubicBezTo>
                  <a:cubicBezTo>
                    <a:pt x="293" y="830"/>
                    <a:pt x="343" y="858"/>
                    <a:pt x="307" y="858"/>
                  </a:cubicBezTo>
                  <a:cubicBezTo>
                    <a:pt x="271" y="864"/>
                    <a:pt x="236" y="851"/>
                    <a:pt x="236" y="851"/>
                  </a:cubicBezTo>
                  <a:lnTo>
                    <a:pt x="200" y="858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16"/>
            <p:cNvSpPr/>
            <p:nvPr/>
          </p:nvSpPr>
          <p:spPr>
            <a:xfrm>
              <a:off x="10144126" y="3168650"/>
              <a:ext cx="306388" cy="215900"/>
            </a:xfrm>
            <a:custGeom>
              <a:avLst/>
              <a:gdLst/>
              <a:ahLst/>
              <a:cxnLst/>
              <a:rect l="l" t="t" r="r" b="b"/>
              <a:pathLst>
                <a:path w="740" h="520" extrusionOk="0">
                  <a:moveTo>
                    <a:pt x="281" y="275"/>
                  </a:moveTo>
                  <a:cubicBezTo>
                    <a:pt x="202" y="232"/>
                    <a:pt x="209" y="260"/>
                    <a:pt x="166" y="211"/>
                  </a:cubicBezTo>
                  <a:cubicBezTo>
                    <a:pt x="123" y="169"/>
                    <a:pt x="101" y="155"/>
                    <a:pt x="101" y="155"/>
                  </a:cubicBezTo>
                  <a:cubicBezTo>
                    <a:pt x="51" y="176"/>
                    <a:pt x="51" y="176"/>
                    <a:pt x="51" y="176"/>
                  </a:cubicBezTo>
                  <a:cubicBezTo>
                    <a:pt x="94" y="246"/>
                    <a:pt x="94" y="246"/>
                    <a:pt x="94" y="246"/>
                  </a:cubicBezTo>
                  <a:cubicBezTo>
                    <a:pt x="94" y="246"/>
                    <a:pt x="108" y="267"/>
                    <a:pt x="94" y="282"/>
                  </a:cubicBezTo>
                  <a:cubicBezTo>
                    <a:pt x="87" y="289"/>
                    <a:pt x="87" y="338"/>
                    <a:pt x="72" y="338"/>
                  </a:cubicBezTo>
                  <a:cubicBezTo>
                    <a:pt x="65" y="345"/>
                    <a:pt x="65" y="366"/>
                    <a:pt x="44" y="359"/>
                  </a:cubicBezTo>
                  <a:cubicBezTo>
                    <a:pt x="22" y="359"/>
                    <a:pt x="29" y="366"/>
                    <a:pt x="22" y="387"/>
                  </a:cubicBezTo>
                  <a:cubicBezTo>
                    <a:pt x="15" y="401"/>
                    <a:pt x="79" y="450"/>
                    <a:pt x="58" y="457"/>
                  </a:cubicBezTo>
                  <a:cubicBezTo>
                    <a:pt x="29" y="464"/>
                    <a:pt x="0" y="485"/>
                    <a:pt x="22" y="492"/>
                  </a:cubicBezTo>
                  <a:cubicBezTo>
                    <a:pt x="44" y="499"/>
                    <a:pt x="58" y="520"/>
                    <a:pt x="72" y="506"/>
                  </a:cubicBezTo>
                  <a:cubicBezTo>
                    <a:pt x="94" y="499"/>
                    <a:pt x="130" y="485"/>
                    <a:pt x="115" y="464"/>
                  </a:cubicBezTo>
                  <a:cubicBezTo>
                    <a:pt x="101" y="450"/>
                    <a:pt x="130" y="415"/>
                    <a:pt x="144" y="415"/>
                  </a:cubicBezTo>
                  <a:cubicBezTo>
                    <a:pt x="166" y="415"/>
                    <a:pt x="180" y="415"/>
                    <a:pt x="202" y="422"/>
                  </a:cubicBezTo>
                  <a:cubicBezTo>
                    <a:pt x="223" y="422"/>
                    <a:pt x="216" y="436"/>
                    <a:pt x="230" y="436"/>
                  </a:cubicBezTo>
                  <a:cubicBezTo>
                    <a:pt x="245" y="443"/>
                    <a:pt x="252" y="464"/>
                    <a:pt x="281" y="457"/>
                  </a:cubicBezTo>
                  <a:cubicBezTo>
                    <a:pt x="309" y="450"/>
                    <a:pt x="266" y="436"/>
                    <a:pt x="288" y="422"/>
                  </a:cubicBezTo>
                  <a:cubicBezTo>
                    <a:pt x="309" y="408"/>
                    <a:pt x="331" y="387"/>
                    <a:pt x="345" y="380"/>
                  </a:cubicBezTo>
                  <a:cubicBezTo>
                    <a:pt x="367" y="373"/>
                    <a:pt x="403" y="373"/>
                    <a:pt x="403" y="373"/>
                  </a:cubicBezTo>
                  <a:cubicBezTo>
                    <a:pt x="403" y="310"/>
                    <a:pt x="403" y="310"/>
                    <a:pt x="403" y="310"/>
                  </a:cubicBezTo>
                  <a:cubicBezTo>
                    <a:pt x="403" y="310"/>
                    <a:pt x="381" y="289"/>
                    <a:pt x="381" y="275"/>
                  </a:cubicBezTo>
                  <a:cubicBezTo>
                    <a:pt x="388" y="253"/>
                    <a:pt x="518" y="232"/>
                    <a:pt x="532" y="225"/>
                  </a:cubicBezTo>
                  <a:cubicBezTo>
                    <a:pt x="539" y="218"/>
                    <a:pt x="590" y="225"/>
                    <a:pt x="611" y="197"/>
                  </a:cubicBezTo>
                  <a:cubicBezTo>
                    <a:pt x="626" y="169"/>
                    <a:pt x="633" y="120"/>
                    <a:pt x="647" y="106"/>
                  </a:cubicBezTo>
                  <a:cubicBezTo>
                    <a:pt x="669" y="99"/>
                    <a:pt x="733" y="71"/>
                    <a:pt x="733" y="57"/>
                  </a:cubicBezTo>
                  <a:cubicBezTo>
                    <a:pt x="726" y="50"/>
                    <a:pt x="740" y="0"/>
                    <a:pt x="690" y="36"/>
                  </a:cubicBezTo>
                  <a:cubicBezTo>
                    <a:pt x="647" y="71"/>
                    <a:pt x="647" y="92"/>
                    <a:pt x="582" y="127"/>
                  </a:cubicBezTo>
                  <a:cubicBezTo>
                    <a:pt x="518" y="155"/>
                    <a:pt x="496" y="176"/>
                    <a:pt x="482" y="190"/>
                  </a:cubicBezTo>
                  <a:cubicBezTo>
                    <a:pt x="467" y="204"/>
                    <a:pt x="489" y="239"/>
                    <a:pt x="417" y="239"/>
                  </a:cubicBezTo>
                  <a:cubicBezTo>
                    <a:pt x="338" y="239"/>
                    <a:pt x="295" y="253"/>
                    <a:pt x="295" y="253"/>
                  </a:cubicBezTo>
                  <a:lnTo>
                    <a:pt x="281" y="275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16"/>
            <p:cNvSpPr/>
            <p:nvPr/>
          </p:nvSpPr>
          <p:spPr>
            <a:xfrm>
              <a:off x="9913938" y="3378200"/>
              <a:ext cx="357188" cy="390526"/>
            </a:xfrm>
            <a:custGeom>
              <a:avLst/>
              <a:gdLst/>
              <a:ahLst/>
              <a:cxnLst/>
              <a:rect l="l" t="t" r="r" b="b"/>
              <a:pathLst>
                <a:path w="860" h="944" extrusionOk="0">
                  <a:moveTo>
                    <a:pt x="703" y="0"/>
                  </a:moveTo>
                  <a:cubicBezTo>
                    <a:pt x="696" y="7"/>
                    <a:pt x="667" y="28"/>
                    <a:pt x="653" y="42"/>
                  </a:cubicBezTo>
                  <a:cubicBezTo>
                    <a:pt x="631" y="56"/>
                    <a:pt x="610" y="56"/>
                    <a:pt x="610" y="84"/>
                  </a:cubicBezTo>
                  <a:cubicBezTo>
                    <a:pt x="610" y="119"/>
                    <a:pt x="645" y="154"/>
                    <a:pt x="638" y="203"/>
                  </a:cubicBezTo>
                  <a:cubicBezTo>
                    <a:pt x="624" y="245"/>
                    <a:pt x="696" y="280"/>
                    <a:pt x="660" y="287"/>
                  </a:cubicBezTo>
                  <a:cubicBezTo>
                    <a:pt x="624" y="301"/>
                    <a:pt x="631" y="308"/>
                    <a:pt x="617" y="315"/>
                  </a:cubicBezTo>
                  <a:cubicBezTo>
                    <a:pt x="595" y="329"/>
                    <a:pt x="581" y="357"/>
                    <a:pt x="581" y="357"/>
                  </a:cubicBezTo>
                  <a:cubicBezTo>
                    <a:pt x="581" y="357"/>
                    <a:pt x="602" y="420"/>
                    <a:pt x="559" y="385"/>
                  </a:cubicBezTo>
                  <a:cubicBezTo>
                    <a:pt x="509" y="350"/>
                    <a:pt x="509" y="336"/>
                    <a:pt x="502" y="336"/>
                  </a:cubicBezTo>
                  <a:cubicBezTo>
                    <a:pt x="488" y="336"/>
                    <a:pt x="481" y="378"/>
                    <a:pt x="466" y="385"/>
                  </a:cubicBezTo>
                  <a:cubicBezTo>
                    <a:pt x="452" y="392"/>
                    <a:pt x="459" y="406"/>
                    <a:pt x="452" y="420"/>
                  </a:cubicBezTo>
                  <a:cubicBezTo>
                    <a:pt x="445" y="427"/>
                    <a:pt x="488" y="434"/>
                    <a:pt x="430" y="462"/>
                  </a:cubicBezTo>
                  <a:cubicBezTo>
                    <a:pt x="366" y="483"/>
                    <a:pt x="359" y="490"/>
                    <a:pt x="366" y="504"/>
                  </a:cubicBezTo>
                  <a:cubicBezTo>
                    <a:pt x="366" y="511"/>
                    <a:pt x="459" y="532"/>
                    <a:pt x="352" y="539"/>
                  </a:cubicBezTo>
                  <a:cubicBezTo>
                    <a:pt x="244" y="546"/>
                    <a:pt x="237" y="546"/>
                    <a:pt x="201" y="553"/>
                  </a:cubicBezTo>
                  <a:cubicBezTo>
                    <a:pt x="165" y="553"/>
                    <a:pt x="165" y="567"/>
                    <a:pt x="151" y="588"/>
                  </a:cubicBezTo>
                  <a:cubicBezTo>
                    <a:pt x="129" y="602"/>
                    <a:pt x="144" y="616"/>
                    <a:pt x="129" y="630"/>
                  </a:cubicBezTo>
                  <a:cubicBezTo>
                    <a:pt x="115" y="637"/>
                    <a:pt x="144" y="700"/>
                    <a:pt x="101" y="693"/>
                  </a:cubicBezTo>
                  <a:cubicBezTo>
                    <a:pt x="58" y="686"/>
                    <a:pt x="22" y="693"/>
                    <a:pt x="15" y="707"/>
                  </a:cubicBezTo>
                  <a:cubicBezTo>
                    <a:pt x="8" y="714"/>
                    <a:pt x="0" y="742"/>
                    <a:pt x="43" y="763"/>
                  </a:cubicBezTo>
                  <a:cubicBezTo>
                    <a:pt x="86" y="784"/>
                    <a:pt x="137" y="784"/>
                    <a:pt x="122" y="805"/>
                  </a:cubicBezTo>
                  <a:cubicBezTo>
                    <a:pt x="108" y="826"/>
                    <a:pt x="144" y="896"/>
                    <a:pt x="151" y="903"/>
                  </a:cubicBezTo>
                  <a:cubicBezTo>
                    <a:pt x="151" y="910"/>
                    <a:pt x="129" y="930"/>
                    <a:pt x="151" y="910"/>
                  </a:cubicBezTo>
                  <a:cubicBezTo>
                    <a:pt x="180" y="889"/>
                    <a:pt x="187" y="944"/>
                    <a:pt x="215" y="840"/>
                  </a:cubicBezTo>
                  <a:cubicBezTo>
                    <a:pt x="237" y="735"/>
                    <a:pt x="187" y="686"/>
                    <a:pt x="258" y="700"/>
                  </a:cubicBezTo>
                  <a:cubicBezTo>
                    <a:pt x="330" y="721"/>
                    <a:pt x="316" y="735"/>
                    <a:pt x="330" y="721"/>
                  </a:cubicBezTo>
                  <a:cubicBezTo>
                    <a:pt x="344" y="700"/>
                    <a:pt x="387" y="679"/>
                    <a:pt x="395" y="651"/>
                  </a:cubicBezTo>
                  <a:cubicBezTo>
                    <a:pt x="395" y="630"/>
                    <a:pt x="402" y="630"/>
                    <a:pt x="416" y="651"/>
                  </a:cubicBezTo>
                  <a:cubicBezTo>
                    <a:pt x="438" y="665"/>
                    <a:pt x="423" y="686"/>
                    <a:pt x="466" y="686"/>
                  </a:cubicBezTo>
                  <a:cubicBezTo>
                    <a:pt x="502" y="686"/>
                    <a:pt x="559" y="658"/>
                    <a:pt x="559" y="630"/>
                  </a:cubicBezTo>
                  <a:cubicBezTo>
                    <a:pt x="552" y="609"/>
                    <a:pt x="567" y="574"/>
                    <a:pt x="552" y="567"/>
                  </a:cubicBezTo>
                  <a:cubicBezTo>
                    <a:pt x="545" y="560"/>
                    <a:pt x="574" y="532"/>
                    <a:pt x="602" y="546"/>
                  </a:cubicBezTo>
                  <a:cubicBezTo>
                    <a:pt x="638" y="560"/>
                    <a:pt x="617" y="581"/>
                    <a:pt x="653" y="588"/>
                  </a:cubicBezTo>
                  <a:cubicBezTo>
                    <a:pt x="688" y="588"/>
                    <a:pt x="817" y="588"/>
                    <a:pt x="803" y="560"/>
                  </a:cubicBezTo>
                  <a:cubicBezTo>
                    <a:pt x="782" y="532"/>
                    <a:pt x="789" y="483"/>
                    <a:pt x="774" y="469"/>
                  </a:cubicBezTo>
                  <a:cubicBezTo>
                    <a:pt x="760" y="448"/>
                    <a:pt x="796" y="483"/>
                    <a:pt x="796" y="427"/>
                  </a:cubicBezTo>
                  <a:cubicBezTo>
                    <a:pt x="796" y="371"/>
                    <a:pt x="782" y="371"/>
                    <a:pt x="774" y="294"/>
                  </a:cubicBezTo>
                  <a:cubicBezTo>
                    <a:pt x="774" y="217"/>
                    <a:pt x="839" y="245"/>
                    <a:pt x="839" y="231"/>
                  </a:cubicBezTo>
                  <a:cubicBezTo>
                    <a:pt x="839" y="210"/>
                    <a:pt x="860" y="238"/>
                    <a:pt x="839" y="189"/>
                  </a:cubicBezTo>
                  <a:cubicBezTo>
                    <a:pt x="817" y="140"/>
                    <a:pt x="796" y="84"/>
                    <a:pt x="782" y="77"/>
                  </a:cubicBezTo>
                  <a:cubicBezTo>
                    <a:pt x="767" y="63"/>
                    <a:pt x="724" y="28"/>
                    <a:pt x="724" y="28"/>
                  </a:cubicBezTo>
                  <a:lnTo>
                    <a:pt x="703" y="0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6"/>
            <p:cNvSpPr/>
            <p:nvPr/>
          </p:nvSpPr>
          <p:spPr>
            <a:xfrm>
              <a:off x="9691688" y="3911601"/>
              <a:ext cx="68263" cy="104775"/>
            </a:xfrm>
            <a:custGeom>
              <a:avLst/>
              <a:gdLst/>
              <a:ahLst/>
              <a:cxnLst/>
              <a:rect l="l" t="t" r="r" b="b"/>
              <a:pathLst>
                <a:path w="164" h="252" extrusionOk="0">
                  <a:moveTo>
                    <a:pt x="107" y="0"/>
                  </a:moveTo>
                  <a:cubicBezTo>
                    <a:pt x="58" y="28"/>
                    <a:pt x="0" y="28"/>
                    <a:pt x="36" y="77"/>
                  </a:cubicBezTo>
                  <a:cubicBezTo>
                    <a:pt x="79" y="119"/>
                    <a:pt x="107" y="252"/>
                    <a:pt x="93" y="238"/>
                  </a:cubicBezTo>
                  <a:cubicBezTo>
                    <a:pt x="86" y="224"/>
                    <a:pt x="93" y="231"/>
                    <a:pt x="115" y="203"/>
                  </a:cubicBezTo>
                  <a:cubicBezTo>
                    <a:pt x="136" y="182"/>
                    <a:pt x="157" y="182"/>
                    <a:pt x="143" y="168"/>
                  </a:cubicBezTo>
                  <a:cubicBezTo>
                    <a:pt x="129" y="154"/>
                    <a:pt x="136" y="133"/>
                    <a:pt x="150" y="119"/>
                  </a:cubicBezTo>
                  <a:cubicBezTo>
                    <a:pt x="164" y="105"/>
                    <a:pt x="157" y="105"/>
                    <a:pt x="143" y="70"/>
                  </a:cubicBezTo>
                  <a:cubicBezTo>
                    <a:pt x="136" y="35"/>
                    <a:pt x="107" y="0"/>
                    <a:pt x="107" y="0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16"/>
            <p:cNvSpPr/>
            <p:nvPr/>
          </p:nvSpPr>
          <p:spPr>
            <a:xfrm>
              <a:off x="9817101" y="3911601"/>
              <a:ext cx="55563" cy="46038"/>
            </a:xfrm>
            <a:custGeom>
              <a:avLst/>
              <a:gdLst/>
              <a:ahLst/>
              <a:cxnLst/>
              <a:rect l="l" t="t" r="r" b="b"/>
              <a:pathLst>
                <a:path w="136" h="112" extrusionOk="0">
                  <a:moveTo>
                    <a:pt x="8" y="84"/>
                  </a:moveTo>
                  <a:cubicBezTo>
                    <a:pt x="0" y="91"/>
                    <a:pt x="136" y="112"/>
                    <a:pt x="122" y="77"/>
                  </a:cubicBezTo>
                  <a:cubicBezTo>
                    <a:pt x="101" y="49"/>
                    <a:pt x="136" y="42"/>
                    <a:pt x="101" y="21"/>
                  </a:cubicBezTo>
                  <a:cubicBezTo>
                    <a:pt x="72" y="0"/>
                    <a:pt x="29" y="70"/>
                    <a:pt x="29" y="70"/>
                  </a:cubicBezTo>
                  <a:lnTo>
                    <a:pt x="8" y="8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16"/>
            <p:cNvSpPr/>
            <p:nvPr/>
          </p:nvSpPr>
          <p:spPr>
            <a:xfrm>
              <a:off x="9917113" y="3860801"/>
              <a:ext cx="26988" cy="26988"/>
            </a:xfrm>
            <a:custGeom>
              <a:avLst/>
              <a:gdLst/>
              <a:ahLst/>
              <a:cxnLst/>
              <a:rect l="l" t="t" r="r" b="b"/>
              <a:pathLst>
                <a:path w="64" h="64" extrusionOk="0">
                  <a:moveTo>
                    <a:pt x="22" y="64"/>
                  </a:moveTo>
                  <a:cubicBezTo>
                    <a:pt x="29" y="64"/>
                    <a:pt x="64" y="57"/>
                    <a:pt x="64" y="36"/>
                  </a:cubicBezTo>
                  <a:cubicBezTo>
                    <a:pt x="64" y="22"/>
                    <a:pt x="36" y="0"/>
                    <a:pt x="22" y="8"/>
                  </a:cubicBezTo>
                  <a:cubicBezTo>
                    <a:pt x="0" y="15"/>
                    <a:pt x="22" y="64"/>
                    <a:pt x="22" y="64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16"/>
            <p:cNvSpPr/>
            <p:nvPr/>
          </p:nvSpPr>
          <p:spPr>
            <a:xfrm>
              <a:off x="9921876" y="3814763"/>
              <a:ext cx="55563" cy="38100"/>
            </a:xfrm>
            <a:custGeom>
              <a:avLst/>
              <a:gdLst/>
              <a:ahLst/>
              <a:cxnLst/>
              <a:rect l="l" t="t" r="r" b="b"/>
              <a:pathLst>
                <a:path w="132" h="92" extrusionOk="0">
                  <a:moveTo>
                    <a:pt x="118" y="92"/>
                  </a:moveTo>
                  <a:cubicBezTo>
                    <a:pt x="96" y="85"/>
                    <a:pt x="66" y="92"/>
                    <a:pt x="30" y="64"/>
                  </a:cubicBezTo>
                  <a:cubicBezTo>
                    <a:pt x="0" y="36"/>
                    <a:pt x="37" y="22"/>
                    <a:pt x="44" y="15"/>
                  </a:cubicBezTo>
                  <a:cubicBezTo>
                    <a:pt x="44" y="0"/>
                    <a:pt x="132" y="29"/>
                    <a:pt x="118" y="36"/>
                  </a:cubicBezTo>
                  <a:cubicBezTo>
                    <a:pt x="110" y="43"/>
                    <a:pt x="118" y="92"/>
                    <a:pt x="118" y="92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16"/>
            <p:cNvSpPr/>
            <p:nvPr/>
          </p:nvSpPr>
          <p:spPr>
            <a:xfrm>
              <a:off x="9748838" y="4108451"/>
              <a:ext cx="150813" cy="182563"/>
            </a:xfrm>
            <a:custGeom>
              <a:avLst/>
              <a:gdLst/>
              <a:ahLst/>
              <a:cxnLst/>
              <a:rect l="l" t="t" r="r" b="b"/>
              <a:pathLst>
                <a:path w="364" h="440" extrusionOk="0">
                  <a:moveTo>
                    <a:pt x="136" y="266"/>
                  </a:moveTo>
                  <a:cubicBezTo>
                    <a:pt x="122" y="245"/>
                    <a:pt x="108" y="224"/>
                    <a:pt x="136" y="203"/>
                  </a:cubicBezTo>
                  <a:cubicBezTo>
                    <a:pt x="172" y="182"/>
                    <a:pt x="215" y="189"/>
                    <a:pt x="200" y="154"/>
                  </a:cubicBezTo>
                  <a:cubicBezTo>
                    <a:pt x="186" y="133"/>
                    <a:pt x="143" y="49"/>
                    <a:pt x="143" y="35"/>
                  </a:cubicBezTo>
                  <a:cubicBezTo>
                    <a:pt x="143" y="28"/>
                    <a:pt x="93" y="0"/>
                    <a:pt x="86" y="14"/>
                  </a:cubicBezTo>
                  <a:cubicBezTo>
                    <a:pt x="72" y="28"/>
                    <a:pt x="22" y="98"/>
                    <a:pt x="22" y="98"/>
                  </a:cubicBezTo>
                  <a:cubicBezTo>
                    <a:pt x="15" y="147"/>
                    <a:pt x="15" y="147"/>
                    <a:pt x="15" y="147"/>
                  </a:cubicBezTo>
                  <a:cubicBezTo>
                    <a:pt x="15" y="147"/>
                    <a:pt x="15" y="168"/>
                    <a:pt x="8" y="175"/>
                  </a:cubicBezTo>
                  <a:cubicBezTo>
                    <a:pt x="0" y="189"/>
                    <a:pt x="43" y="231"/>
                    <a:pt x="65" y="238"/>
                  </a:cubicBezTo>
                  <a:cubicBezTo>
                    <a:pt x="86" y="252"/>
                    <a:pt x="43" y="266"/>
                    <a:pt x="50" y="287"/>
                  </a:cubicBezTo>
                  <a:cubicBezTo>
                    <a:pt x="58" y="301"/>
                    <a:pt x="100" y="329"/>
                    <a:pt x="100" y="329"/>
                  </a:cubicBezTo>
                  <a:cubicBezTo>
                    <a:pt x="86" y="371"/>
                    <a:pt x="86" y="371"/>
                    <a:pt x="86" y="371"/>
                  </a:cubicBezTo>
                  <a:cubicBezTo>
                    <a:pt x="86" y="371"/>
                    <a:pt x="36" y="371"/>
                    <a:pt x="86" y="385"/>
                  </a:cubicBezTo>
                  <a:cubicBezTo>
                    <a:pt x="136" y="406"/>
                    <a:pt x="172" y="440"/>
                    <a:pt x="172" y="433"/>
                  </a:cubicBezTo>
                  <a:cubicBezTo>
                    <a:pt x="165" y="427"/>
                    <a:pt x="136" y="378"/>
                    <a:pt x="136" y="378"/>
                  </a:cubicBezTo>
                  <a:cubicBezTo>
                    <a:pt x="193" y="350"/>
                    <a:pt x="193" y="350"/>
                    <a:pt x="193" y="350"/>
                  </a:cubicBezTo>
                  <a:cubicBezTo>
                    <a:pt x="336" y="440"/>
                    <a:pt x="336" y="440"/>
                    <a:pt x="336" y="440"/>
                  </a:cubicBezTo>
                  <a:cubicBezTo>
                    <a:pt x="336" y="440"/>
                    <a:pt x="336" y="420"/>
                    <a:pt x="350" y="413"/>
                  </a:cubicBezTo>
                  <a:cubicBezTo>
                    <a:pt x="364" y="399"/>
                    <a:pt x="343" y="350"/>
                    <a:pt x="343" y="350"/>
                  </a:cubicBezTo>
                  <a:cubicBezTo>
                    <a:pt x="343" y="350"/>
                    <a:pt x="364" y="343"/>
                    <a:pt x="315" y="336"/>
                  </a:cubicBezTo>
                  <a:cubicBezTo>
                    <a:pt x="265" y="322"/>
                    <a:pt x="265" y="315"/>
                    <a:pt x="243" y="315"/>
                  </a:cubicBezTo>
                  <a:cubicBezTo>
                    <a:pt x="229" y="315"/>
                    <a:pt x="222" y="329"/>
                    <a:pt x="193" y="308"/>
                  </a:cubicBezTo>
                  <a:cubicBezTo>
                    <a:pt x="172" y="294"/>
                    <a:pt x="136" y="266"/>
                    <a:pt x="136" y="266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16"/>
            <p:cNvSpPr/>
            <p:nvPr/>
          </p:nvSpPr>
          <p:spPr>
            <a:xfrm>
              <a:off x="9831388" y="4360863"/>
              <a:ext cx="187325" cy="120650"/>
            </a:xfrm>
            <a:custGeom>
              <a:avLst/>
              <a:gdLst/>
              <a:ahLst/>
              <a:cxnLst/>
              <a:rect l="l" t="t" r="r" b="b"/>
              <a:pathLst>
                <a:path w="452" h="292" extrusionOk="0">
                  <a:moveTo>
                    <a:pt x="316" y="0"/>
                  </a:moveTo>
                  <a:cubicBezTo>
                    <a:pt x="273" y="35"/>
                    <a:pt x="273" y="105"/>
                    <a:pt x="223" y="91"/>
                  </a:cubicBezTo>
                  <a:cubicBezTo>
                    <a:pt x="165" y="77"/>
                    <a:pt x="237" y="98"/>
                    <a:pt x="165" y="77"/>
                  </a:cubicBezTo>
                  <a:cubicBezTo>
                    <a:pt x="101" y="56"/>
                    <a:pt x="115" y="77"/>
                    <a:pt x="101" y="98"/>
                  </a:cubicBezTo>
                  <a:cubicBezTo>
                    <a:pt x="87" y="112"/>
                    <a:pt x="94" y="140"/>
                    <a:pt x="94" y="140"/>
                  </a:cubicBezTo>
                  <a:cubicBezTo>
                    <a:pt x="94" y="140"/>
                    <a:pt x="0" y="202"/>
                    <a:pt x="44" y="202"/>
                  </a:cubicBezTo>
                  <a:cubicBezTo>
                    <a:pt x="87" y="195"/>
                    <a:pt x="130" y="188"/>
                    <a:pt x="187" y="181"/>
                  </a:cubicBezTo>
                  <a:cubicBezTo>
                    <a:pt x="252" y="167"/>
                    <a:pt x="273" y="188"/>
                    <a:pt x="252" y="202"/>
                  </a:cubicBezTo>
                  <a:cubicBezTo>
                    <a:pt x="237" y="209"/>
                    <a:pt x="273" y="258"/>
                    <a:pt x="309" y="272"/>
                  </a:cubicBezTo>
                  <a:cubicBezTo>
                    <a:pt x="338" y="279"/>
                    <a:pt x="388" y="292"/>
                    <a:pt x="381" y="279"/>
                  </a:cubicBezTo>
                  <a:cubicBezTo>
                    <a:pt x="381" y="258"/>
                    <a:pt x="374" y="244"/>
                    <a:pt x="374" y="209"/>
                  </a:cubicBezTo>
                  <a:cubicBezTo>
                    <a:pt x="366" y="181"/>
                    <a:pt x="438" y="174"/>
                    <a:pt x="438" y="174"/>
                  </a:cubicBezTo>
                  <a:cubicBezTo>
                    <a:pt x="438" y="174"/>
                    <a:pt x="452" y="112"/>
                    <a:pt x="445" y="105"/>
                  </a:cubicBezTo>
                  <a:cubicBezTo>
                    <a:pt x="431" y="98"/>
                    <a:pt x="402" y="63"/>
                    <a:pt x="388" y="49"/>
                  </a:cubicBezTo>
                  <a:cubicBezTo>
                    <a:pt x="374" y="28"/>
                    <a:pt x="316" y="0"/>
                    <a:pt x="316" y="0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16"/>
            <p:cNvSpPr/>
            <p:nvPr/>
          </p:nvSpPr>
          <p:spPr>
            <a:xfrm>
              <a:off x="9483726" y="4430713"/>
              <a:ext cx="330201" cy="298451"/>
            </a:xfrm>
            <a:custGeom>
              <a:avLst/>
              <a:gdLst/>
              <a:ahLst/>
              <a:cxnLst/>
              <a:rect l="l" t="t" r="r" b="b"/>
              <a:pathLst>
                <a:path w="796" h="720" extrusionOk="0">
                  <a:moveTo>
                    <a:pt x="669" y="203"/>
                  </a:moveTo>
                  <a:cubicBezTo>
                    <a:pt x="647" y="238"/>
                    <a:pt x="683" y="280"/>
                    <a:pt x="690" y="294"/>
                  </a:cubicBezTo>
                  <a:cubicBezTo>
                    <a:pt x="697" y="308"/>
                    <a:pt x="796" y="315"/>
                    <a:pt x="761" y="357"/>
                  </a:cubicBezTo>
                  <a:cubicBezTo>
                    <a:pt x="733" y="392"/>
                    <a:pt x="711" y="392"/>
                    <a:pt x="725" y="406"/>
                  </a:cubicBezTo>
                  <a:cubicBezTo>
                    <a:pt x="747" y="420"/>
                    <a:pt x="676" y="420"/>
                    <a:pt x="669" y="469"/>
                  </a:cubicBezTo>
                  <a:cubicBezTo>
                    <a:pt x="661" y="518"/>
                    <a:pt x="711" y="581"/>
                    <a:pt x="704" y="581"/>
                  </a:cubicBezTo>
                  <a:cubicBezTo>
                    <a:pt x="690" y="581"/>
                    <a:pt x="661" y="581"/>
                    <a:pt x="647" y="588"/>
                  </a:cubicBezTo>
                  <a:cubicBezTo>
                    <a:pt x="626" y="588"/>
                    <a:pt x="633" y="581"/>
                    <a:pt x="633" y="616"/>
                  </a:cubicBezTo>
                  <a:cubicBezTo>
                    <a:pt x="640" y="651"/>
                    <a:pt x="647" y="699"/>
                    <a:pt x="647" y="699"/>
                  </a:cubicBezTo>
                  <a:cubicBezTo>
                    <a:pt x="647" y="699"/>
                    <a:pt x="605" y="720"/>
                    <a:pt x="583" y="706"/>
                  </a:cubicBezTo>
                  <a:cubicBezTo>
                    <a:pt x="562" y="693"/>
                    <a:pt x="491" y="699"/>
                    <a:pt x="462" y="706"/>
                  </a:cubicBezTo>
                  <a:cubicBezTo>
                    <a:pt x="434" y="713"/>
                    <a:pt x="377" y="672"/>
                    <a:pt x="349" y="672"/>
                  </a:cubicBezTo>
                  <a:cubicBezTo>
                    <a:pt x="320" y="672"/>
                    <a:pt x="320" y="679"/>
                    <a:pt x="256" y="665"/>
                  </a:cubicBezTo>
                  <a:cubicBezTo>
                    <a:pt x="192" y="644"/>
                    <a:pt x="207" y="630"/>
                    <a:pt x="157" y="616"/>
                  </a:cubicBezTo>
                  <a:cubicBezTo>
                    <a:pt x="114" y="602"/>
                    <a:pt x="100" y="644"/>
                    <a:pt x="64" y="567"/>
                  </a:cubicBezTo>
                  <a:cubicBezTo>
                    <a:pt x="29" y="497"/>
                    <a:pt x="22" y="497"/>
                    <a:pt x="15" y="469"/>
                  </a:cubicBezTo>
                  <a:cubicBezTo>
                    <a:pt x="0" y="448"/>
                    <a:pt x="64" y="343"/>
                    <a:pt x="64" y="329"/>
                  </a:cubicBezTo>
                  <a:cubicBezTo>
                    <a:pt x="72" y="315"/>
                    <a:pt x="164" y="392"/>
                    <a:pt x="164" y="399"/>
                  </a:cubicBezTo>
                  <a:cubicBezTo>
                    <a:pt x="171" y="406"/>
                    <a:pt x="278" y="315"/>
                    <a:pt x="263" y="301"/>
                  </a:cubicBezTo>
                  <a:cubicBezTo>
                    <a:pt x="249" y="287"/>
                    <a:pt x="398" y="238"/>
                    <a:pt x="398" y="210"/>
                  </a:cubicBezTo>
                  <a:cubicBezTo>
                    <a:pt x="406" y="189"/>
                    <a:pt x="420" y="182"/>
                    <a:pt x="434" y="189"/>
                  </a:cubicBezTo>
                  <a:cubicBezTo>
                    <a:pt x="455" y="203"/>
                    <a:pt x="462" y="133"/>
                    <a:pt x="462" y="105"/>
                  </a:cubicBezTo>
                  <a:cubicBezTo>
                    <a:pt x="462" y="70"/>
                    <a:pt x="512" y="35"/>
                    <a:pt x="541" y="21"/>
                  </a:cubicBezTo>
                  <a:cubicBezTo>
                    <a:pt x="569" y="0"/>
                    <a:pt x="733" y="119"/>
                    <a:pt x="725" y="105"/>
                  </a:cubicBezTo>
                  <a:cubicBezTo>
                    <a:pt x="718" y="84"/>
                    <a:pt x="669" y="203"/>
                    <a:pt x="669" y="203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16"/>
            <p:cNvSpPr/>
            <p:nvPr/>
          </p:nvSpPr>
          <p:spPr>
            <a:xfrm>
              <a:off x="10196513" y="4621213"/>
              <a:ext cx="715962" cy="296863"/>
            </a:xfrm>
            <a:custGeom>
              <a:avLst/>
              <a:gdLst/>
              <a:ahLst/>
              <a:cxnLst/>
              <a:rect l="l" t="t" r="r" b="b"/>
              <a:pathLst>
                <a:path w="1728" h="716" extrusionOk="0">
                  <a:moveTo>
                    <a:pt x="251" y="274"/>
                  </a:moveTo>
                  <a:cubicBezTo>
                    <a:pt x="266" y="274"/>
                    <a:pt x="366" y="253"/>
                    <a:pt x="502" y="316"/>
                  </a:cubicBezTo>
                  <a:cubicBezTo>
                    <a:pt x="631" y="380"/>
                    <a:pt x="674" y="401"/>
                    <a:pt x="667" y="415"/>
                  </a:cubicBezTo>
                  <a:cubicBezTo>
                    <a:pt x="667" y="429"/>
                    <a:pt x="710" y="478"/>
                    <a:pt x="682" y="478"/>
                  </a:cubicBezTo>
                  <a:cubicBezTo>
                    <a:pt x="653" y="478"/>
                    <a:pt x="574" y="527"/>
                    <a:pt x="624" y="548"/>
                  </a:cubicBezTo>
                  <a:cubicBezTo>
                    <a:pt x="667" y="569"/>
                    <a:pt x="653" y="590"/>
                    <a:pt x="710" y="569"/>
                  </a:cubicBezTo>
                  <a:cubicBezTo>
                    <a:pt x="761" y="548"/>
                    <a:pt x="732" y="527"/>
                    <a:pt x="839" y="555"/>
                  </a:cubicBezTo>
                  <a:cubicBezTo>
                    <a:pt x="940" y="590"/>
                    <a:pt x="954" y="611"/>
                    <a:pt x="954" y="611"/>
                  </a:cubicBezTo>
                  <a:cubicBezTo>
                    <a:pt x="954" y="611"/>
                    <a:pt x="918" y="639"/>
                    <a:pt x="997" y="625"/>
                  </a:cubicBezTo>
                  <a:cubicBezTo>
                    <a:pt x="1069" y="618"/>
                    <a:pt x="1062" y="618"/>
                    <a:pt x="1076" y="604"/>
                  </a:cubicBezTo>
                  <a:cubicBezTo>
                    <a:pt x="1097" y="590"/>
                    <a:pt x="1162" y="562"/>
                    <a:pt x="1162" y="541"/>
                  </a:cubicBezTo>
                  <a:cubicBezTo>
                    <a:pt x="1162" y="527"/>
                    <a:pt x="1305" y="548"/>
                    <a:pt x="1320" y="562"/>
                  </a:cubicBezTo>
                  <a:cubicBezTo>
                    <a:pt x="1341" y="576"/>
                    <a:pt x="1370" y="632"/>
                    <a:pt x="1391" y="639"/>
                  </a:cubicBezTo>
                  <a:cubicBezTo>
                    <a:pt x="1406" y="639"/>
                    <a:pt x="1521" y="716"/>
                    <a:pt x="1571" y="716"/>
                  </a:cubicBezTo>
                  <a:cubicBezTo>
                    <a:pt x="1621" y="716"/>
                    <a:pt x="1693" y="716"/>
                    <a:pt x="1693" y="716"/>
                  </a:cubicBezTo>
                  <a:cubicBezTo>
                    <a:pt x="1693" y="716"/>
                    <a:pt x="1728" y="674"/>
                    <a:pt x="1707" y="660"/>
                  </a:cubicBezTo>
                  <a:cubicBezTo>
                    <a:pt x="1693" y="646"/>
                    <a:pt x="1693" y="653"/>
                    <a:pt x="1650" y="639"/>
                  </a:cubicBezTo>
                  <a:cubicBezTo>
                    <a:pt x="1599" y="625"/>
                    <a:pt x="1535" y="604"/>
                    <a:pt x="1478" y="569"/>
                  </a:cubicBezTo>
                  <a:cubicBezTo>
                    <a:pt x="1420" y="534"/>
                    <a:pt x="1391" y="513"/>
                    <a:pt x="1391" y="492"/>
                  </a:cubicBezTo>
                  <a:cubicBezTo>
                    <a:pt x="1384" y="471"/>
                    <a:pt x="1377" y="436"/>
                    <a:pt x="1377" y="436"/>
                  </a:cubicBezTo>
                  <a:cubicBezTo>
                    <a:pt x="1377" y="436"/>
                    <a:pt x="1470" y="499"/>
                    <a:pt x="1363" y="422"/>
                  </a:cubicBezTo>
                  <a:cubicBezTo>
                    <a:pt x="1262" y="344"/>
                    <a:pt x="1248" y="309"/>
                    <a:pt x="1219" y="309"/>
                  </a:cubicBezTo>
                  <a:cubicBezTo>
                    <a:pt x="1191" y="309"/>
                    <a:pt x="1184" y="302"/>
                    <a:pt x="1097" y="260"/>
                  </a:cubicBezTo>
                  <a:cubicBezTo>
                    <a:pt x="1019" y="225"/>
                    <a:pt x="911" y="190"/>
                    <a:pt x="854" y="176"/>
                  </a:cubicBezTo>
                  <a:cubicBezTo>
                    <a:pt x="796" y="162"/>
                    <a:pt x="768" y="148"/>
                    <a:pt x="682" y="134"/>
                  </a:cubicBezTo>
                  <a:cubicBezTo>
                    <a:pt x="603" y="113"/>
                    <a:pt x="502" y="85"/>
                    <a:pt x="481" y="99"/>
                  </a:cubicBezTo>
                  <a:cubicBezTo>
                    <a:pt x="459" y="106"/>
                    <a:pt x="452" y="141"/>
                    <a:pt x="438" y="162"/>
                  </a:cubicBezTo>
                  <a:cubicBezTo>
                    <a:pt x="431" y="176"/>
                    <a:pt x="431" y="260"/>
                    <a:pt x="373" y="232"/>
                  </a:cubicBezTo>
                  <a:cubicBezTo>
                    <a:pt x="316" y="197"/>
                    <a:pt x="316" y="225"/>
                    <a:pt x="294" y="197"/>
                  </a:cubicBezTo>
                  <a:cubicBezTo>
                    <a:pt x="280" y="162"/>
                    <a:pt x="302" y="183"/>
                    <a:pt x="280" y="134"/>
                  </a:cubicBezTo>
                  <a:cubicBezTo>
                    <a:pt x="259" y="85"/>
                    <a:pt x="244" y="71"/>
                    <a:pt x="201" y="71"/>
                  </a:cubicBezTo>
                  <a:cubicBezTo>
                    <a:pt x="158" y="71"/>
                    <a:pt x="0" y="0"/>
                    <a:pt x="15" y="43"/>
                  </a:cubicBezTo>
                  <a:cubicBezTo>
                    <a:pt x="29" y="85"/>
                    <a:pt x="58" y="106"/>
                    <a:pt x="58" y="106"/>
                  </a:cubicBezTo>
                  <a:cubicBezTo>
                    <a:pt x="58" y="106"/>
                    <a:pt x="180" y="162"/>
                    <a:pt x="165" y="162"/>
                  </a:cubicBezTo>
                  <a:cubicBezTo>
                    <a:pt x="158" y="162"/>
                    <a:pt x="208" y="155"/>
                    <a:pt x="201" y="183"/>
                  </a:cubicBezTo>
                  <a:cubicBezTo>
                    <a:pt x="194" y="218"/>
                    <a:pt x="144" y="197"/>
                    <a:pt x="151" y="211"/>
                  </a:cubicBezTo>
                  <a:cubicBezTo>
                    <a:pt x="158" y="218"/>
                    <a:pt x="151" y="281"/>
                    <a:pt x="251" y="274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6"/>
            <p:cNvSpPr/>
            <p:nvPr/>
          </p:nvSpPr>
          <p:spPr>
            <a:xfrm>
              <a:off x="10313988" y="4757738"/>
              <a:ext cx="58738" cy="49213"/>
            </a:xfrm>
            <a:custGeom>
              <a:avLst/>
              <a:gdLst/>
              <a:ahLst/>
              <a:cxnLst/>
              <a:rect l="l" t="t" r="r" b="b"/>
              <a:pathLst>
                <a:path w="144" h="120" extrusionOk="0">
                  <a:moveTo>
                    <a:pt x="58" y="0"/>
                  </a:moveTo>
                  <a:cubicBezTo>
                    <a:pt x="44" y="0"/>
                    <a:pt x="0" y="43"/>
                    <a:pt x="15" y="57"/>
                  </a:cubicBezTo>
                  <a:cubicBezTo>
                    <a:pt x="29" y="64"/>
                    <a:pt x="36" y="120"/>
                    <a:pt x="36" y="120"/>
                  </a:cubicBezTo>
                  <a:cubicBezTo>
                    <a:pt x="36" y="120"/>
                    <a:pt x="72" y="120"/>
                    <a:pt x="108" y="106"/>
                  </a:cubicBezTo>
                  <a:cubicBezTo>
                    <a:pt x="144" y="99"/>
                    <a:pt x="144" y="92"/>
                    <a:pt x="130" y="78"/>
                  </a:cubicBezTo>
                  <a:cubicBezTo>
                    <a:pt x="116" y="64"/>
                    <a:pt x="58" y="0"/>
                    <a:pt x="58" y="0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6"/>
            <p:cNvSpPr/>
            <p:nvPr/>
          </p:nvSpPr>
          <p:spPr>
            <a:xfrm>
              <a:off x="10004426" y="4846638"/>
              <a:ext cx="130175" cy="71438"/>
            </a:xfrm>
            <a:custGeom>
              <a:avLst/>
              <a:gdLst/>
              <a:ahLst/>
              <a:cxnLst/>
              <a:rect l="l" t="t" r="r" b="b"/>
              <a:pathLst>
                <a:path w="316" h="172" extrusionOk="0">
                  <a:moveTo>
                    <a:pt x="72" y="151"/>
                  </a:moveTo>
                  <a:cubicBezTo>
                    <a:pt x="115" y="129"/>
                    <a:pt x="216" y="65"/>
                    <a:pt x="237" y="51"/>
                  </a:cubicBezTo>
                  <a:cubicBezTo>
                    <a:pt x="266" y="36"/>
                    <a:pt x="316" y="8"/>
                    <a:pt x="266" y="8"/>
                  </a:cubicBezTo>
                  <a:cubicBezTo>
                    <a:pt x="223" y="8"/>
                    <a:pt x="144" y="0"/>
                    <a:pt x="115" y="8"/>
                  </a:cubicBezTo>
                  <a:cubicBezTo>
                    <a:pt x="87" y="15"/>
                    <a:pt x="44" y="58"/>
                    <a:pt x="36" y="72"/>
                  </a:cubicBezTo>
                  <a:cubicBezTo>
                    <a:pt x="29" y="86"/>
                    <a:pt x="22" y="94"/>
                    <a:pt x="8" y="94"/>
                  </a:cubicBezTo>
                  <a:cubicBezTo>
                    <a:pt x="0" y="94"/>
                    <a:pt x="29" y="172"/>
                    <a:pt x="72" y="151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6"/>
            <p:cNvSpPr/>
            <p:nvPr/>
          </p:nvSpPr>
          <p:spPr>
            <a:xfrm>
              <a:off x="9858376" y="4873626"/>
              <a:ext cx="88900" cy="36513"/>
            </a:xfrm>
            <a:custGeom>
              <a:avLst/>
              <a:gdLst/>
              <a:ahLst/>
              <a:cxnLst/>
              <a:rect l="l" t="t" r="r" b="b"/>
              <a:pathLst>
                <a:path w="216" h="88" extrusionOk="0">
                  <a:moveTo>
                    <a:pt x="144" y="81"/>
                  </a:moveTo>
                  <a:cubicBezTo>
                    <a:pt x="94" y="88"/>
                    <a:pt x="0" y="30"/>
                    <a:pt x="0" y="30"/>
                  </a:cubicBezTo>
                  <a:cubicBezTo>
                    <a:pt x="0" y="30"/>
                    <a:pt x="44" y="0"/>
                    <a:pt x="65" y="8"/>
                  </a:cubicBezTo>
                  <a:cubicBezTo>
                    <a:pt x="87" y="22"/>
                    <a:pt x="216" y="74"/>
                    <a:pt x="144" y="81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6"/>
            <p:cNvSpPr/>
            <p:nvPr/>
          </p:nvSpPr>
          <p:spPr>
            <a:xfrm>
              <a:off x="9402763" y="4781551"/>
              <a:ext cx="593725" cy="90488"/>
            </a:xfrm>
            <a:custGeom>
              <a:avLst/>
              <a:gdLst/>
              <a:ahLst/>
              <a:cxnLst/>
              <a:rect l="l" t="t" r="r" b="b"/>
              <a:pathLst>
                <a:path w="1436" h="216" extrusionOk="0">
                  <a:moveTo>
                    <a:pt x="129" y="7"/>
                  </a:moveTo>
                  <a:cubicBezTo>
                    <a:pt x="65" y="35"/>
                    <a:pt x="0" y="77"/>
                    <a:pt x="36" y="91"/>
                  </a:cubicBezTo>
                  <a:cubicBezTo>
                    <a:pt x="65" y="105"/>
                    <a:pt x="122" y="147"/>
                    <a:pt x="193" y="140"/>
                  </a:cubicBezTo>
                  <a:cubicBezTo>
                    <a:pt x="272" y="140"/>
                    <a:pt x="286" y="161"/>
                    <a:pt x="393" y="161"/>
                  </a:cubicBezTo>
                  <a:cubicBezTo>
                    <a:pt x="501" y="154"/>
                    <a:pt x="551" y="175"/>
                    <a:pt x="572" y="175"/>
                  </a:cubicBezTo>
                  <a:cubicBezTo>
                    <a:pt x="593" y="175"/>
                    <a:pt x="586" y="196"/>
                    <a:pt x="658" y="196"/>
                  </a:cubicBezTo>
                  <a:cubicBezTo>
                    <a:pt x="722" y="203"/>
                    <a:pt x="801" y="196"/>
                    <a:pt x="836" y="196"/>
                  </a:cubicBezTo>
                  <a:cubicBezTo>
                    <a:pt x="872" y="196"/>
                    <a:pt x="879" y="203"/>
                    <a:pt x="929" y="210"/>
                  </a:cubicBezTo>
                  <a:cubicBezTo>
                    <a:pt x="979" y="216"/>
                    <a:pt x="901" y="203"/>
                    <a:pt x="1022" y="203"/>
                  </a:cubicBezTo>
                  <a:cubicBezTo>
                    <a:pt x="1136" y="210"/>
                    <a:pt x="1215" y="189"/>
                    <a:pt x="1265" y="196"/>
                  </a:cubicBezTo>
                  <a:cubicBezTo>
                    <a:pt x="1315" y="196"/>
                    <a:pt x="1329" y="203"/>
                    <a:pt x="1351" y="203"/>
                  </a:cubicBezTo>
                  <a:cubicBezTo>
                    <a:pt x="1365" y="203"/>
                    <a:pt x="1436" y="189"/>
                    <a:pt x="1429" y="175"/>
                  </a:cubicBezTo>
                  <a:cubicBezTo>
                    <a:pt x="1415" y="154"/>
                    <a:pt x="1265" y="203"/>
                    <a:pt x="1229" y="189"/>
                  </a:cubicBezTo>
                  <a:cubicBezTo>
                    <a:pt x="1201" y="175"/>
                    <a:pt x="1115" y="168"/>
                    <a:pt x="1094" y="168"/>
                  </a:cubicBezTo>
                  <a:cubicBezTo>
                    <a:pt x="1072" y="175"/>
                    <a:pt x="972" y="168"/>
                    <a:pt x="929" y="168"/>
                  </a:cubicBezTo>
                  <a:cubicBezTo>
                    <a:pt x="886" y="168"/>
                    <a:pt x="979" y="189"/>
                    <a:pt x="872" y="168"/>
                  </a:cubicBezTo>
                  <a:cubicBezTo>
                    <a:pt x="765" y="147"/>
                    <a:pt x="701" y="119"/>
                    <a:pt x="701" y="119"/>
                  </a:cubicBezTo>
                  <a:cubicBezTo>
                    <a:pt x="701" y="119"/>
                    <a:pt x="729" y="77"/>
                    <a:pt x="651" y="77"/>
                  </a:cubicBezTo>
                  <a:cubicBezTo>
                    <a:pt x="565" y="84"/>
                    <a:pt x="551" y="84"/>
                    <a:pt x="551" y="84"/>
                  </a:cubicBezTo>
                  <a:cubicBezTo>
                    <a:pt x="551" y="84"/>
                    <a:pt x="601" y="84"/>
                    <a:pt x="479" y="70"/>
                  </a:cubicBezTo>
                  <a:cubicBezTo>
                    <a:pt x="365" y="49"/>
                    <a:pt x="351" y="49"/>
                    <a:pt x="308" y="49"/>
                  </a:cubicBezTo>
                  <a:cubicBezTo>
                    <a:pt x="272" y="49"/>
                    <a:pt x="222" y="42"/>
                    <a:pt x="193" y="21"/>
                  </a:cubicBezTo>
                  <a:cubicBezTo>
                    <a:pt x="158" y="0"/>
                    <a:pt x="129" y="7"/>
                    <a:pt x="129" y="7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6"/>
            <p:cNvSpPr/>
            <p:nvPr/>
          </p:nvSpPr>
          <p:spPr>
            <a:xfrm>
              <a:off x="9040813" y="4476751"/>
              <a:ext cx="404813" cy="315913"/>
            </a:xfrm>
            <a:custGeom>
              <a:avLst/>
              <a:gdLst/>
              <a:ahLst/>
              <a:cxnLst/>
              <a:rect l="l" t="t" r="r" b="b"/>
              <a:pathLst>
                <a:path w="976" h="760" extrusionOk="0">
                  <a:moveTo>
                    <a:pt x="870" y="719"/>
                  </a:moveTo>
                  <a:cubicBezTo>
                    <a:pt x="862" y="719"/>
                    <a:pt x="798" y="698"/>
                    <a:pt x="720" y="656"/>
                  </a:cubicBezTo>
                  <a:cubicBezTo>
                    <a:pt x="642" y="607"/>
                    <a:pt x="620" y="621"/>
                    <a:pt x="563" y="565"/>
                  </a:cubicBezTo>
                  <a:cubicBezTo>
                    <a:pt x="499" y="509"/>
                    <a:pt x="421" y="384"/>
                    <a:pt x="364" y="328"/>
                  </a:cubicBezTo>
                  <a:cubicBezTo>
                    <a:pt x="307" y="279"/>
                    <a:pt x="335" y="307"/>
                    <a:pt x="193" y="210"/>
                  </a:cubicBezTo>
                  <a:cubicBezTo>
                    <a:pt x="50" y="112"/>
                    <a:pt x="0" y="28"/>
                    <a:pt x="0" y="28"/>
                  </a:cubicBezTo>
                  <a:cubicBezTo>
                    <a:pt x="0" y="28"/>
                    <a:pt x="136" y="0"/>
                    <a:pt x="164" y="7"/>
                  </a:cubicBezTo>
                  <a:cubicBezTo>
                    <a:pt x="193" y="21"/>
                    <a:pt x="221" y="77"/>
                    <a:pt x="371" y="168"/>
                  </a:cubicBezTo>
                  <a:cubicBezTo>
                    <a:pt x="513" y="258"/>
                    <a:pt x="798" y="405"/>
                    <a:pt x="834" y="461"/>
                  </a:cubicBezTo>
                  <a:cubicBezTo>
                    <a:pt x="870" y="516"/>
                    <a:pt x="848" y="572"/>
                    <a:pt x="877" y="607"/>
                  </a:cubicBezTo>
                  <a:cubicBezTo>
                    <a:pt x="905" y="642"/>
                    <a:pt x="976" y="760"/>
                    <a:pt x="870" y="719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6"/>
            <p:cNvSpPr/>
            <p:nvPr/>
          </p:nvSpPr>
          <p:spPr>
            <a:xfrm>
              <a:off x="8521701" y="4373563"/>
              <a:ext cx="125413" cy="98425"/>
            </a:xfrm>
            <a:custGeom>
              <a:avLst/>
              <a:gdLst/>
              <a:ahLst/>
              <a:cxnLst/>
              <a:rect l="l" t="t" r="r" b="b"/>
              <a:pathLst>
                <a:path w="300" h="240" extrusionOk="0">
                  <a:moveTo>
                    <a:pt x="79" y="0"/>
                  </a:moveTo>
                  <a:cubicBezTo>
                    <a:pt x="15" y="22"/>
                    <a:pt x="0" y="29"/>
                    <a:pt x="43" y="106"/>
                  </a:cubicBezTo>
                  <a:cubicBezTo>
                    <a:pt x="86" y="184"/>
                    <a:pt x="72" y="212"/>
                    <a:pt x="100" y="219"/>
                  </a:cubicBezTo>
                  <a:cubicBezTo>
                    <a:pt x="136" y="219"/>
                    <a:pt x="143" y="240"/>
                    <a:pt x="165" y="226"/>
                  </a:cubicBezTo>
                  <a:cubicBezTo>
                    <a:pt x="193" y="219"/>
                    <a:pt x="229" y="191"/>
                    <a:pt x="250" y="177"/>
                  </a:cubicBezTo>
                  <a:cubicBezTo>
                    <a:pt x="272" y="163"/>
                    <a:pt x="300" y="163"/>
                    <a:pt x="300" y="163"/>
                  </a:cubicBezTo>
                  <a:cubicBezTo>
                    <a:pt x="300" y="163"/>
                    <a:pt x="143" y="64"/>
                    <a:pt x="122" y="43"/>
                  </a:cubicBezTo>
                  <a:cubicBezTo>
                    <a:pt x="100" y="29"/>
                    <a:pt x="79" y="0"/>
                    <a:pt x="79" y="0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16"/>
            <p:cNvSpPr/>
            <p:nvPr/>
          </p:nvSpPr>
          <p:spPr>
            <a:xfrm>
              <a:off x="11728451" y="5830888"/>
              <a:ext cx="225425" cy="217488"/>
            </a:xfrm>
            <a:custGeom>
              <a:avLst/>
              <a:gdLst/>
              <a:ahLst/>
              <a:cxnLst/>
              <a:rect l="l" t="t" r="r" b="b"/>
              <a:pathLst>
                <a:path w="544" h="524" extrusionOk="0">
                  <a:moveTo>
                    <a:pt x="101" y="483"/>
                  </a:moveTo>
                  <a:cubicBezTo>
                    <a:pt x="158" y="490"/>
                    <a:pt x="208" y="524"/>
                    <a:pt x="265" y="517"/>
                  </a:cubicBezTo>
                  <a:cubicBezTo>
                    <a:pt x="330" y="517"/>
                    <a:pt x="437" y="448"/>
                    <a:pt x="408" y="434"/>
                  </a:cubicBezTo>
                  <a:cubicBezTo>
                    <a:pt x="387" y="420"/>
                    <a:pt x="373" y="406"/>
                    <a:pt x="408" y="336"/>
                  </a:cubicBezTo>
                  <a:cubicBezTo>
                    <a:pt x="437" y="266"/>
                    <a:pt x="516" y="266"/>
                    <a:pt x="509" y="231"/>
                  </a:cubicBezTo>
                  <a:cubicBezTo>
                    <a:pt x="502" y="196"/>
                    <a:pt x="516" y="168"/>
                    <a:pt x="516" y="140"/>
                  </a:cubicBezTo>
                  <a:cubicBezTo>
                    <a:pt x="509" y="105"/>
                    <a:pt x="544" y="91"/>
                    <a:pt x="494" y="63"/>
                  </a:cubicBezTo>
                  <a:cubicBezTo>
                    <a:pt x="451" y="35"/>
                    <a:pt x="366" y="0"/>
                    <a:pt x="366" y="0"/>
                  </a:cubicBezTo>
                  <a:cubicBezTo>
                    <a:pt x="366" y="0"/>
                    <a:pt x="344" y="0"/>
                    <a:pt x="358" y="70"/>
                  </a:cubicBezTo>
                  <a:cubicBezTo>
                    <a:pt x="373" y="140"/>
                    <a:pt x="423" y="203"/>
                    <a:pt x="337" y="210"/>
                  </a:cubicBezTo>
                  <a:cubicBezTo>
                    <a:pt x="251" y="210"/>
                    <a:pt x="244" y="245"/>
                    <a:pt x="194" y="266"/>
                  </a:cubicBezTo>
                  <a:cubicBezTo>
                    <a:pt x="144" y="280"/>
                    <a:pt x="222" y="315"/>
                    <a:pt x="144" y="336"/>
                  </a:cubicBezTo>
                  <a:cubicBezTo>
                    <a:pt x="58" y="357"/>
                    <a:pt x="0" y="427"/>
                    <a:pt x="8" y="455"/>
                  </a:cubicBezTo>
                  <a:cubicBezTo>
                    <a:pt x="15" y="476"/>
                    <a:pt x="101" y="483"/>
                    <a:pt x="101" y="483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16"/>
            <p:cNvSpPr/>
            <p:nvPr/>
          </p:nvSpPr>
          <p:spPr>
            <a:xfrm>
              <a:off x="11823701" y="5614988"/>
              <a:ext cx="254000" cy="241300"/>
            </a:xfrm>
            <a:custGeom>
              <a:avLst/>
              <a:gdLst/>
              <a:ahLst/>
              <a:cxnLst/>
              <a:rect l="l" t="t" r="r" b="b"/>
              <a:pathLst>
                <a:path w="612" h="584" extrusionOk="0">
                  <a:moveTo>
                    <a:pt x="406" y="557"/>
                  </a:moveTo>
                  <a:cubicBezTo>
                    <a:pt x="378" y="550"/>
                    <a:pt x="371" y="494"/>
                    <a:pt x="363" y="473"/>
                  </a:cubicBezTo>
                  <a:cubicBezTo>
                    <a:pt x="356" y="445"/>
                    <a:pt x="285" y="425"/>
                    <a:pt x="285" y="425"/>
                  </a:cubicBezTo>
                  <a:cubicBezTo>
                    <a:pt x="285" y="425"/>
                    <a:pt x="228" y="383"/>
                    <a:pt x="228" y="369"/>
                  </a:cubicBezTo>
                  <a:cubicBezTo>
                    <a:pt x="235" y="355"/>
                    <a:pt x="335" y="369"/>
                    <a:pt x="321" y="355"/>
                  </a:cubicBezTo>
                  <a:cubicBezTo>
                    <a:pt x="306" y="334"/>
                    <a:pt x="314" y="286"/>
                    <a:pt x="242" y="237"/>
                  </a:cubicBezTo>
                  <a:cubicBezTo>
                    <a:pt x="178" y="195"/>
                    <a:pt x="0" y="0"/>
                    <a:pt x="0" y="0"/>
                  </a:cubicBezTo>
                  <a:cubicBezTo>
                    <a:pt x="0" y="0"/>
                    <a:pt x="107" y="70"/>
                    <a:pt x="228" y="119"/>
                  </a:cubicBezTo>
                  <a:cubicBezTo>
                    <a:pt x="356" y="167"/>
                    <a:pt x="399" y="223"/>
                    <a:pt x="406" y="244"/>
                  </a:cubicBezTo>
                  <a:cubicBezTo>
                    <a:pt x="413" y="272"/>
                    <a:pt x="506" y="327"/>
                    <a:pt x="499" y="299"/>
                  </a:cubicBezTo>
                  <a:cubicBezTo>
                    <a:pt x="499" y="272"/>
                    <a:pt x="548" y="216"/>
                    <a:pt x="563" y="237"/>
                  </a:cubicBezTo>
                  <a:cubicBezTo>
                    <a:pt x="570" y="251"/>
                    <a:pt x="598" y="286"/>
                    <a:pt x="570" y="299"/>
                  </a:cubicBezTo>
                  <a:cubicBezTo>
                    <a:pt x="541" y="313"/>
                    <a:pt x="612" y="390"/>
                    <a:pt x="570" y="397"/>
                  </a:cubicBezTo>
                  <a:cubicBezTo>
                    <a:pt x="534" y="397"/>
                    <a:pt x="491" y="411"/>
                    <a:pt x="491" y="411"/>
                  </a:cubicBezTo>
                  <a:cubicBezTo>
                    <a:pt x="491" y="459"/>
                    <a:pt x="491" y="459"/>
                    <a:pt x="491" y="459"/>
                  </a:cubicBezTo>
                  <a:cubicBezTo>
                    <a:pt x="491" y="459"/>
                    <a:pt x="513" y="584"/>
                    <a:pt x="406" y="557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16"/>
            <p:cNvSpPr/>
            <p:nvPr/>
          </p:nvSpPr>
          <p:spPr>
            <a:xfrm>
              <a:off x="9779001" y="4914901"/>
              <a:ext cx="1376360" cy="877887"/>
            </a:xfrm>
            <a:custGeom>
              <a:avLst/>
              <a:gdLst/>
              <a:ahLst/>
              <a:cxnLst/>
              <a:rect l="l" t="t" r="r" b="b"/>
              <a:pathLst>
                <a:path w="3324" h="2120" extrusionOk="0">
                  <a:moveTo>
                    <a:pt x="1923" y="1757"/>
                  </a:moveTo>
                  <a:cubicBezTo>
                    <a:pt x="1852" y="1708"/>
                    <a:pt x="1888" y="1666"/>
                    <a:pt x="1816" y="1610"/>
                  </a:cubicBezTo>
                  <a:cubicBezTo>
                    <a:pt x="1745" y="1561"/>
                    <a:pt x="1880" y="1561"/>
                    <a:pt x="1695" y="1540"/>
                  </a:cubicBezTo>
                  <a:cubicBezTo>
                    <a:pt x="1509" y="1519"/>
                    <a:pt x="1509" y="1498"/>
                    <a:pt x="1509" y="1519"/>
                  </a:cubicBezTo>
                  <a:cubicBezTo>
                    <a:pt x="1509" y="1533"/>
                    <a:pt x="1223" y="1568"/>
                    <a:pt x="1201" y="1575"/>
                  </a:cubicBezTo>
                  <a:cubicBezTo>
                    <a:pt x="1173" y="1582"/>
                    <a:pt x="1123" y="1596"/>
                    <a:pt x="1044" y="1624"/>
                  </a:cubicBezTo>
                  <a:cubicBezTo>
                    <a:pt x="966" y="1645"/>
                    <a:pt x="994" y="1673"/>
                    <a:pt x="973" y="1687"/>
                  </a:cubicBezTo>
                  <a:cubicBezTo>
                    <a:pt x="944" y="1701"/>
                    <a:pt x="930" y="1722"/>
                    <a:pt x="901" y="1708"/>
                  </a:cubicBezTo>
                  <a:cubicBezTo>
                    <a:pt x="873" y="1694"/>
                    <a:pt x="851" y="1680"/>
                    <a:pt x="830" y="1680"/>
                  </a:cubicBezTo>
                  <a:cubicBezTo>
                    <a:pt x="808" y="1680"/>
                    <a:pt x="801" y="1708"/>
                    <a:pt x="758" y="1708"/>
                  </a:cubicBezTo>
                  <a:cubicBezTo>
                    <a:pt x="708" y="1708"/>
                    <a:pt x="701" y="1701"/>
                    <a:pt x="672" y="1715"/>
                  </a:cubicBezTo>
                  <a:cubicBezTo>
                    <a:pt x="644" y="1729"/>
                    <a:pt x="644" y="1750"/>
                    <a:pt x="630" y="1757"/>
                  </a:cubicBezTo>
                  <a:cubicBezTo>
                    <a:pt x="608" y="1757"/>
                    <a:pt x="622" y="1771"/>
                    <a:pt x="601" y="1778"/>
                  </a:cubicBezTo>
                  <a:cubicBezTo>
                    <a:pt x="572" y="1785"/>
                    <a:pt x="637" y="1799"/>
                    <a:pt x="551" y="1792"/>
                  </a:cubicBezTo>
                  <a:cubicBezTo>
                    <a:pt x="458" y="1785"/>
                    <a:pt x="515" y="1799"/>
                    <a:pt x="429" y="1778"/>
                  </a:cubicBezTo>
                  <a:cubicBezTo>
                    <a:pt x="336" y="1757"/>
                    <a:pt x="351" y="1757"/>
                    <a:pt x="322" y="1736"/>
                  </a:cubicBezTo>
                  <a:cubicBezTo>
                    <a:pt x="301" y="1715"/>
                    <a:pt x="286" y="1757"/>
                    <a:pt x="251" y="1694"/>
                  </a:cubicBezTo>
                  <a:cubicBezTo>
                    <a:pt x="208" y="1624"/>
                    <a:pt x="279" y="1638"/>
                    <a:pt x="272" y="1624"/>
                  </a:cubicBezTo>
                  <a:cubicBezTo>
                    <a:pt x="272" y="1610"/>
                    <a:pt x="244" y="1505"/>
                    <a:pt x="244" y="1505"/>
                  </a:cubicBezTo>
                  <a:cubicBezTo>
                    <a:pt x="244" y="1505"/>
                    <a:pt x="229" y="1428"/>
                    <a:pt x="193" y="1407"/>
                  </a:cubicBezTo>
                  <a:cubicBezTo>
                    <a:pt x="151" y="1379"/>
                    <a:pt x="165" y="1386"/>
                    <a:pt x="158" y="1344"/>
                  </a:cubicBezTo>
                  <a:cubicBezTo>
                    <a:pt x="158" y="1302"/>
                    <a:pt x="165" y="1309"/>
                    <a:pt x="101" y="1260"/>
                  </a:cubicBezTo>
                  <a:cubicBezTo>
                    <a:pt x="43" y="1218"/>
                    <a:pt x="43" y="1211"/>
                    <a:pt x="22" y="1176"/>
                  </a:cubicBezTo>
                  <a:cubicBezTo>
                    <a:pt x="0" y="1141"/>
                    <a:pt x="0" y="1099"/>
                    <a:pt x="0" y="1085"/>
                  </a:cubicBezTo>
                  <a:cubicBezTo>
                    <a:pt x="8" y="1064"/>
                    <a:pt x="0" y="1092"/>
                    <a:pt x="36" y="1071"/>
                  </a:cubicBezTo>
                  <a:cubicBezTo>
                    <a:pt x="72" y="1057"/>
                    <a:pt x="72" y="1029"/>
                    <a:pt x="36" y="1015"/>
                  </a:cubicBezTo>
                  <a:cubicBezTo>
                    <a:pt x="0" y="994"/>
                    <a:pt x="0" y="966"/>
                    <a:pt x="15" y="903"/>
                  </a:cubicBezTo>
                  <a:cubicBezTo>
                    <a:pt x="29" y="840"/>
                    <a:pt x="8" y="812"/>
                    <a:pt x="79" y="756"/>
                  </a:cubicBezTo>
                  <a:cubicBezTo>
                    <a:pt x="151" y="700"/>
                    <a:pt x="165" y="672"/>
                    <a:pt x="351" y="651"/>
                  </a:cubicBezTo>
                  <a:cubicBezTo>
                    <a:pt x="537" y="623"/>
                    <a:pt x="572" y="567"/>
                    <a:pt x="572" y="455"/>
                  </a:cubicBezTo>
                  <a:cubicBezTo>
                    <a:pt x="579" y="343"/>
                    <a:pt x="608" y="385"/>
                    <a:pt x="608" y="385"/>
                  </a:cubicBezTo>
                  <a:cubicBezTo>
                    <a:pt x="687" y="413"/>
                    <a:pt x="687" y="413"/>
                    <a:pt x="687" y="413"/>
                  </a:cubicBezTo>
                  <a:cubicBezTo>
                    <a:pt x="687" y="413"/>
                    <a:pt x="722" y="420"/>
                    <a:pt x="715" y="371"/>
                  </a:cubicBezTo>
                  <a:cubicBezTo>
                    <a:pt x="715" y="329"/>
                    <a:pt x="708" y="266"/>
                    <a:pt x="744" y="266"/>
                  </a:cubicBezTo>
                  <a:cubicBezTo>
                    <a:pt x="787" y="266"/>
                    <a:pt x="930" y="189"/>
                    <a:pt x="951" y="196"/>
                  </a:cubicBezTo>
                  <a:cubicBezTo>
                    <a:pt x="973" y="210"/>
                    <a:pt x="980" y="238"/>
                    <a:pt x="1037" y="287"/>
                  </a:cubicBezTo>
                  <a:cubicBezTo>
                    <a:pt x="1094" y="329"/>
                    <a:pt x="1073" y="259"/>
                    <a:pt x="1094" y="273"/>
                  </a:cubicBezTo>
                  <a:cubicBezTo>
                    <a:pt x="1108" y="287"/>
                    <a:pt x="1080" y="231"/>
                    <a:pt x="1087" y="210"/>
                  </a:cubicBezTo>
                  <a:cubicBezTo>
                    <a:pt x="1087" y="196"/>
                    <a:pt x="1123" y="147"/>
                    <a:pt x="1123" y="147"/>
                  </a:cubicBezTo>
                  <a:cubicBezTo>
                    <a:pt x="1187" y="112"/>
                    <a:pt x="1187" y="112"/>
                    <a:pt x="1187" y="112"/>
                  </a:cubicBezTo>
                  <a:cubicBezTo>
                    <a:pt x="1273" y="91"/>
                    <a:pt x="1273" y="91"/>
                    <a:pt x="1273" y="91"/>
                  </a:cubicBezTo>
                  <a:cubicBezTo>
                    <a:pt x="1273" y="91"/>
                    <a:pt x="1209" y="63"/>
                    <a:pt x="1223" y="42"/>
                  </a:cubicBezTo>
                  <a:cubicBezTo>
                    <a:pt x="1237" y="28"/>
                    <a:pt x="1244" y="35"/>
                    <a:pt x="1294" y="35"/>
                  </a:cubicBezTo>
                  <a:cubicBezTo>
                    <a:pt x="1344" y="35"/>
                    <a:pt x="1409" y="77"/>
                    <a:pt x="1430" y="77"/>
                  </a:cubicBezTo>
                  <a:cubicBezTo>
                    <a:pt x="1452" y="77"/>
                    <a:pt x="1595" y="91"/>
                    <a:pt x="1595" y="91"/>
                  </a:cubicBezTo>
                  <a:cubicBezTo>
                    <a:pt x="1645" y="112"/>
                    <a:pt x="1645" y="112"/>
                    <a:pt x="1645" y="112"/>
                  </a:cubicBezTo>
                  <a:cubicBezTo>
                    <a:pt x="1645" y="112"/>
                    <a:pt x="1645" y="252"/>
                    <a:pt x="1623" y="252"/>
                  </a:cubicBezTo>
                  <a:cubicBezTo>
                    <a:pt x="1609" y="252"/>
                    <a:pt x="1595" y="308"/>
                    <a:pt x="1673" y="329"/>
                  </a:cubicBezTo>
                  <a:cubicBezTo>
                    <a:pt x="1745" y="357"/>
                    <a:pt x="1780" y="378"/>
                    <a:pt x="1780" y="378"/>
                  </a:cubicBezTo>
                  <a:cubicBezTo>
                    <a:pt x="1902" y="448"/>
                    <a:pt x="1902" y="448"/>
                    <a:pt x="1902" y="448"/>
                  </a:cubicBezTo>
                  <a:cubicBezTo>
                    <a:pt x="1902" y="448"/>
                    <a:pt x="2081" y="504"/>
                    <a:pt x="2031" y="476"/>
                  </a:cubicBezTo>
                  <a:cubicBezTo>
                    <a:pt x="1981" y="455"/>
                    <a:pt x="2095" y="511"/>
                    <a:pt x="2074" y="413"/>
                  </a:cubicBezTo>
                  <a:cubicBezTo>
                    <a:pt x="2045" y="315"/>
                    <a:pt x="2059" y="259"/>
                    <a:pt x="2038" y="217"/>
                  </a:cubicBezTo>
                  <a:cubicBezTo>
                    <a:pt x="2023" y="182"/>
                    <a:pt x="2009" y="105"/>
                    <a:pt x="2016" y="84"/>
                  </a:cubicBezTo>
                  <a:cubicBezTo>
                    <a:pt x="2031" y="70"/>
                    <a:pt x="2031" y="56"/>
                    <a:pt x="2045" y="28"/>
                  </a:cubicBezTo>
                  <a:cubicBezTo>
                    <a:pt x="2059" y="7"/>
                    <a:pt x="2009" y="0"/>
                    <a:pt x="2059" y="7"/>
                  </a:cubicBezTo>
                  <a:cubicBezTo>
                    <a:pt x="2102" y="7"/>
                    <a:pt x="2131" y="42"/>
                    <a:pt x="2131" y="42"/>
                  </a:cubicBezTo>
                  <a:cubicBezTo>
                    <a:pt x="2131" y="42"/>
                    <a:pt x="2174" y="182"/>
                    <a:pt x="2216" y="203"/>
                  </a:cubicBezTo>
                  <a:cubicBezTo>
                    <a:pt x="2252" y="224"/>
                    <a:pt x="2324" y="245"/>
                    <a:pt x="2324" y="245"/>
                  </a:cubicBezTo>
                  <a:cubicBezTo>
                    <a:pt x="2324" y="245"/>
                    <a:pt x="2402" y="329"/>
                    <a:pt x="2409" y="357"/>
                  </a:cubicBezTo>
                  <a:cubicBezTo>
                    <a:pt x="2417" y="392"/>
                    <a:pt x="2524" y="420"/>
                    <a:pt x="2488" y="448"/>
                  </a:cubicBezTo>
                  <a:cubicBezTo>
                    <a:pt x="2460" y="483"/>
                    <a:pt x="2467" y="518"/>
                    <a:pt x="2488" y="525"/>
                  </a:cubicBezTo>
                  <a:cubicBezTo>
                    <a:pt x="2517" y="532"/>
                    <a:pt x="2581" y="581"/>
                    <a:pt x="2581" y="581"/>
                  </a:cubicBezTo>
                  <a:cubicBezTo>
                    <a:pt x="2581" y="581"/>
                    <a:pt x="2610" y="616"/>
                    <a:pt x="2660" y="637"/>
                  </a:cubicBezTo>
                  <a:cubicBezTo>
                    <a:pt x="2703" y="651"/>
                    <a:pt x="2731" y="707"/>
                    <a:pt x="2731" y="707"/>
                  </a:cubicBezTo>
                  <a:cubicBezTo>
                    <a:pt x="2903" y="826"/>
                    <a:pt x="2903" y="826"/>
                    <a:pt x="2903" y="826"/>
                  </a:cubicBezTo>
                  <a:cubicBezTo>
                    <a:pt x="2903" y="826"/>
                    <a:pt x="2803" y="819"/>
                    <a:pt x="2860" y="840"/>
                  </a:cubicBezTo>
                  <a:cubicBezTo>
                    <a:pt x="2917" y="868"/>
                    <a:pt x="3067" y="917"/>
                    <a:pt x="3074" y="931"/>
                  </a:cubicBezTo>
                  <a:cubicBezTo>
                    <a:pt x="3074" y="945"/>
                    <a:pt x="3189" y="1001"/>
                    <a:pt x="3203" y="1071"/>
                  </a:cubicBezTo>
                  <a:cubicBezTo>
                    <a:pt x="3217" y="1141"/>
                    <a:pt x="3274" y="1260"/>
                    <a:pt x="3260" y="1323"/>
                  </a:cubicBezTo>
                  <a:cubicBezTo>
                    <a:pt x="3246" y="1379"/>
                    <a:pt x="3274" y="1470"/>
                    <a:pt x="3289" y="1498"/>
                  </a:cubicBezTo>
                  <a:cubicBezTo>
                    <a:pt x="3303" y="1526"/>
                    <a:pt x="3324" y="1568"/>
                    <a:pt x="3260" y="1596"/>
                  </a:cubicBezTo>
                  <a:cubicBezTo>
                    <a:pt x="3196" y="1631"/>
                    <a:pt x="3210" y="1694"/>
                    <a:pt x="3182" y="1729"/>
                  </a:cubicBezTo>
                  <a:cubicBezTo>
                    <a:pt x="3153" y="1764"/>
                    <a:pt x="3196" y="1848"/>
                    <a:pt x="3174" y="1855"/>
                  </a:cubicBezTo>
                  <a:cubicBezTo>
                    <a:pt x="3146" y="1855"/>
                    <a:pt x="3224" y="1939"/>
                    <a:pt x="3167" y="1953"/>
                  </a:cubicBezTo>
                  <a:cubicBezTo>
                    <a:pt x="3110" y="1960"/>
                    <a:pt x="3003" y="1967"/>
                    <a:pt x="3003" y="1967"/>
                  </a:cubicBezTo>
                  <a:cubicBezTo>
                    <a:pt x="3003" y="1967"/>
                    <a:pt x="2996" y="2002"/>
                    <a:pt x="2981" y="2030"/>
                  </a:cubicBezTo>
                  <a:cubicBezTo>
                    <a:pt x="2967" y="2057"/>
                    <a:pt x="3003" y="2078"/>
                    <a:pt x="2931" y="2071"/>
                  </a:cubicBezTo>
                  <a:cubicBezTo>
                    <a:pt x="2867" y="2071"/>
                    <a:pt x="2831" y="2120"/>
                    <a:pt x="2824" y="2044"/>
                  </a:cubicBezTo>
                  <a:cubicBezTo>
                    <a:pt x="2817" y="1974"/>
                    <a:pt x="2831" y="1960"/>
                    <a:pt x="2795" y="1981"/>
                  </a:cubicBezTo>
                  <a:cubicBezTo>
                    <a:pt x="2760" y="2002"/>
                    <a:pt x="2695" y="2016"/>
                    <a:pt x="2688" y="2037"/>
                  </a:cubicBezTo>
                  <a:cubicBezTo>
                    <a:pt x="2681" y="2057"/>
                    <a:pt x="2703" y="2085"/>
                    <a:pt x="2667" y="2085"/>
                  </a:cubicBezTo>
                  <a:cubicBezTo>
                    <a:pt x="2638" y="2092"/>
                    <a:pt x="2560" y="2071"/>
                    <a:pt x="2502" y="2037"/>
                  </a:cubicBezTo>
                  <a:cubicBezTo>
                    <a:pt x="2438" y="2002"/>
                    <a:pt x="2524" y="2057"/>
                    <a:pt x="2438" y="2002"/>
                  </a:cubicBezTo>
                  <a:cubicBezTo>
                    <a:pt x="2352" y="1953"/>
                    <a:pt x="2302" y="1883"/>
                    <a:pt x="2302" y="1869"/>
                  </a:cubicBezTo>
                  <a:cubicBezTo>
                    <a:pt x="2309" y="1848"/>
                    <a:pt x="2374" y="1862"/>
                    <a:pt x="2317" y="1813"/>
                  </a:cubicBezTo>
                  <a:cubicBezTo>
                    <a:pt x="2259" y="1757"/>
                    <a:pt x="2224" y="1841"/>
                    <a:pt x="2188" y="1827"/>
                  </a:cubicBezTo>
                  <a:cubicBezTo>
                    <a:pt x="2152" y="1813"/>
                    <a:pt x="2166" y="1848"/>
                    <a:pt x="2116" y="1813"/>
                  </a:cubicBezTo>
                  <a:cubicBezTo>
                    <a:pt x="2074" y="1785"/>
                    <a:pt x="2045" y="1757"/>
                    <a:pt x="2045" y="1757"/>
                  </a:cubicBezTo>
                  <a:lnTo>
                    <a:pt x="1923" y="1757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16"/>
            <p:cNvSpPr/>
            <p:nvPr/>
          </p:nvSpPr>
          <p:spPr>
            <a:xfrm>
              <a:off x="10912476" y="5830888"/>
              <a:ext cx="180975" cy="111125"/>
            </a:xfrm>
            <a:custGeom>
              <a:avLst/>
              <a:gdLst/>
              <a:ahLst/>
              <a:cxnLst/>
              <a:rect l="l" t="t" r="r" b="b"/>
              <a:pathLst>
                <a:path w="440" h="268" extrusionOk="0">
                  <a:moveTo>
                    <a:pt x="263" y="76"/>
                  </a:moveTo>
                  <a:cubicBezTo>
                    <a:pt x="135" y="55"/>
                    <a:pt x="135" y="21"/>
                    <a:pt x="64" y="21"/>
                  </a:cubicBezTo>
                  <a:cubicBezTo>
                    <a:pt x="0" y="21"/>
                    <a:pt x="50" y="97"/>
                    <a:pt x="93" y="117"/>
                  </a:cubicBezTo>
                  <a:cubicBezTo>
                    <a:pt x="142" y="138"/>
                    <a:pt x="142" y="145"/>
                    <a:pt x="178" y="186"/>
                  </a:cubicBezTo>
                  <a:cubicBezTo>
                    <a:pt x="213" y="227"/>
                    <a:pt x="178" y="262"/>
                    <a:pt x="256" y="262"/>
                  </a:cubicBezTo>
                  <a:cubicBezTo>
                    <a:pt x="341" y="268"/>
                    <a:pt x="384" y="234"/>
                    <a:pt x="391" y="213"/>
                  </a:cubicBezTo>
                  <a:cubicBezTo>
                    <a:pt x="398" y="193"/>
                    <a:pt x="440" y="124"/>
                    <a:pt x="405" y="76"/>
                  </a:cubicBezTo>
                  <a:cubicBezTo>
                    <a:pt x="362" y="35"/>
                    <a:pt x="384" y="0"/>
                    <a:pt x="348" y="14"/>
                  </a:cubicBezTo>
                  <a:cubicBezTo>
                    <a:pt x="313" y="28"/>
                    <a:pt x="263" y="76"/>
                    <a:pt x="263" y="76"/>
                  </a:cubicBezTo>
                </a:path>
              </a:pathLst>
            </a:cu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 type="titleOnly">
  <p:cSld name="TITLE_ONLY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"/>
          <p:cNvSpPr/>
          <p:nvPr/>
        </p:nvSpPr>
        <p:spPr>
          <a:xfrm>
            <a:off x="18510" y="-17755"/>
            <a:ext cx="9144000" cy="4917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15900" marR="0" lvl="0" indent="-1397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None/>
            </a:pPr>
            <a:endParaRPr sz="1100" b="1" i="0" u="none" strike="noStrike" cap="none">
              <a:solidFill>
                <a:srgbClr val="C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241" name="Google Shape;241;p17"/>
          <p:cNvSpPr txBox="1">
            <a:spLocks noGrp="1"/>
          </p:cNvSpPr>
          <p:nvPr>
            <p:ph type="title"/>
          </p:nvPr>
        </p:nvSpPr>
        <p:spPr>
          <a:xfrm>
            <a:off x="251520" y="54006"/>
            <a:ext cx="4050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eiryo"/>
              <a:buNone/>
              <a:defRPr sz="21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2" name="Google Shape;242;p17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3" name="Google Shape;243;p17"/>
          <p:cNvSpPr/>
          <p:nvPr/>
        </p:nvSpPr>
        <p:spPr>
          <a:xfrm>
            <a:off x="-8985" y="-20538"/>
            <a:ext cx="213300" cy="494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15900" marR="0" lvl="0" indent="-1397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None/>
            </a:pPr>
            <a:endParaRPr sz="1100" b="1" i="0" u="none" strike="noStrike" cap="none">
              <a:solidFill>
                <a:srgbClr val="C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grpSp>
        <p:nvGrpSpPr>
          <p:cNvPr id="244" name="Google Shape;244;p17"/>
          <p:cNvGrpSpPr/>
          <p:nvPr/>
        </p:nvGrpSpPr>
        <p:grpSpPr>
          <a:xfrm>
            <a:off x="7609005" y="71848"/>
            <a:ext cx="1566675" cy="408119"/>
            <a:chOff x="10119940" y="83097"/>
            <a:chExt cx="2088900" cy="544159"/>
          </a:xfrm>
        </p:grpSpPr>
        <p:pic>
          <p:nvPicPr>
            <p:cNvPr id="245" name="Google Shape;245;p17"/>
            <p:cNvPicPr preferRelativeResize="0"/>
            <p:nvPr/>
          </p:nvPicPr>
          <p:blipFill rotWithShape="1">
            <a:blip r:embed="rId2">
              <a:alphaModFix/>
            </a:blip>
            <a:srcRect r="-3370"/>
            <a:stretch/>
          </p:blipFill>
          <p:spPr>
            <a:xfrm>
              <a:off x="10520550" y="83097"/>
              <a:ext cx="1598722" cy="3077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6" name="Google Shape;246;p17"/>
            <p:cNvSpPr txBox="1"/>
            <p:nvPr/>
          </p:nvSpPr>
          <p:spPr>
            <a:xfrm>
              <a:off x="10119940" y="370756"/>
              <a:ext cx="20889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ja" sz="800" b="0" i="0" u="none" strike="noStrike" cap="none">
                  <a:solidFill>
                    <a:schemeClr val="lt1"/>
                  </a:solidFill>
                  <a:latin typeface="Meiryo"/>
                  <a:ea typeface="Meiryo"/>
                  <a:cs typeface="Meiryo"/>
                  <a:sym typeface="Meiryo"/>
                </a:rPr>
                <a:t>品質・誠実・革新・努力</a:t>
              </a:r>
              <a:endParaRPr sz="80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目录">
  <p:cSld name="目录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8"/>
          <p:cNvSpPr/>
          <p:nvPr/>
        </p:nvSpPr>
        <p:spPr>
          <a:xfrm>
            <a:off x="-8985" y="-20538"/>
            <a:ext cx="213300" cy="494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15900" marR="0" lvl="0" indent="-1397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None/>
            </a:pPr>
            <a:endParaRPr sz="1100" b="1" i="0" u="none" strike="noStrike" cap="none">
              <a:solidFill>
                <a:srgbClr val="C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grpSp>
        <p:nvGrpSpPr>
          <p:cNvPr id="249" name="Google Shape;249;p18"/>
          <p:cNvGrpSpPr/>
          <p:nvPr/>
        </p:nvGrpSpPr>
        <p:grpSpPr>
          <a:xfrm>
            <a:off x="7609005" y="71848"/>
            <a:ext cx="1566675" cy="408119"/>
            <a:chOff x="10119940" y="83097"/>
            <a:chExt cx="2088900" cy="544159"/>
          </a:xfrm>
        </p:grpSpPr>
        <p:pic>
          <p:nvPicPr>
            <p:cNvPr id="250" name="Google Shape;250;p18"/>
            <p:cNvPicPr preferRelativeResize="0"/>
            <p:nvPr/>
          </p:nvPicPr>
          <p:blipFill rotWithShape="1">
            <a:blip r:embed="rId2">
              <a:alphaModFix/>
            </a:blip>
            <a:srcRect r="-3370"/>
            <a:stretch/>
          </p:blipFill>
          <p:spPr>
            <a:xfrm>
              <a:off x="10520550" y="83097"/>
              <a:ext cx="1598722" cy="3077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1" name="Google Shape;251;p18"/>
            <p:cNvSpPr txBox="1"/>
            <p:nvPr/>
          </p:nvSpPr>
          <p:spPr>
            <a:xfrm>
              <a:off x="10119940" y="370756"/>
              <a:ext cx="20889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ja" sz="800" b="0" i="0" u="none" strike="noStrike" cap="none">
                  <a:solidFill>
                    <a:schemeClr val="lt1"/>
                  </a:solidFill>
                  <a:latin typeface="Meiryo"/>
                  <a:ea typeface="Meiryo"/>
                  <a:cs typeface="Meiryo"/>
                  <a:sym typeface="Meiryo"/>
                </a:rPr>
                <a:t>品質・誠実・革新・努力</a:t>
              </a:r>
              <a:endParaRPr sz="80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sp>
        <p:nvSpPr>
          <p:cNvPr id="252" name="Google Shape;252;p18"/>
          <p:cNvSpPr txBox="1">
            <a:spLocks noGrp="1"/>
          </p:cNvSpPr>
          <p:nvPr>
            <p:ph type="title"/>
          </p:nvPr>
        </p:nvSpPr>
        <p:spPr>
          <a:xfrm>
            <a:off x="204374" y="0"/>
            <a:ext cx="75540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eiryo"/>
              <a:buNone/>
              <a:defRPr sz="21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正文">
  <p:cSld name="正文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9"/>
          <p:cNvSpPr txBox="1">
            <a:spLocks noGrp="1"/>
          </p:cNvSpPr>
          <p:nvPr>
            <p:ph type="title"/>
          </p:nvPr>
        </p:nvSpPr>
        <p:spPr>
          <a:xfrm>
            <a:off x="2573" y="0"/>
            <a:ext cx="64806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eiryo"/>
              <a:buNone/>
              <a:defRPr sz="21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自定义版式">
  <p:cSld name="自定义版式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21" Type="http://schemas.openxmlformats.org/officeDocument/2006/relationships/image" Target="../media/image21.png"/><Relationship Id="rId34" Type="http://schemas.openxmlformats.org/officeDocument/2006/relationships/image" Target="../media/image34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33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32" Type="http://schemas.openxmlformats.org/officeDocument/2006/relationships/image" Target="../media/image32.png"/><Relationship Id="rId37" Type="http://schemas.openxmlformats.org/officeDocument/2006/relationships/image" Target="../media/image37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36" Type="http://schemas.openxmlformats.org/officeDocument/2006/relationships/image" Target="../media/image36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31" Type="http://schemas.openxmlformats.org/officeDocument/2006/relationships/image" Target="../media/image31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Relationship Id="rId30" Type="http://schemas.openxmlformats.org/officeDocument/2006/relationships/image" Target="../media/image30.png"/><Relationship Id="rId35" Type="http://schemas.openxmlformats.org/officeDocument/2006/relationships/image" Target="../media/image35.png"/><Relationship Id="rId8" Type="http://schemas.openxmlformats.org/officeDocument/2006/relationships/image" Target="../media/image8.png"/><Relationship Id="rId3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ja" sz="1800"/>
              <a:t>2026/8/15</a:t>
            </a:r>
            <a:endParaRPr sz="1800"/>
          </a:p>
          <a:p>
            <a:pPr marL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ja" sz="1800"/>
              <a:t>㈱トヨテック</a:t>
            </a:r>
            <a:endParaRPr sz="1800"/>
          </a:p>
        </p:txBody>
      </p:sp>
      <p:sp>
        <p:nvSpPr>
          <p:cNvPr id="262" name="Google Shape;262;p21"/>
          <p:cNvSpPr txBox="1"/>
          <p:nvPr/>
        </p:nvSpPr>
        <p:spPr>
          <a:xfrm>
            <a:off x="672816" y="1769479"/>
            <a:ext cx="7791900" cy="11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ja" sz="2400" b="1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Valuesデータソース連携</a:t>
            </a:r>
            <a:endParaRPr sz="2400" b="1" i="0" u="none" strike="noStrike" cap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"/>
          <p:cNvSpPr txBox="1"/>
          <p:nvPr/>
        </p:nvSpPr>
        <p:spPr>
          <a:xfrm>
            <a:off x="625236" y="996921"/>
            <a:ext cx="7996200" cy="3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ja" sz="1600" b="1" dirty="0">
                <a:solidFill>
                  <a:schemeClr val="dk1"/>
                </a:solidFill>
              </a:rPr>
              <a:t>▼目的</a:t>
            </a:r>
            <a:endParaRPr sz="1600" b="1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ja" sz="1600" b="1" dirty="0">
                <a:solidFill>
                  <a:schemeClr val="dk1"/>
                </a:solidFill>
              </a:rPr>
              <a:t>　</a:t>
            </a:r>
            <a:r>
              <a:rPr lang="ja" sz="1200" b="1" dirty="0">
                <a:solidFill>
                  <a:schemeClr val="dk1"/>
                </a:solidFill>
              </a:rPr>
              <a:t>【定性】</a:t>
            </a:r>
            <a:endParaRPr sz="1200" b="1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ja" dirty="0">
                <a:solidFill>
                  <a:schemeClr val="dk1"/>
                </a:solidFill>
              </a:rPr>
              <a:t>　　・中古車領域で、ヴァリュース（GCP）に蓄積されているデータを</a:t>
            </a:r>
            <a:endParaRPr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ja" dirty="0">
                <a:solidFill>
                  <a:schemeClr val="dk1"/>
                </a:solidFill>
              </a:rPr>
              <a:t>　　「データ活用基盤」連携し、U-SLIMで検索を中心とした利用ができる状態。</a:t>
            </a:r>
            <a:endParaRPr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ja" sz="1200" dirty="0">
                <a:solidFill>
                  <a:schemeClr val="dk1"/>
                </a:solidFill>
              </a:rPr>
              <a:t>　 </a:t>
            </a:r>
            <a:r>
              <a:rPr lang="ja" sz="1200" b="1" dirty="0">
                <a:solidFill>
                  <a:schemeClr val="dk1"/>
                </a:solidFill>
              </a:rPr>
              <a:t>【定量】</a:t>
            </a:r>
            <a:endParaRPr sz="1200" b="1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ja" sz="1200" b="1" dirty="0">
                <a:solidFill>
                  <a:schemeClr val="dk1"/>
                </a:solidFill>
              </a:rPr>
              <a:t>        ・（リリース想定日）</a:t>
            </a:r>
            <a:endParaRPr sz="1200" b="1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600" b="1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ja" sz="1600" b="1" dirty="0">
                <a:solidFill>
                  <a:schemeClr val="dk1"/>
                </a:solidFill>
              </a:rPr>
              <a:t>▼阻害要因</a:t>
            </a:r>
            <a:endParaRPr sz="1600" b="1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ja" sz="1600" b="1" dirty="0">
                <a:solidFill>
                  <a:schemeClr val="dk1"/>
                </a:solidFill>
              </a:rPr>
              <a:t>  </a:t>
            </a:r>
            <a:r>
              <a:rPr lang="ja" sz="1200" b="1" dirty="0">
                <a:solidFill>
                  <a:schemeClr val="dk1"/>
                </a:solidFill>
              </a:rPr>
              <a:t>  </a:t>
            </a:r>
            <a:r>
              <a:rPr lang="ja" sz="1200" dirty="0">
                <a:solidFill>
                  <a:schemeClr val="dk1"/>
                </a:solidFill>
              </a:rPr>
              <a:t>①データソース連携先の構成が複雑。特にTMCアカウントのGAにデータ蓄積してあり、</a:t>
            </a:r>
            <a:endParaRPr sz="1200" dirty="0">
              <a:solidFill>
                <a:schemeClr val="dk1"/>
              </a:solidFill>
            </a:endParaRPr>
          </a:p>
          <a:p>
            <a:pPr>
              <a:buSzPts val="2400"/>
            </a:pPr>
            <a:r>
              <a:rPr lang="ja" sz="1200" dirty="0">
                <a:solidFill>
                  <a:schemeClr val="dk1"/>
                </a:solidFill>
              </a:rPr>
              <a:t>　  　更新スピードが遅いことからさらに、ヴァリュースのアカウントで</a:t>
            </a:r>
          </a:p>
          <a:p>
            <a:pPr>
              <a:buSzPts val="2400"/>
            </a:pPr>
            <a:r>
              <a:rPr lang="ja" sz="1200" dirty="0">
                <a:solidFill>
                  <a:schemeClr val="dk1"/>
                </a:solidFill>
              </a:rPr>
              <a:t>　　  手組みしたGCPにデータを蓄積している。</a:t>
            </a:r>
            <a:endParaRPr sz="1200" dirty="0">
              <a:solidFill>
                <a:schemeClr val="dk1"/>
              </a:solidFill>
            </a:endParaRPr>
          </a:p>
          <a:p>
            <a:pPr>
              <a:buSzPts val="2400"/>
            </a:pPr>
            <a:endParaRPr lang="ja" altLang="en-US"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ja" sz="1200" b="1" dirty="0">
                <a:solidFill>
                  <a:schemeClr val="dk1"/>
                </a:solidFill>
              </a:rPr>
              <a:t>     </a:t>
            </a:r>
            <a:r>
              <a:rPr lang="ja" sz="1200" dirty="0">
                <a:solidFill>
                  <a:schemeClr val="dk1"/>
                </a:solidFill>
              </a:rPr>
              <a:t>②上記に伴い、他社（ヴァリュース）のアカウントからの連携になるので、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ja" sz="1200" dirty="0">
                <a:solidFill>
                  <a:schemeClr val="dk1"/>
                </a:solidFill>
              </a:rPr>
              <a:t>　 　セキュリティ審査のハードルがやや高い（暫定だと問題なので、本当にヴァリュースを元にするか）</a:t>
            </a:r>
            <a:endParaRPr sz="12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800" b="1" dirty="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800" b="1" dirty="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800" b="1" dirty="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800" b="1" dirty="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9" name="Google Shape;269;p22"/>
          <p:cNvSpPr txBox="1"/>
          <p:nvPr/>
        </p:nvSpPr>
        <p:spPr>
          <a:xfrm>
            <a:off x="457200" y="259765"/>
            <a:ext cx="8380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943"/>
              </a:buClr>
              <a:buSzPts val="2200"/>
              <a:buFont typeface="Zen Kaku Gothic New"/>
              <a:buNone/>
            </a:pPr>
            <a:r>
              <a:rPr lang="ja" sz="2200" b="1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1.プロジェクト概要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3"/>
          <p:cNvSpPr txBox="1"/>
          <p:nvPr/>
        </p:nvSpPr>
        <p:spPr>
          <a:xfrm>
            <a:off x="457200" y="259765"/>
            <a:ext cx="8380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943"/>
              </a:buClr>
              <a:buSzPts val="2200"/>
              <a:buFont typeface="Zen Kaku Gothic New"/>
              <a:buNone/>
            </a:pPr>
            <a:r>
              <a:rPr lang="ja" sz="2200" b="1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2.先方から受領した構成図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" name="Google Shape;276;p23" title="画像 (2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763" y="797004"/>
            <a:ext cx="7122469" cy="406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oogle Shape;282;p24"/>
          <p:cNvGrpSpPr/>
          <p:nvPr/>
        </p:nvGrpSpPr>
        <p:grpSpPr>
          <a:xfrm>
            <a:off x="129204" y="598463"/>
            <a:ext cx="715939" cy="4091400"/>
            <a:chOff x="172275" y="797950"/>
            <a:chExt cx="1047000" cy="5455200"/>
          </a:xfrm>
        </p:grpSpPr>
        <p:sp>
          <p:nvSpPr>
            <p:cNvPr id="283" name="Google Shape;283;p24"/>
            <p:cNvSpPr/>
            <p:nvPr/>
          </p:nvSpPr>
          <p:spPr>
            <a:xfrm>
              <a:off x="172275" y="797950"/>
              <a:ext cx="1047000" cy="54552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69025" tIns="34500" rIns="69025" bIns="345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endParaRPr sz="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4"/>
            <p:cNvSpPr/>
            <p:nvPr/>
          </p:nvSpPr>
          <p:spPr>
            <a:xfrm>
              <a:off x="265461" y="1054525"/>
              <a:ext cx="872700" cy="1758300"/>
            </a:xfrm>
            <a:prstGeom prst="roundRect">
              <a:avLst>
                <a:gd name="adj" fmla="val 1698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69025" tIns="34500" rIns="69025" bIns="345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4"/>
            <p:cNvSpPr txBox="1"/>
            <p:nvPr/>
          </p:nvSpPr>
          <p:spPr>
            <a:xfrm>
              <a:off x="302754" y="854454"/>
              <a:ext cx="791700" cy="14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ja" sz="7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データ流入元</a:t>
              </a:r>
              <a:endParaRPr sz="7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4"/>
            <p:cNvSpPr/>
            <p:nvPr/>
          </p:nvSpPr>
          <p:spPr>
            <a:xfrm>
              <a:off x="265461" y="3135774"/>
              <a:ext cx="868800" cy="1102500"/>
            </a:xfrm>
            <a:prstGeom prst="roundRect">
              <a:avLst>
                <a:gd name="adj" fmla="val 4602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69025" tIns="34500" rIns="69025" bIns="345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4"/>
            <p:cNvSpPr txBox="1"/>
            <p:nvPr/>
          </p:nvSpPr>
          <p:spPr>
            <a:xfrm>
              <a:off x="359525" y="1267611"/>
              <a:ext cx="600300" cy="10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lang="ja" sz="5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ai21</a:t>
              </a:r>
              <a:endParaRPr sz="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24"/>
            <p:cNvSpPr/>
            <p:nvPr/>
          </p:nvSpPr>
          <p:spPr>
            <a:xfrm>
              <a:off x="381875" y="3820718"/>
              <a:ext cx="636000" cy="172200"/>
            </a:xfrm>
            <a:prstGeom prst="roundRect">
              <a:avLst>
                <a:gd name="adj" fmla="val 9249"/>
              </a:avLst>
            </a:prstGeom>
            <a:solidFill>
              <a:srgbClr val="FFFFFF"/>
            </a:solidFill>
            <a:ln w="14375" cap="flat" cmpd="sng">
              <a:solidFill>
                <a:srgbClr val="9FC5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9025" tIns="34500" rIns="69025" bIns="345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lang="ja" sz="600" b="1" i="0" u="none" strike="noStrike" cap="non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CDP(p)</a:t>
              </a:r>
              <a:endParaRPr sz="6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24"/>
            <p:cNvSpPr/>
            <p:nvPr/>
          </p:nvSpPr>
          <p:spPr>
            <a:xfrm>
              <a:off x="381714" y="1826130"/>
              <a:ext cx="640200" cy="139500"/>
            </a:xfrm>
            <a:prstGeom prst="roundRect">
              <a:avLst>
                <a:gd name="adj" fmla="val 9249"/>
              </a:avLst>
            </a:prstGeom>
            <a:solidFill>
              <a:srgbClr val="FFFFFF"/>
            </a:solidFill>
            <a:ln w="14375" cap="flat" cmpd="sng">
              <a:solidFill>
                <a:srgbClr val="A4C2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34500" rIns="0" bIns="345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ja" sz="500" b="1" i="0" u="none" strike="noStrike" cap="non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Object Storage</a:t>
              </a:r>
              <a:endParaRPr sz="5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0" name="Google Shape;290;p24"/>
            <p:cNvGrpSpPr/>
            <p:nvPr/>
          </p:nvGrpSpPr>
          <p:grpSpPr>
            <a:xfrm>
              <a:off x="381875" y="3588379"/>
              <a:ext cx="636000" cy="198900"/>
              <a:chOff x="359600" y="3518250"/>
              <a:chExt cx="636000" cy="198900"/>
            </a:xfrm>
          </p:grpSpPr>
          <p:sp>
            <p:nvSpPr>
              <p:cNvPr id="291" name="Google Shape;291;p24"/>
              <p:cNvSpPr/>
              <p:nvPr/>
            </p:nvSpPr>
            <p:spPr>
              <a:xfrm>
                <a:off x="359600" y="3518250"/>
                <a:ext cx="636000" cy="198900"/>
              </a:xfrm>
              <a:prstGeom prst="roundRect">
                <a:avLst>
                  <a:gd name="adj" fmla="val 9249"/>
                </a:avLst>
              </a:prstGeom>
              <a:solidFill>
                <a:srgbClr val="FFFFFF"/>
              </a:solidFill>
              <a:ln w="14375" cap="flat" cmpd="sng">
                <a:solidFill>
                  <a:srgbClr val="9FC5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9025" tIns="34500" rIns="69025" bIns="34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92" name="Google Shape;292;p2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425681" y="3531587"/>
                <a:ext cx="503838" cy="1722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93" name="Google Shape;293;p24"/>
            <p:cNvGrpSpPr/>
            <p:nvPr/>
          </p:nvGrpSpPr>
          <p:grpSpPr>
            <a:xfrm>
              <a:off x="381875" y="3352176"/>
              <a:ext cx="636000" cy="198900"/>
              <a:chOff x="1097875" y="3547238"/>
              <a:chExt cx="636000" cy="198900"/>
            </a:xfrm>
          </p:grpSpPr>
          <p:sp>
            <p:nvSpPr>
              <p:cNvPr id="294" name="Google Shape;294;p24"/>
              <p:cNvSpPr/>
              <p:nvPr/>
            </p:nvSpPr>
            <p:spPr>
              <a:xfrm>
                <a:off x="1097875" y="3547238"/>
                <a:ext cx="636000" cy="198900"/>
              </a:xfrm>
              <a:prstGeom prst="roundRect">
                <a:avLst>
                  <a:gd name="adj" fmla="val 9249"/>
                </a:avLst>
              </a:prstGeom>
              <a:solidFill>
                <a:srgbClr val="FFFFFF"/>
              </a:solidFill>
              <a:ln w="14375" cap="flat" cmpd="sng">
                <a:solidFill>
                  <a:srgbClr val="9FC5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9025" tIns="34500" rIns="69025" bIns="34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95" name="Google Shape;295;p24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1134622" y="3593747"/>
                <a:ext cx="566400" cy="9440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96" name="Google Shape;296;p24"/>
            <p:cNvGrpSpPr/>
            <p:nvPr/>
          </p:nvGrpSpPr>
          <p:grpSpPr>
            <a:xfrm>
              <a:off x="383812" y="1412100"/>
              <a:ext cx="636000" cy="367800"/>
              <a:chOff x="372862" y="1253413"/>
              <a:chExt cx="636000" cy="367800"/>
            </a:xfrm>
          </p:grpSpPr>
          <p:sp>
            <p:nvSpPr>
              <p:cNvPr id="297" name="Google Shape;297;p24"/>
              <p:cNvSpPr/>
              <p:nvPr/>
            </p:nvSpPr>
            <p:spPr>
              <a:xfrm>
                <a:off x="372862" y="1253413"/>
                <a:ext cx="636000" cy="367800"/>
              </a:xfrm>
              <a:prstGeom prst="roundRect">
                <a:avLst>
                  <a:gd name="adj" fmla="val 5942"/>
                </a:avLst>
              </a:prstGeom>
              <a:noFill/>
              <a:ln w="21600" cap="flat" cmpd="sng">
                <a:solidFill>
                  <a:srgbClr val="B6D7A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9025" tIns="69025" rIns="69025" bIns="690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98" name="Google Shape;298;p24" title="image 177.png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562640" y="1397549"/>
                <a:ext cx="252151" cy="19362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pic>
          <p:sp>
            <p:nvSpPr>
              <p:cNvPr id="299" name="Google Shape;299;p24"/>
              <p:cNvSpPr/>
              <p:nvPr/>
            </p:nvSpPr>
            <p:spPr>
              <a:xfrm>
                <a:off x="390686" y="1278860"/>
                <a:ext cx="600300" cy="126900"/>
              </a:xfrm>
              <a:prstGeom prst="roundRect">
                <a:avLst>
                  <a:gd name="adj" fmla="val 9249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00"/>
                  <a:buFont typeface="Arial"/>
                  <a:buNone/>
                </a:pPr>
                <a:r>
                  <a:rPr lang="ja" sz="500" b="1" i="0" u="none" strike="noStrike" cap="none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Golden Gate </a:t>
                </a:r>
                <a:endParaRPr sz="500" b="1" i="0" u="none" strike="noStrike" cap="non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0" name="Google Shape;300;p24"/>
            <p:cNvSpPr txBox="1"/>
            <p:nvPr/>
          </p:nvSpPr>
          <p:spPr>
            <a:xfrm>
              <a:off x="359525" y="1100308"/>
              <a:ext cx="636000" cy="14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ja" sz="7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OCI</a:t>
              </a:r>
              <a:endParaRPr sz="7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24"/>
            <p:cNvSpPr txBox="1"/>
            <p:nvPr/>
          </p:nvSpPr>
          <p:spPr>
            <a:xfrm>
              <a:off x="363282" y="2013700"/>
              <a:ext cx="600300" cy="10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lang="ja" sz="5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NEO</a:t>
              </a:r>
              <a:endParaRPr sz="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2" name="Google Shape;302;p24"/>
            <p:cNvGrpSpPr/>
            <p:nvPr/>
          </p:nvGrpSpPr>
          <p:grpSpPr>
            <a:xfrm>
              <a:off x="383812" y="2155550"/>
              <a:ext cx="636000" cy="367800"/>
              <a:chOff x="372862" y="1044163"/>
              <a:chExt cx="636000" cy="367800"/>
            </a:xfrm>
          </p:grpSpPr>
          <p:sp>
            <p:nvSpPr>
              <p:cNvPr id="303" name="Google Shape;303;p24"/>
              <p:cNvSpPr/>
              <p:nvPr/>
            </p:nvSpPr>
            <p:spPr>
              <a:xfrm>
                <a:off x="372862" y="1044163"/>
                <a:ext cx="636000" cy="367800"/>
              </a:xfrm>
              <a:prstGeom prst="roundRect">
                <a:avLst>
                  <a:gd name="adj" fmla="val 5942"/>
                </a:avLst>
              </a:prstGeom>
              <a:noFill/>
              <a:ln w="21600" cap="flat" cmpd="sng">
                <a:solidFill>
                  <a:srgbClr val="B6D7A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9025" tIns="69025" rIns="69025" bIns="690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04" name="Google Shape;304;p24" title="image 177.png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562640" y="1178788"/>
                <a:ext cx="252151" cy="19362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pic>
          <p:sp>
            <p:nvSpPr>
              <p:cNvPr id="305" name="Google Shape;305;p24"/>
              <p:cNvSpPr/>
              <p:nvPr/>
            </p:nvSpPr>
            <p:spPr>
              <a:xfrm>
                <a:off x="387505" y="1078339"/>
                <a:ext cx="600300" cy="123300"/>
              </a:xfrm>
              <a:prstGeom prst="roundRect">
                <a:avLst>
                  <a:gd name="adj" fmla="val 9249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00"/>
                  <a:buFont typeface="Arial"/>
                  <a:buNone/>
                </a:pPr>
                <a:r>
                  <a:rPr lang="ja" sz="500" b="1" i="0" u="none" strike="noStrike" cap="none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Golden Gate </a:t>
                </a:r>
                <a:endParaRPr sz="500" b="1" i="0" u="none" strike="noStrike" cap="non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6" name="Google Shape;306;p24"/>
            <p:cNvSpPr txBox="1"/>
            <p:nvPr/>
          </p:nvSpPr>
          <p:spPr>
            <a:xfrm>
              <a:off x="359525" y="3188037"/>
              <a:ext cx="636000" cy="14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ja" sz="7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AWS</a:t>
              </a:r>
              <a:endParaRPr sz="7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24"/>
            <p:cNvSpPr/>
            <p:nvPr/>
          </p:nvSpPr>
          <p:spPr>
            <a:xfrm>
              <a:off x="265450" y="4288478"/>
              <a:ext cx="872700" cy="388200"/>
            </a:xfrm>
            <a:prstGeom prst="roundRect">
              <a:avLst>
                <a:gd name="adj" fmla="val 1698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69025" tIns="34500" rIns="69025" bIns="345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24"/>
            <p:cNvSpPr txBox="1"/>
            <p:nvPr/>
          </p:nvSpPr>
          <p:spPr>
            <a:xfrm>
              <a:off x="359525" y="4324413"/>
              <a:ext cx="636000" cy="10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ja" sz="5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OCI</a:t>
              </a:r>
              <a:endParaRPr sz="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24"/>
            <p:cNvSpPr/>
            <p:nvPr/>
          </p:nvSpPr>
          <p:spPr>
            <a:xfrm>
              <a:off x="383800" y="4433152"/>
              <a:ext cx="636000" cy="198900"/>
            </a:xfrm>
            <a:prstGeom prst="roundRect">
              <a:avLst>
                <a:gd name="adj" fmla="val 9249"/>
              </a:avLst>
            </a:prstGeom>
            <a:solidFill>
              <a:srgbClr val="FFFFFF"/>
            </a:solidFill>
            <a:ln w="14375" cap="flat" cmpd="sng">
              <a:solidFill>
                <a:srgbClr val="9FC5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9025" tIns="34500" rIns="69025" bIns="345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500" b="1" i="0" u="none" strike="noStrike" cap="none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rPr>
                <a:t>TOMAS</a:t>
              </a:r>
              <a:endParaRPr sz="500" b="1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24"/>
            <p:cNvSpPr/>
            <p:nvPr/>
          </p:nvSpPr>
          <p:spPr>
            <a:xfrm>
              <a:off x="265461" y="4705075"/>
              <a:ext cx="872700" cy="467100"/>
            </a:xfrm>
            <a:prstGeom prst="roundRect">
              <a:avLst>
                <a:gd name="adj" fmla="val 1698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69025" tIns="34500" rIns="69025" bIns="345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24"/>
            <p:cNvSpPr txBox="1"/>
            <p:nvPr/>
          </p:nvSpPr>
          <p:spPr>
            <a:xfrm>
              <a:off x="359535" y="4743057"/>
              <a:ext cx="636000" cy="10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ja" sz="5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Azure</a:t>
              </a:r>
              <a:endParaRPr sz="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24"/>
            <p:cNvSpPr/>
            <p:nvPr/>
          </p:nvSpPr>
          <p:spPr>
            <a:xfrm>
              <a:off x="313011" y="4862290"/>
              <a:ext cx="777600" cy="232500"/>
            </a:xfrm>
            <a:prstGeom prst="roundRect">
              <a:avLst>
                <a:gd name="adj" fmla="val 9249"/>
              </a:avLst>
            </a:prstGeom>
            <a:solidFill>
              <a:srgbClr val="FFFFFF"/>
            </a:solidFill>
            <a:ln w="14375" cap="flat" cmpd="sng">
              <a:solidFill>
                <a:srgbClr val="9FC5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9025" tIns="34500" rIns="69025" bIns="345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400" b="1" i="0" u="none" strike="noStrike" cap="none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rPr>
                <a:t>データ図書館</a:t>
              </a:r>
              <a:br>
                <a:rPr lang="ja" sz="400" b="1" i="0" u="none" strike="noStrike" cap="none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sz="400" b="1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3" name="Google Shape;313;p2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09401" y="4982388"/>
              <a:ext cx="378414" cy="989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4" name="Google Shape;314;p24"/>
            <p:cNvSpPr/>
            <p:nvPr/>
          </p:nvSpPr>
          <p:spPr>
            <a:xfrm>
              <a:off x="265461" y="5232412"/>
              <a:ext cx="872700" cy="153900"/>
            </a:xfrm>
            <a:prstGeom prst="roundRect">
              <a:avLst>
                <a:gd name="adj" fmla="val 1698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69025" tIns="34500" rIns="69025" bIns="345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"/>
                <a:buFont typeface="Arial"/>
                <a:buNone/>
              </a:pPr>
              <a:r>
                <a:rPr lang="ja" sz="600" b="1" i="0" u="none" strike="noStrike" cap="non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EUC</a:t>
              </a: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24"/>
            <p:cNvSpPr/>
            <p:nvPr/>
          </p:nvSpPr>
          <p:spPr>
            <a:xfrm>
              <a:off x="265450" y="5439752"/>
              <a:ext cx="872700" cy="388200"/>
            </a:xfrm>
            <a:prstGeom prst="roundRect">
              <a:avLst>
                <a:gd name="adj" fmla="val 1698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69025" tIns="34500" rIns="69025" bIns="345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24"/>
            <p:cNvSpPr txBox="1"/>
            <p:nvPr/>
          </p:nvSpPr>
          <p:spPr>
            <a:xfrm>
              <a:off x="359525" y="5467750"/>
              <a:ext cx="636000" cy="10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ja" sz="5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GCP</a:t>
              </a:r>
              <a:endParaRPr sz="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24"/>
            <p:cNvSpPr/>
            <p:nvPr/>
          </p:nvSpPr>
          <p:spPr>
            <a:xfrm>
              <a:off x="383812" y="5627038"/>
              <a:ext cx="636000" cy="148200"/>
            </a:xfrm>
            <a:prstGeom prst="roundRect">
              <a:avLst>
                <a:gd name="adj" fmla="val 9249"/>
              </a:avLst>
            </a:prstGeom>
            <a:solidFill>
              <a:srgbClr val="FFFFFF"/>
            </a:solidFill>
            <a:ln w="14375" cap="flat" cmpd="sng">
              <a:solidFill>
                <a:srgbClr val="9FC5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9025" tIns="34500" rIns="69025" bIns="345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500" b="1" i="0" u="none" strike="noStrike" cap="none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rPr>
                <a:t>VALUES</a:t>
              </a:r>
              <a:endParaRPr sz="500" b="1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8" name="Google Shape;318;p24"/>
          <p:cNvSpPr/>
          <p:nvPr/>
        </p:nvSpPr>
        <p:spPr>
          <a:xfrm>
            <a:off x="886688" y="521775"/>
            <a:ext cx="5989200" cy="4354500"/>
          </a:xfrm>
          <a:prstGeom prst="rect">
            <a:avLst/>
          </a:prstGeom>
          <a:solidFill>
            <a:srgbClr val="DAEEF3"/>
          </a:solidFill>
          <a:ln w="7150" cap="flat" cmpd="sng">
            <a:solidFill>
              <a:srgbClr val="A4C2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400" tIns="33700" rIns="67400" bIns="33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4"/>
          <p:cNvSpPr/>
          <p:nvPr/>
        </p:nvSpPr>
        <p:spPr>
          <a:xfrm>
            <a:off x="1273856" y="800381"/>
            <a:ext cx="4876800" cy="3980100"/>
          </a:xfrm>
          <a:prstGeom prst="rect">
            <a:avLst/>
          </a:prstGeom>
          <a:solidFill>
            <a:srgbClr val="B6DDE7"/>
          </a:solidFill>
          <a:ln>
            <a:noFill/>
          </a:ln>
        </p:spPr>
        <p:txBody>
          <a:bodyPr spcFirstLastPara="1" wrap="square" lIns="64025" tIns="64025" rIns="64025" bIns="64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0" name="Google Shape;320;p24"/>
          <p:cNvGrpSpPr/>
          <p:nvPr/>
        </p:nvGrpSpPr>
        <p:grpSpPr>
          <a:xfrm>
            <a:off x="1299614" y="844364"/>
            <a:ext cx="1683334" cy="130809"/>
            <a:chOff x="1138981" y="1361210"/>
            <a:chExt cx="2752344" cy="186764"/>
          </a:xfrm>
        </p:grpSpPr>
        <p:pic>
          <p:nvPicPr>
            <p:cNvPr id="321" name="Google Shape;321;p2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138981" y="1361210"/>
              <a:ext cx="213883" cy="1867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4"/>
            <p:cNvSpPr txBox="1"/>
            <p:nvPr/>
          </p:nvSpPr>
          <p:spPr>
            <a:xfrm>
              <a:off x="1420226" y="1366537"/>
              <a:ext cx="24711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700" b="1"/>
                <a:t>LandingZones</a:t>
              </a:r>
              <a:endParaRPr sz="700" b="1"/>
            </a:p>
          </p:txBody>
        </p:sp>
      </p:grpSp>
      <p:sp>
        <p:nvSpPr>
          <p:cNvPr id="323" name="Google Shape;323;p24"/>
          <p:cNvSpPr/>
          <p:nvPr/>
        </p:nvSpPr>
        <p:spPr>
          <a:xfrm>
            <a:off x="1299563" y="1000181"/>
            <a:ext cx="4127100" cy="3750600"/>
          </a:xfrm>
          <a:prstGeom prst="corner">
            <a:avLst>
              <a:gd name="adj1" fmla="val 35204"/>
              <a:gd name="adj2" fmla="val 70141"/>
            </a:avLst>
          </a:prstGeom>
          <a:noFill/>
          <a:ln w="7150" cap="flat" cmpd="sng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/>
              <a:t>zΩ</a:t>
            </a:r>
            <a:endParaRPr sz="1100"/>
          </a:p>
        </p:txBody>
      </p:sp>
      <p:sp>
        <p:nvSpPr>
          <p:cNvPr id="324" name="Google Shape;324;p24"/>
          <p:cNvSpPr txBox="1"/>
          <p:nvPr/>
        </p:nvSpPr>
        <p:spPr>
          <a:xfrm>
            <a:off x="3092109" y="933089"/>
            <a:ext cx="663300" cy="92400"/>
          </a:xfrm>
          <a:prstGeom prst="rect">
            <a:avLst/>
          </a:prstGeom>
          <a:solidFill>
            <a:srgbClr val="B6DDE7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" sz="600" b="1">
                <a:solidFill>
                  <a:srgbClr val="434343"/>
                </a:solidFill>
              </a:rPr>
              <a:t>Finance（金融）</a:t>
            </a:r>
            <a:endParaRPr sz="600" b="1" i="0" u="none" strike="noStrike" cap="none">
              <a:solidFill>
                <a:srgbClr val="434343"/>
              </a:solidFill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3971306" y="995175"/>
            <a:ext cx="2090400" cy="2135400"/>
          </a:xfrm>
          <a:prstGeom prst="rect">
            <a:avLst/>
          </a:prstGeom>
          <a:noFill/>
          <a:ln w="7150" cap="flat" cmpd="sng">
            <a:solidFill>
              <a:srgbClr val="0070C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326" name="Google Shape;326;p24"/>
          <p:cNvSpPr txBox="1"/>
          <p:nvPr/>
        </p:nvSpPr>
        <p:spPr>
          <a:xfrm>
            <a:off x="5303727" y="959518"/>
            <a:ext cx="663300" cy="184800"/>
          </a:xfrm>
          <a:prstGeom prst="rect">
            <a:avLst/>
          </a:prstGeom>
          <a:solidFill>
            <a:srgbClr val="B6DDE7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" sz="600" b="1">
                <a:solidFill>
                  <a:srgbClr val="434343"/>
                </a:solidFill>
              </a:rPr>
              <a:t>Standard（IT統制）</a:t>
            </a:r>
            <a:endParaRPr sz="600" b="1" i="0" u="none" strike="noStrike" cap="none">
              <a:solidFill>
                <a:srgbClr val="434343"/>
              </a:solidFill>
            </a:endParaRPr>
          </a:p>
        </p:txBody>
      </p:sp>
      <p:cxnSp>
        <p:nvCxnSpPr>
          <p:cNvPr id="327" name="Google Shape;327;p24"/>
          <p:cNvCxnSpPr/>
          <p:nvPr/>
        </p:nvCxnSpPr>
        <p:spPr>
          <a:xfrm>
            <a:off x="6212831" y="2714625"/>
            <a:ext cx="281400" cy="1500"/>
          </a:xfrm>
          <a:prstGeom prst="straightConnector1">
            <a:avLst/>
          </a:prstGeom>
          <a:noFill/>
          <a:ln w="14300" cap="flat" cmpd="sng">
            <a:solidFill>
              <a:srgbClr val="EA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8" name="Google Shape;328;p24"/>
          <p:cNvCxnSpPr/>
          <p:nvPr/>
        </p:nvCxnSpPr>
        <p:spPr>
          <a:xfrm>
            <a:off x="6217781" y="2705768"/>
            <a:ext cx="0" cy="501000"/>
          </a:xfrm>
          <a:prstGeom prst="straightConnector1">
            <a:avLst/>
          </a:prstGeom>
          <a:noFill/>
          <a:ln w="14300" cap="flat" cmpd="sng">
            <a:solidFill>
              <a:srgbClr val="EA999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9" name="Google Shape;329;p24"/>
          <p:cNvSpPr/>
          <p:nvPr/>
        </p:nvSpPr>
        <p:spPr>
          <a:xfrm>
            <a:off x="2078531" y="3797850"/>
            <a:ext cx="3285600" cy="920400"/>
          </a:xfrm>
          <a:prstGeom prst="roundRect">
            <a:avLst>
              <a:gd name="adj" fmla="val 142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4275" tIns="64275" rIns="64275" bIns="6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4"/>
          <p:cNvSpPr/>
          <p:nvPr/>
        </p:nvSpPr>
        <p:spPr>
          <a:xfrm rot="-5400000">
            <a:off x="3737044" y="1294744"/>
            <a:ext cx="1414200" cy="914700"/>
          </a:xfrm>
          <a:prstGeom prst="roundRect">
            <a:avLst>
              <a:gd name="adj" fmla="val 407"/>
            </a:avLst>
          </a:prstGeom>
          <a:solidFill>
            <a:schemeClr val="lt1"/>
          </a:solidFill>
          <a:ln w="21425" cap="flat" cmpd="sng">
            <a:solidFill>
              <a:srgbClr val="FBD4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275" tIns="64275" rIns="64275" bIns="6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4"/>
          <p:cNvSpPr txBox="1">
            <a:spLocks noGrp="1"/>
          </p:cNvSpPr>
          <p:nvPr>
            <p:ph type="sldNum" idx="12"/>
          </p:nvPr>
        </p:nvSpPr>
        <p:spPr>
          <a:xfrm>
            <a:off x="7900057" y="4442356"/>
            <a:ext cx="124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 altLang="ja"/>
              <a:t>4</a:t>
            </a:fld>
            <a:endParaRPr/>
          </a:p>
        </p:txBody>
      </p:sp>
      <p:sp>
        <p:nvSpPr>
          <p:cNvPr id="332" name="Google Shape;332;p24"/>
          <p:cNvSpPr txBox="1">
            <a:spLocks noGrp="1"/>
          </p:cNvSpPr>
          <p:nvPr>
            <p:ph type="title"/>
          </p:nvPr>
        </p:nvSpPr>
        <p:spPr>
          <a:xfrm>
            <a:off x="120506" y="-1687"/>
            <a:ext cx="84093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lang="ja" sz="1800"/>
              <a:t>3.システム構成図から見るヴァリューズデータソース連携</a:t>
            </a:r>
            <a:endParaRPr sz="2100"/>
          </a:p>
        </p:txBody>
      </p:sp>
      <p:grpSp>
        <p:nvGrpSpPr>
          <p:cNvPr id="333" name="Google Shape;333;p24"/>
          <p:cNvGrpSpPr/>
          <p:nvPr/>
        </p:nvGrpSpPr>
        <p:grpSpPr>
          <a:xfrm>
            <a:off x="189384" y="4833519"/>
            <a:ext cx="663344" cy="100761"/>
            <a:chOff x="1268036" y="1063581"/>
            <a:chExt cx="1723868" cy="230100"/>
          </a:xfrm>
        </p:grpSpPr>
        <p:pic>
          <p:nvPicPr>
            <p:cNvPr id="334" name="Google Shape;334;p24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268036" y="1104398"/>
              <a:ext cx="180000" cy="18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5" name="Google Shape;335;p24"/>
            <p:cNvSpPr/>
            <p:nvPr/>
          </p:nvSpPr>
          <p:spPr>
            <a:xfrm>
              <a:off x="1496704" y="1063581"/>
              <a:ext cx="1495200" cy="23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5750" rIns="0" bIns="157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ja" sz="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：サブスクリプション</a:t>
              </a:r>
              <a:endParaRPr sz="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6" name="Google Shape;336;p24"/>
          <p:cNvGrpSpPr/>
          <p:nvPr/>
        </p:nvGrpSpPr>
        <p:grpSpPr>
          <a:xfrm>
            <a:off x="189125" y="4942086"/>
            <a:ext cx="628972" cy="100761"/>
            <a:chOff x="6405609" y="2747831"/>
            <a:chExt cx="1436336" cy="230100"/>
          </a:xfrm>
        </p:grpSpPr>
        <p:pic>
          <p:nvPicPr>
            <p:cNvPr id="337" name="Google Shape;337;p24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6405609" y="2777261"/>
              <a:ext cx="171226" cy="1712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8" name="Google Shape;338;p24"/>
            <p:cNvSpPr/>
            <p:nvPr/>
          </p:nvSpPr>
          <p:spPr>
            <a:xfrm>
              <a:off x="6623045" y="2747831"/>
              <a:ext cx="1218900" cy="23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5750" rIns="0" bIns="157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ja" sz="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：</a:t>
              </a:r>
              <a:r>
                <a:rPr lang="ja" sz="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リソースグループ</a:t>
              </a:r>
              <a:endParaRPr sz="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9" name="Google Shape;339;p24"/>
          <p:cNvSpPr/>
          <p:nvPr/>
        </p:nvSpPr>
        <p:spPr>
          <a:xfrm>
            <a:off x="7772306" y="573244"/>
            <a:ext cx="1207200" cy="4327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67400" tIns="33700" rIns="67400" bIns="33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4"/>
          <p:cNvSpPr txBox="1"/>
          <p:nvPr/>
        </p:nvSpPr>
        <p:spPr>
          <a:xfrm>
            <a:off x="7847177" y="616126"/>
            <a:ext cx="10815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" sz="7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データ活用</a:t>
            </a:r>
            <a:endParaRPr sz="7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4"/>
          <p:cNvSpPr/>
          <p:nvPr/>
        </p:nvSpPr>
        <p:spPr>
          <a:xfrm>
            <a:off x="7847175" y="739425"/>
            <a:ext cx="1075800" cy="1942500"/>
          </a:xfrm>
          <a:prstGeom prst="roundRect">
            <a:avLst>
              <a:gd name="adj" fmla="val 4602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69025" tIns="34500" rIns="69025" bIns="345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4"/>
          <p:cNvSpPr/>
          <p:nvPr/>
        </p:nvSpPr>
        <p:spPr>
          <a:xfrm>
            <a:off x="7867313" y="2721684"/>
            <a:ext cx="1075800" cy="1127400"/>
          </a:xfrm>
          <a:prstGeom prst="roundRect">
            <a:avLst>
              <a:gd name="adj" fmla="val 4602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69025" tIns="34500" rIns="69025" bIns="345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" sz="1400">
                <a:solidFill>
                  <a:srgbClr val="FFFFFF"/>
                </a:solidFill>
              </a:rPr>
              <a:t>x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4"/>
          <p:cNvSpPr txBox="1"/>
          <p:nvPr/>
        </p:nvSpPr>
        <p:spPr>
          <a:xfrm>
            <a:off x="7861579" y="739425"/>
            <a:ext cx="7854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025" tIns="34500" rIns="69025" bIns="34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ja" sz="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業務系アプリ</a:t>
            </a:r>
            <a:endParaRPr sz="5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4"/>
          <p:cNvSpPr txBox="1"/>
          <p:nvPr/>
        </p:nvSpPr>
        <p:spPr>
          <a:xfrm>
            <a:off x="7892810" y="2782391"/>
            <a:ext cx="7158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ja" sz="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支援系アプリ</a:t>
            </a:r>
            <a:endParaRPr sz="5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4"/>
          <p:cNvSpPr/>
          <p:nvPr/>
        </p:nvSpPr>
        <p:spPr>
          <a:xfrm>
            <a:off x="7852875" y="3882547"/>
            <a:ext cx="1075800" cy="710700"/>
          </a:xfrm>
          <a:prstGeom prst="roundRect">
            <a:avLst>
              <a:gd name="adj" fmla="val 4602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69025" tIns="34500" rIns="69025" bIns="345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4"/>
          <p:cNvSpPr txBox="1"/>
          <p:nvPr/>
        </p:nvSpPr>
        <p:spPr>
          <a:xfrm>
            <a:off x="7861579" y="3871325"/>
            <a:ext cx="7854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025" tIns="34500" rIns="69025" bIns="34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ja" sz="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業務用BI</a:t>
            </a:r>
            <a:endParaRPr sz="5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4"/>
          <p:cNvSpPr/>
          <p:nvPr/>
        </p:nvSpPr>
        <p:spPr>
          <a:xfrm>
            <a:off x="7931609" y="881569"/>
            <a:ext cx="942600" cy="155700"/>
          </a:xfrm>
          <a:prstGeom prst="roundRect">
            <a:avLst>
              <a:gd name="adj" fmla="val 9249"/>
            </a:avLst>
          </a:prstGeom>
          <a:solidFill>
            <a:srgbClr val="FFFFFF"/>
          </a:solidFill>
          <a:ln w="2160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9025" tIns="34500" rIns="69025" bIns="345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ja" sz="5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U-SLIM</a:t>
            </a:r>
            <a:endParaRPr sz="1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4"/>
          <p:cNvSpPr/>
          <p:nvPr/>
        </p:nvSpPr>
        <p:spPr>
          <a:xfrm>
            <a:off x="7931609" y="1077314"/>
            <a:ext cx="942600" cy="155700"/>
          </a:xfrm>
          <a:prstGeom prst="roundRect">
            <a:avLst>
              <a:gd name="adj" fmla="val 9249"/>
            </a:avLst>
          </a:prstGeom>
          <a:solidFill>
            <a:srgbClr val="FFFFFF"/>
          </a:solidFill>
          <a:ln w="2160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9025" tIns="34500" rIns="69025" bIns="345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ja" sz="5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トヨタポイント</a:t>
            </a:r>
            <a:endParaRPr sz="500" b="1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4"/>
          <p:cNvSpPr/>
          <p:nvPr/>
        </p:nvSpPr>
        <p:spPr>
          <a:xfrm>
            <a:off x="7931609" y="1273058"/>
            <a:ext cx="942600" cy="155700"/>
          </a:xfrm>
          <a:prstGeom prst="roundRect">
            <a:avLst>
              <a:gd name="adj" fmla="val 9249"/>
            </a:avLst>
          </a:prstGeom>
          <a:solidFill>
            <a:srgbClr val="FFFFFF"/>
          </a:solidFill>
          <a:ln w="2160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9025" tIns="34500" rIns="69025" bIns="345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ja" sz="5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中古車デジタル</a:t>
            </a:r>
            <a:br>
              <a:rPr lang="ja" sz="5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" sz="5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プライスボード</a:t>
            </a:r>
            <a:endParaRPr sz="500" b="1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4"/>
          <p:cNvSpPr/>
          <p:nvPr/>
        </p:nvSpPr>
        <p:spPr>
          <a:xfrm>
            <a:off x="7931609" y="1468803"/>
            <a:ext cx="942600" cy="155700"/>
          </a:xfrm>
          <a:prstGeom prst="roundRect">
            <a:avLst>
              <a:gd name="adj" fmla="val 9249"/>
            </a:avLst>
          </a:prstGeom>
          <a:solidFill>
            <a:srgbClr val="FFFFFF"/>
          </a:solidFill>
          <a:ln w="2160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9025" tIns="34500" rIns="69025" bIns="345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ja" sz="5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社有車管理アプリ</a:t>
            </a:r>
            <a:endParaRPr sz="500" b="1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4"/>
          <p:cNvSpPr/>
          <p:nvPr/>
        </p:nvSpPr>
        <p:spPr>
          <a:xfrm>
            <a:off x="7931609" y="1664548"/>
            <a:ext cx="942600" cy="155700"/>
          </a:xfrm>
          <a:prstGeom prst="roundRect">
            <a:avLst>
              <a:gd name="adj" fmla="val 9249"/>
            </a:avLst>
          </a:prstGeom>
          <a:solidFill>
            <a:srgbClr val="FFFFFF"/>
          </a:solidFill>
          <a:ln w="2160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9025" tIns="34500" rIns="69025" bIns="345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ja" sz="5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AI整備見積</a:t>
            </a:r>
            <a:endParaRPr sz="500" b="1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4"/>
          <p:cNvSpPr/>
          <p:nvPr/>
        </p:nvSpPr>
        <p:spPr>
          <a:xfrm>
            <a:off x="7931609" y="1860293"/>
            <a:ext cx="942600" cy="155700"/>
          </a:xfrm>
          <a:prstGeom prst="roundRect">
            <a:avLst>
              <a:gd name="adj" fmla="val 9249"/>
            </a:avLst>
          </a:prstGeom>
          <a:solidFill>
            <a:srgbClr val="FFFFFF"/>
          </a:solidFill>
          <a:ln w="2160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9025" tIns="34500" rIns="69025" bIns="345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ja" sz="5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動画生成アプリ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4"/>
          <p:cNvSpPr/>
          <p:nvPr/>
        </p:nvSpPr>
        <p:spPr>
          <a:xfrm>
            <a:off x="7929113" y="2056037"/>
            <a:ext cx="942600" cy="155700"/>
          </a:xfrm>
          <a:prstGeom prst="roundRect">
            <a:avLst>
              <a:gd name="adj" fmla="val 9249"/>
            </a:avLst>
          </a:prstGeom>
          <a:solidFill>
            <a:srgbClr val="FFFFFF"/>
          </a:solidFill>
          <a:ln w="2160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9025" tIns="34500" rIns="69025" bIns="345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ja" sz="5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電話基盤</a:t>
            </a:r>
            <a:endParaRPr sz="500" b="1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4"/>
          <p:cNvSpPr/>
          <p:nvPr/>
        </p:nvSpPr>
        <p:spPr>
          <a:xfrm>
            <a:off x="7929113" y="2251782"/>
            <a:ext cx="942600" cy="155700"/>
          </a:xfrm>
          <a:prstGeom prst="roundRect">
            <a:avLst>
              <a:gd name="adj" fmla="val 9249"/>
            </a:avLst>
          </a:prstGeom>
          <a:solidFill>
            <a:srgbClr val="FFFFFF"/>
          </a:solidFill>
          <a:ln w="2160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9025" tIns="34500" rIns="69025" bIns="345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ja" sz="5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サービス外注</a:t>
            </a:r>
            <a:endParaRPr sz="500" b="1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4"/>
          <p:cNvSpPr/>
          <p:nvPr/>
        </p:nvSpPr>
        <p:spPr>
          <a:xfrm>
            <a:off x="7919361" y="2884888"/>
            <a:ext cx="942600" cy="185400"/>
          </a:xfrm>
          <a:prstGeom prst="roundRect">
            <a:avLst>
              <a:gd name="adj" fmla="val 9249"/>
            </a:avLst>
          </a:prstGeom>
          <a:solidFill>
            <a:srgbClr val="FFFFFF"/>
          </a:solidFill>
          <a:ln w="2160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9025" tIns="34500" rIns="69025" bIns="345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ja" sz="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データマネジメントシステム</a:t>
            </a:r>
            <a:br>
              <a:rPr lang="ja" sz="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" sz="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（アプリ基盤）</a:t>
            </a:r>
            <a:endParaRPr sz="500" b="1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4"/>
          <p:cNvSpPr/>
          <p:nvPr/>
        </p:nvSpPr>
        <p:spPr>
          <a:xfrm>
            <a:off x="7919361" y="3114764"/>
            <a:ext cx="942600" cy="185400"/>
          </a:xfrm>
          <a:prstGeom prst="roundRect">
            <a:avLst>
              <a:gd name="adj" fmla="val 9249"/>
            </a:avLst>
          </a:prstGeom>
          <a:solidFill>
            <a:srgbClr val="FFFFFF"/>
          </a:solidFill>
          <a:ln w="2160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9025" tIns="34500" rIns="69025" bIns="345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ja" sz="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Power BI設計書作成自動化</a:t>
            </a:r>
            <a:br>
              <a:rPr lang="ja" sz="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" sz="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システム（スキルウェア社）</a:t>
            </a:r>
            <a:endParaRPr sz="5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4"/>
          <p:cNvSpPr/>
          <p:nvPr/>
        </p:nvSpPr>
        <p:spPr>
          <a:xfrm>
            <a:off x="7919361" y="3349546"/>
            <a:ext cx="942600" cy="185400"/>
          </a:xfrm>
          <a:prstGeom prst="roundRect">
            <a:avLst>
              <a:gd name="adj" fmla="val 9249"/>
            </a:avLst>
          </a:prstGeom>
          <a:solidFill>
            <a:srgbClr val="FFFFFF"/>
          </a:solidFill>
          <a:ln w="2160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9025" tIns="34500" rIns="69025" bIns="345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ja" sz="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開発基盤品質向上 意味管理</a:t>
            </a:r>
            <a:br>
              <a:rPr lang="ja" sz="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" sz="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（スキルウェア社）</a:t>
            </a:r>
            <a:endParaRPr sz="5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4"/>
          <p:cNvSpPr/>
          <p:nvPr/>
        </p:nvSpPr>
        <p:spPr>
          <a:xfrm>
            <a:off x="7919361" y="3584330"/>
            <a:ext cx="942600" cy="185400"/>
          </a:xfrm>
          <a:prstGeom prst="roundRect">
            <a:avLst>
              <a:gd name="adj" fmla="val 9249"/>
            </a:avLst>
          </a:prstGeom>
          <a:solidFill>
            <a:srgbClr val="FFFFFF"/>
          </a:solidFill>
          <a:ln w="2160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9025" tIns="34500" rIns="69025" bIns="345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ja" sz="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PMO支援システム </a:t>
            </a:r>
            <a:br>
              <a:rPr lang="ja" sz="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" sz="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仕様駆動開発（レイブン社）</a:t>
            </a:r>
            <a:endParaRPr sz="5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4"/>
          <p:cNvSpPr/>
          <p:nvPr/>
        </p:nvSpPr>
        <p:spPr>
          <a:xfrm>
            <a:off x="7913624" y="4021268"/>
            <a:ext cx="942600" cy="129300"/>
          </a:xfrm>
          <a:prstGeom prst="roundRect">
            <a:avLst>
              <a:gd name="adj" fmla="val 9249"/>
            </a:avLst>
          </a:prstGeom>
          <a:solidFill>
            <a:srgbClr val="FFFFFF"/>
          </a:solidFill>
          <a:ln w="2160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9025" tIns="34500" rIns="69025" bIns="345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ja" sz="5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DX道場_実績モニタリング</a:t>
            </a:r>
            <a:endParaRPr sz="5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4"/>
          <p:cNvSpPr/>
          <p:nvPr/>
        </p:nvSpPr>
        <p:spPr>
          <a:xfrm>
            <a:off x="7913624" y="4190712"/>
            <a:ext cx="942600" cy="129300"/>
          </a:xfrm>
          <a:prstGeom prst="roundRect">
            <a:avLst>
              <a:gd name="adj" fmla="val 9249"/>
            </a:avLst>
          </a:prstGeom>
          <a:solidFill>
            <a:srgbClr val="FFFFFF"/>
          </a:solidFill>
          <a:ln w="2160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9025" tIns="34500" rIns="69025" bIns="345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ja" sz="5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NEO活用_納期見える化帳票</a:t>
            </a:r>
            <a:endParaRPr sz="500" b="1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4"/>
          <p:cNvSpPr/>
          <p:nvPr/>
        </p:nvSpPr>
        <p:spPr>
          <a:xfrm>
            <a:off x="7333274" y="573244"/>
            <a:ext cx="362100" cy="2818500"/>
          </a:xfrm>
          <a:prstGeom prst="rect">
            <a:avLst/>
          </a:prstGeom>
          <a:solidFill>
            <a:srgbClr val="E8ECF3"/>
          </a:solidFill>
          <a:ln>
            <a:noFill/>
          </a:ln>
        </p:spPr>
        <p:txBody>
          <a:bodyPr spcFirstLastPara="1" wrap="square" lIns="69025" tIns="34500" rIns="69025" bIns="345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4"/>
          <p:cNvSpPr txBox="1"/>
          <p:nvPr/>
        </p:nvSpPr>
        <p:spPr>
          <a:xfrm rot="5400000">
            <a:off x="7170488" y="775275"/>
            <a:ext cx="6834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" sz="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対向システム</a:t>
            </a:r>
            <a:endParaRPr sz="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4"/>
          <p:cNvSpPr/>
          <p:nvPr/>
        </p:nvSpPr>
        <p:spPr>
          <a:xfrm>
            <a:off x="7360289" y="1941694"/>
            <a:ext cx="319500" cy="303900"/>
          </a:xfrm>
          <a:prstGeom prst="roundRect">
            <a:avLst>
              <a:gd name="adj" fmla="val 9249"/>
            </a:avLst>
          </a:prstGeom>
          <a:solidFill>
            <a:srgbClr val="FFFFFF"/>
          </a:solidFill>
          <a:ln w="2160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9025" tIns="34500" rIns="69025" bIns="345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ja" sz="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Tops</a:t>
            </a:r>
            <a:endParaRPr sz="5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4" name="Google Shape;364;p24"/>
          <p:cNvGrpSpPr/>
          <p:nvPr/>
        </p:nvGrpSpPr>
        <p:grpSpPr>
          <a:xfrm>
            <a:off x="7361540" y="1536338"/>
            <a:ext cx="319500" cy="350325"/>
            <a:chOff x="9645905" y="2502750"/>
            <a:chExt cx="426000" cy="467100"/>
          </a:xfrm>
        </p:grpSpPr>
        <p:sp>
          <p:nvSpPr>
            <p:cNvPr id="365" name="Google Shape;365;p24"/>
            <p:cNvSpPr/>
            <p:nvPr/>
          </p:nvSpPr>
          <p:spPr>
            <a:xfrm>
              <a:off x="9645905" y="2502750"/>
              <a:ext cx="426000" cy="467100"/>
            </a:xfrm>
            <a:prstGeom prst="roundRect">
              <a:avLst>
                <a:gd name="adj" fmla="val 9249"/>
              </a:avLst>
            </a:prstGeom>
            <a:solidFill>
              <a:srgbClr val="FFFFFF"/>
            </a:solidFill>
            <a:ln w="21600" cap="flat" cmpd="sng">
              <a:solidFill>
                <a:srgbClr val="C9DA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9025" tIns="34500" rIns="69025" bIns="345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br>
                <a:rPr lang="ja" sz="5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br>
                <a:rPr lang="ja" sz="5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ja" sz="5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Sales</a:t>
              </a:r>
              <a:br>
                <a:rPr lang="ja" sz="5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ja" sz="5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force</a:t>
              </a:r>
              <a:endParaRPr sz="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66" name="Google Shape;366;p24" title="salesforce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9716701" y="2563647"/>
              <a:ext cx="284407" cy="17268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7" name="Google Shape;367;p24"/>
          <p:cNvSpPr/>
          <p:nvPr/>
        </p:nvSpPr>
        <p:spPr>
          <a:xfrm>
            <a:off x="7236749" y="3718926"/>
            <a:ext cx="458700" cy="830700"/>
          </a:xfrm>
          <a:prstGeom prst="rect">
            <a:avLst/>
          </a:prstGeom>
          <a:solidFill>
            <a:srgbClr val="E8ECF3"/>
          </a:solidFill>
          <a:ln>
            <a:noFill/>
          </a:ln>
        </p:spPr>
        <p:txBody>
          <a:bodyPr spcFirstLastPara="1" wrap="square" lIns="69025" tIns="34500" rIns="69025" bIns="345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4"/>
          <p:cNvSpPr/>
          <p:nvPr/>
        </p:nvSpPr>
        <p:spPr>
          <a:xfrm>
            <a:off x="7306274" y="4046919"/>
            <a:ext cx="319500" cy="353100"/>
          </a:xfrm>
          <a:prstGeom prst="roundRect">
            <a:avLst>
              <a:gd name="adj" fmla="val 9249"/>
            </a:avLst>
          </a:prstGeom>
          <a:solidFill>
            <a:srgbClr val="FFFFFF"/>
          </a:solidFill>
          <a:ln w="2160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4500" rIns="0" bIns="345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ja" sz="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Teams</a:t>
            </a:r>
            <a:endParaRPr sz="5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9" name="Google Shape;369;p24" descr="File:Microsoft Office Teams (2025–present).sv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428588" y="4095606"/>
            <a:ext cx="87463" cy="92383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4"/>
          <p:cNvSpPr txBox="1"/>
          <p:nvPr/>
        </p:nvSpPr>
        <p:spPr>
          <a:xfrm>
            <a:off x="7254974" y="3766231"/>
            <a:ext cx="422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" sz="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通知</a:t>
            </a:r>
            <a:endParaRPr sz="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" sz="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システム</a:t>
            </a:r>
            <a:endParaRPr sz="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4"/>
          <p:cNvSpPr/>
          <p:nvPr/>
        </p:nvSpPr>
        <p:spPr>
          <a:xfrm rot="5400000">
            <a:off x="5089416" y="2440125"/>
            <a:ext cx="3962700" cy="235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67400" tIns="33700" rIns="67400" bIns="33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4"/>
          <p:cNvSpPr txBox="1"/>
          <p:nvPr/>
        </p:nvSpPr>
        <p:spPr>
          <a:xfrm rot="5400000">
            <a:off x="6682121" y="953605"/>
            <a:ext cx="7644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" sz="7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TOYOTA 認証基盤</a:t>
            </a:r>
            <a:endParaRPr sz="7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3" name="Google Shape;373;p24"/>
          <p:cNvGrpSpPr/>
          <p:nvPr/>
        </p:nvGrpSpPr>
        <p:grpSpPr>
          <a:xfrm>
            <a:off x="189286" y="4725975"/>
            <a:ext cx="615995" cy="94725"/>
            <a:chOff x="199420" y="6282250"/>
            <a:chExt cx="821327" cy="126300"/>
          </a:xfrm>
        </p:grpSpPr>
        <p:sp>
          <p:nvSpPr>
            <p:cNvPr id="374" name="Google Shape;374;p24"/>
            <p:cNvSpPr txBox="1"/>
            <p:nvPr/>
          </p:nvSpPr>
          <p:spPr>
            <a:xfrm>
              <a:off x="335547" y="6282250"/>
              <a:ext cx="685200" cy="12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2900" tIns="16450" rIns="32900" bIns="16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lang="ja" sz="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:管理グループ</a:t>
              </a:r>
              <a:endParaRPr sz="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75" name="Google Shape;375;p2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9420" y="6291497"/>
              <a:ext cx="108500" cy="108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6" name="Google Shape;376;p24"/>
          <p:cNvGrpSpPr/>
          <p:nvPr/>
        </p:nvGrpSpPr>
        <p:grpSpPr>
          <a:xfrm>
            <a:off x="1287992" y="593344"/>
            <a:ext cx="1258486" cy="192825"/>
            <a:chOff x="1704469" y="829379"/>
            <a:chExt cx="1677982" cy="257100"/>
          </a:xfrm>
        </p:grpSpPr>
        <p:sp>
          <p:nvSpPr>
            <p:cNvPr id="377" name="Google Shape;377;p24"/>
            <p:cNvSpPr txBox="1"/>
            <p:nvPr/>
          </p:nvSpPr>
          <p:spPr>
            <a:xfrm>
              <a:off x="1887251" y="829379"/>
              <a:ext cx="14952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9025" tIns="34500" rIns="69025" bIns="345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ja" sz="8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Azureテナント</a:t>
              </a:r>
              <a:endParaRPr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78" name="Google Shape;378;p24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1704469" y="837850"/>
              <a:ext cx="217370" cy="21737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9" name="Google Shape;379;p24"/>
          <p:cNvSpPr/>
          <p:nvPr/>
        </p:nvSpPr>
        <p:spPr>
          <a:xfrm>
            <a:off x="1329881" y="1045088"/>
            <a:ext cx="2582100" cy="3680700"/>
          </a:xfrm>
          <a:prstGeom prst="roundRect">
            <a:avLst>
              <a:gd name="adj" fmla="val 142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4275" tIns="64275" rIns="64275" bIns="6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0" name="Google Shape;380;p24"/>
          <p:cNvGrpSpPr/>
          <p:nvPr/>
        </p:nvGrpSpPr>
        <p:grpSpPr>
          <a:xfrm>
            <a:off x="1397383" y="1083188"/>
            <a:ext cx="861834" cy="130784"/>
            <a:chOff x="1324319" y="1063577"/>
            <a:chExt cx="1149112" cy="174379"/>
          </a:xfrm>
        </p:grpSpPr>
        <p:pic>
          <p:nvPicPr>
            <p:cNvPr id="381" name="Google Shape;381;p24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324319" y="1066756"/>
              <a:ext cx="171200" cy="171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2" name="Google Shape;382;p24"/>
            <p:cNvSpPr/>
            <p:nvPr/>
          </p:nvSpPr>
          <p:spPr>
            <a:xfrm>
              <a:off x="1483131" y="1063577"/>
              <a:ext cx="9903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27000" rIns="0" bIns="27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ja" sz="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toyotecdap</a:t>
              </a: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3" name="Google Shape;383;p24"/>
          <p:cNvSpPr txBox="1"/>
          <p:nvPr/>
        </p:nvSpPr>
        <p:spPr>
          <a:xfrm>
            <a:off x="8703975" y="894056"/>
            <a:ext cx="280500" cy="130800"/>
          </a:xfrm>
          <a:prstGeom prst="rect">
            <a:avLst/>
          </a:prstGeom>
          <a:solidFill>
            <a:srgbClr val="9CCA7D">
              <a:alpha val="60000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ja" sz="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GAC</a:t>
            </a:r>
            <a:endParaRPr sz="5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4"/>
          <p:cNvSpPr txBox="1"/>
          <p:nvPr/>
        </p:nvSpPr>
        <p:spPr>
          <a:xfrm>
            <a:off x="8703975" y="1083554"/>
            <a:ext cx="280500" cy="130800"/>
          </a:xfrm>
          <a:prstGeom prst="rect">
            <a:avLst/>
          </a:prstGeom>
          <a:solidFill>
            <a:srgbClr val="9CCA7D">
              <a:alpha val="60000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ja" sz="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GAC</a:t>
            </a:r>
            <a:endParaRPr sz="5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4"/>
          <p:cNvSpPr txBox="1"/>
          <p:nvPr/>
        </p:nvSpPr>
        <p:spPr>
          <a:xfrm>
            <a:off x="8703975" y="1276172"/>
            <a:ext cx="280500" cy="130800"/>
          </a:xfrm>
          <a:prstGeom prst="rect">
            <a:avLst/>
          </a:prstGeom>
          <a:solidFill>
            <a:srgbClr val="9CCA7D">
              <a:alpha val="60000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ja" sz="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GAC</a:t>
            </a:r>
            <a:endParaRPr sz="5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4"/>
          <p:cNvSpPr txBox="1"/>
          <p:nvPr/>
        </p:nvSpPr>
        <p:spPr>
          <a:xfrm>
            <a:off x="8703975" y="3936586"/>
            <a:ext cx="280500" cy="130800"/>
          </a:xfrm>
          <a:prstGeom prst="rect">
            <a:avLst/>
          </a:prstGeom>
          <a:solidFill>
            <a:srgbClr val="9CCA7D">
              <a:alpha val="60000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ja" sz="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GAC</a:t>
            </a:r>
            <a:endParaRPr sz="5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4"/>
          <p:cNvSpPr txBox="1"/>
          <p:nvPr/>
        </p:nvSpPr>
        <p:spPr>
          <a:xfrm>
            <a:off x="8703975" y="4103189"/>
            <a:ext cx="280500" cy="130800"/>
          </a:xfrm>
          <a:prstGeom prst="rect">
            <a:avLst/>
          </a:prstGeom>
          <a:solidFill>
            <a:srgbClr val="9CCA7D">
              <a:alpha val="60000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ja" sz="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GAC</a:t>
            </a:r>
            <a:endParaRPr sz="5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4"/>
          <p:cNvSpPr txBox="1"/>
          <p:nvPr/>
        </p:nvSpPr>
        <p:spPr>
          <a:xfrm>
            <a:off x="8703975" y="1488694"/>
            <a:ext cx="280500" cy="130800"/>
          </a:xfrm>
          <a:prstGeom prst="rect">
            <a:avLst/>
          </a:prstGeom>
          <a:solidFill>
            <a:srgbClr val="7DCA95">
              <a:alpha val="60000"/>
            </a:srgbClr>
          </a:solidFill>
          <a:ln>
            <a:noFill/>
          </a:ln>
        </p:spPr>
        <p:txBody>
          <a:bodyPr spcFirstLastPara="1" wrap="square" lIns="0" tIns="68575" rIns="0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rPr lang="ja" sz="400" b="1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Entra ID</a:t>
            </a:r>
            <a:endParaRPr sz="5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4"/>
          <p:cNvSpPr txBox="1"/>
          <p:nvPr/>
        </p:nvSpPr>
        <p:spPr>
          <a:xfrm>
            <a:off x="8703975" y="1872779"/>
            <a:ext cx="280500" cy="130800"/>
          </a:xfrm>
          <a:prstGeom prst="rect">
            <a:avLst/>
          </a:prstGeom>
          <a:solidFill>
            <a:srgbClr val="7DCA95">
              <a:alpha val="60000"/>
            </a:srgbClr>
          </a:solidFill>
          <a:ln>
            <a:noFill/>
          </a:ln>
        </p:spPr>
        <p:txBody>
          <a:bodyPr spcFirstLastPara="1" wrap="square" lIns="0" tIns="68575" rIns="0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rPr lang="ja" sz="400" b="1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Entra ID</a:t>
            </a:r>
            <a:endParaRPr sz="5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4"/>
          <p:cNvSpPr txBox="1"/>
          <p:nvPr/>
        </p:nvSpPr>
        <p:spPr>
          <a:xfrm>
            <a:off x="8703975" y="2918835"/>
            <a:ext cx="280500" cy="130800"/>
          </a:xfrm>
          <a:prstGeom prst="rect">
            <a:avLst/>
          </a:prstGeom>
          <a:solidFill>
            <a:srgbClr val="7DCA95">
              <a:alpha val="60000"/>
            </a:srgbClr>
          </a:solidFill>
          <a:ln>
            <a:noFill/>
          </a:ln>
        </p:spPr>
        <p:txBody>
          <a:bodyPr spcFirstLastPara="1" wrap="square" lIns="0" tIns="68575" rIns="0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rPr lang="ja" sz="400" b="1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Entra ID</a:t>
            </a:r>
            <a:endParaRPr sz="5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4"/>
          <p:cNvSpPr txBox="1"/>
          <p:nvPr/>
        </p:nvSpPr>
        <p:spPr>
          <a:xfrm>
            <a:off x="8703975" y="3142091"/>
            <a:ext cx="280500" cy="130800"/>
          </a:xfrm>
          <a:prstGeom prst="rect">
            <a:avLst/>
          </a:prstGeom>
          <a:solidFill>
            <a:srgbClr val="7DCA95">
              <a:alpha val="60000"/>
            </a:srgbClr>
          </a:solidFill>
          <a:ln>
            <a:noFill/>
          </a:ln>
        </p:spPr>
        <p:txBody>
          <a:bodyPr spcFirstLastPara="1" wrap="square" lIns="0" tIns="68575" rIns="0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rPr lang="ja" sz="400" b="1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Entra ID</a:t>
            </a:r>
            <a:endParaRPr sz="5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4"/>
          <p:cNvSpPr txBox="1"/>
          <p:nvPr/>
        </p:nvSpPr>
        <p:spPr>
          <a:xfrm>
            <a:off x="8703975" y="3376889"/>
            <a:ext cx="280500" cy="130800"/>
          </a:xfrm>
          <a:prstGeom prst="rect">
            <a:avLst/>
          </a:prstGeom>
          <a:solidFill>
            <a:srgbClr val="7DCA95">
              <a:alpha val="60000"/>
            </a:srgbClr>
          </a:solidFill>
          <a:ln>
            <a:noFill/>
          </a:ln>
        </p:spPr>
        <p:txBody>
          <a:bodyPr spcFirstLastPara="1" wrap="square" lIns="0" tIns="68575" rIns="0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rPr lang="ja" sz="400" b="1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Entra ID</a:t>
            </a:r>
            <a:endParaRPr sz="5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4"/>
          <p:cNvSpPr txBox="1"/>
          <p:nvPr/>
        </p:nvSpPr>
        <p:spPr>
          <a:xfrm>
            <a:off x="8703975" y="3616241"/>
            <a:ext cx="280500" cy="130800"/>
          </a:xfrm>
          <a:prstGeom prst="rect">
            <a:avLst/>
          </a:prstGeom>
          <a:solidFill>
            <a:srgbClr val="7DCA95">
              <a:alpha val="60000"/>
            </a:srgbClr>
          </a:solidFill>
          <a:ln>
            <a:noFill/>
          </a:ln>
        </p:spPr>
        <p:txBody>
          <a:bodyPr spcFirstLastPara="1" wrap="square" lIns="0" tIns="68575" rIns="0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rPr lang="ja" sz="400" b="1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Entra ID</a:t>
            </a:r>
            <a:endParaRPr sz="5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4"/>
          <p:cNvSpPr/>
          <p:nvPr/>
        </p:nvSpPr>
        <p:spPr>
          <a:xfrm>
            <a:off x="1391381" y="1257206"/>
            <a:ext cx="2457600" cy="3221700"/>
          </a:xfrm>
          <a:prstGeom prst="roundRect">
            <a:avLst>
              <a:gd name="adj" fmla="val 407"/>
            </a:avLst>
          </a:prstGeom>
          <a:solidFill>
            <a:srgbClr val="FFFFFF"/>
          </a:solidFill>
          <a:ln w="20125" cap="flat" cmpd="sng">
            <a:solidFill>
              <a:srgbClr val="C0E4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275" tIns="64275" rIns="64275" bIns="6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5" name="Google Shape;395;p24"/>
          <p:cNvGrpSpPr/>
          <p:nvPr/>
        </p:nvGrpSpPr>
        <p:grpSpPr>
          <a:xfrm>
            <a:off x="1452188" y="1303452"/>
            <a:ext cx="2049250" cy="163031"/>
            <a:chOff x="2225175" y="1691128"/>
            <a:chExt cx="2732334" cy="217375"/>
          </a:xfrm>
        </p:grpSpPr>
        <p:pic>
          <p:nvPicPr>
            <p:cNvPr id="396" name="Google Shape;396;p24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2225175" y="1691128"/>
              <a:ext cx="217375" cy="217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7" name="Google Shape;397;p24"/>
            <p:cNvSpPr/>
            <p:nvPr/>
          </p:nvSpPr>
          <p:spPr>
            <a:xfrm>
              <a:off x="2482509" y="1720519"/>
              <a:ext cx="24750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27000" rIns="0" bIns="27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ja"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rg-toyotecdap  </a:t>
              </a:r>
              <a:r>
                <a:rPr lang="ja" sz="7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CDPデータ活用基盤</a:t>
              </a:r>
              <a:endParaRPr sz="7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8" name="Google Shape;398;p24"/>
          <p:cNvSpPr txBox="1"/>
          <p:nvPr/>
        </p:nvSpPr>
        <p:spPr>
          <a:xfrm>
            <a:off x="4391011" y="1220511"/>
            <a:ext cx="3621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ja" sz="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API基盤</a:t>
            </a:r>
            <a:endParaRPr sz="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9" name="Google Shape;399;p24" title="Cloudera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236138" y="1297185"/>
            <a:ext cx="585230" cy="168601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24"/>
          <p:cNvSpPr/>
          <p:nvPr/>
        </p:nvSpPr>
        <p:spPr>
          <a:xfrm>
            <a:off x="1540106" y="1575206"/>
            <a:ext cx="598500" cy="2595600"/>
          </a:xfrm>
          <a:prstGeom prst="rect">
            <a:avLst/>
          </a:prstGeom>
          <a:solidFill>
            <a:srgbClr val="EAF1DD"/>
          </a:solidFill>
          <a:ln w="14300" cap="flat" cmpd="sng">
            <a:solidFill>
              <a:srgbClr val="B6D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275" tIns="64275" rIns="64275" bIns="6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4"/>
          <p:cNvSpPr txBox="1"/>
          <p:nvPr/>
        </p:nvSpPr>
        <p:spPr>
          <a:xfrm>
            <a:off x="1532625" y="1567059"/>
            <a:ext cx="615900" cy="3324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64275" tIns="32150" rIns="64275" bIns="32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" sz="600" b="1">
                <a:solidFill>
                  <a:srgbClr val="FFFFFF"/>
                </a:solidFill>
              </a:rPr>
              <a:t>データ連携・処理層</a:t>
            </a:r>
            <a:endParaRPr sz="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4"/>
          <p:cNvSpPr/>
          <p:nvPr/>
        </p:nvSpPr>
        <p:spPr>
          <a:xfrm>
            <a:off x="2273405" y="1564417"/>
            <a:ext cx="601200" cy="2621700"/>
          </a:xfrm>
          <a:prstGeom prst="rect">
            <a:avLst/>
          </a:prstGeom>
          <a:solidFill>
            <a:srgbClr val="E4EEFF"/>
          </a:solidFill>
          <a:ln w="14300" cap="flat" cmpd="sng">
            <a:solidFill>
              <a:srgbClr val="B7CC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275" tIns="64275" rIns="64275" bIns="6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4"/>
          <p:cNvSpPr txBox="1"/>
          <p:nvPr/>
        </p:nvSpPr>
        <p:spPr>
          <a:xfrm>
            <a:off x="2270569" y="1564163"/>
            <a:ext cx="615900" cy="3366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" sz="500" b="1">
                <a:solidFill>
                  <a:srgbClr val="FFFFFF"/>
                </a:solidFill>
              </a:rPr>
              <a:t>蓄積層</a:t>
            </a:r>
            <a:endParaRPr sz="5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4"/>
          <p:cNvSpPr/>
          <p:nvPr/>
        </p:nvSpPr>
        <p:spPr>
          <a:xfrm>
            <a:off x="2999928" y="1564294"/>
            <a:ext cx="601200" cy="2621700"/>
          </a:xfrm>
          <a:prstGeom prst="rect">
            <a:avLst/>
          </a:prstGeom>
          <a:solidFill>
            <a:srgbClr val="FCF4DB"/>
          </a:solidFill>
          <a:ln w="14300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275" tIns="64275" rIns="64275" bIns="6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4"/>
          <p:cNvSpPr txBox="1"/>
          <p:nvPr/>
        </p:nvSpPr>
        <p:spPr>
          <a:xfrm>
            <a:off x="2999325" y="1569450"/>
            <a:ext cx="601200" cy="3366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64275" tIns="32150" rIns="64275" bIns="32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" sz="600" b="1">
                <a:solidFill>
                  <a:srgbClr val="FFFFFF"/>
                </a:solidFill>
              </a:rPr>
              <a:t>分析・活用層</a:t>
            </a:r>
            <a:endParaRPr sz="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4"/>
          <p:cNvSpPr/>
          <p:nvPr/>
        </p:nvSpPr>
        <p:spPr>
          <a:xfrm>
            <a:off x="1609913" y="2189756"/>
            <a:ext cx="458700" cy="417600"/>
          </a:xfrm>
          <a:prstGeom prst="roundRect">
            <a:avLst>
              <a:gd name="adj" fmla="val 12607"/>
            </a:avLst>
          </a:prstGeom>
          <a:solidFill>
            <a:srgbClr val="FFFFFF"/>
          </a:solidFill>
          <a:ln w="7150" cap="flat" cmpd="sng">
            <a:solidFill>
              <a:srgbClr val="C2D5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275" tIns="64275" rIns="64275" bIns="6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7" name="Google Shape;407;p24"/>
          <p:cNvGrpSpPr/>
          <p:nvPr/>
        </p:nvGrpSpPr>
        <p:grpSpPr>
          <a:xfrm>
            <a:off x="1652487" y="2355486"/>
            <a:ext cx="315726" cy="95945"/>
            <a:chOff x="2512052" y="2988248"/>
            <a:chExt cx="420968" cy="127927"/>
          </a:xfrm>
        </p:grpSpPr>
        <p:pic>
          <p:nvPicPr>
            <p:cNvPr id="408" name="Google Shape;408;p24" title="kafka.png"/>
            <p:cNvPicPr preferRelativeResize="0"/>
            <p:nvPr/>
          </p:nvPicPr>
          <p:blipFill rotWithShape="1">
            <a:blip r:embed="rId14">
              <a:alphaModFix/>
            </a:blip>
            <a:srcRect r="63665"/>
            <a:stretch/>
          </p:blipFill>
          <p:spPr>
            <a:xfrm>
              <a:off x="2512052" y="2988248"/>
              <a:ext cx="116599" cy="1235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9" name="Google Shape;409;p24"/>
            <p:cNvSpPr txBox="1"/>
            <p:nvPr/>
          </p:nvSpPr>
          <p:spPr>
            <a:xfrm>
              <a:off x="2648620" y="2993175"/>
              <a:ext cx="2844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ja" sz="600" b="1" i="0" u="none" strike="noStrike" cap="non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Kafka</a:t>
              </a:r>
              <a:endParaRPr sz="600" b="1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0" name="Google Shape;410;p24"/>
          <p:cNvSpPr/>
          <p:nvPr/>
        </p:nvSpPr>
        <p:spPr>
          <a:xfrm>
            <a:off x="1600665" y="3273459"/>
            <a:ext cx="458700" cy="417600"/>
          </a:xfrm>
          <a:prstGeom prst="roundRect">
            <a:avLst>
              <a:gd name="adj" fmla="val 12607"/>
            </a:avLst>
          </a:prstGeom>
          <a:solidFill>
            <a:srgbClr val="FFFFFF"/>
          </a:solidFill>
          <a:ln w="7150" cap="flat" cmpd="sng">
            <a:solidFill>
              <a:srgbClr val="C2D5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275" tIns="64275" rIns="64275" bIns="6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1" name="Google Shape;411;p24" title="nifi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669927" y="3384059"/>
            <a:ext cx="330750" cy="1377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2" name="Google Shape;412;p24"/>
          <p:cNvGrpSpPr/>
          <p:nvPr/>
        </p:nvGrpSpPr>
        <p:grpSpPr>
          <a:xfrm>
            <a:off x="1813211" y="3575821"/>
            <a:ext cx="305725" cy="209935"/>
            <a:chOff x="3794467" y="4726015"/>
            <a:chExt cx="434700" cy="298500"/>
          </a:xfrm>
        </p:grpSpPr>
        <p:sp>
          <p:nvSpPr>
            <p:cNvPr id="413" name="Google Shape;413;p24"/>
            <p:cNvSpPr/>
            <p:nvPr/>
          </p:nvSpPr>
          <p:spPr>
            <a:xfrm>
              <a:off x="3862567" y="4726015"/>
              <a:ext cx="298500" cy="298500"/>
            </a:xfrm>
            <a:prstGeom prst="ellipse">
              <a:avLst/>
            </a:prstGeom>
            <a:solidFill>
              <a:srgbClr val="6D9EEB"/>
            </a:solidFill>
            <a:ln>
              <a:noFill/>
            </a:ln>
          </p:spPr>
          <p:txBody>
            <a:bodyPr spcFirstLastPara="1" wrap="square" lIns="77425" tIns="38700" rIns="77425" bIns="38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24"/>
            <p:cNvSpPr txBox="1"/>
            <p:nvPr/>
          </p:nvSpPr>
          <p:spPr>
            <a:xfrm>
              <a:off x="3794467" y="4745515"/>
              <a:ext cx="434700" cy="24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7425" tIns="38700" rIns="77425" bIns="38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"/>
                <a:buFont typeface="Arial"/>
                <a:buNone/>
              </a:pPr>
              <a:r>
                <a:rPr lang="ja" sz="3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Auto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"/>
                <a:buFont typeface="Arial"/>
                <a:buNone/>
              </a:pPr>
              <a:r>
                <a:rPr lang="ja" sz="3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Scaling</a:t>
              </a:r>
              <a:endParaRPr sz="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5" name="Google Shape;415;p24"/>
          <p:cNvSpPr/>
          <p:nvPr/>
        </p:nvSpPr>
        <p:spPr>
          <a:xfrm>
            <a:off x="2335331" y="2189756"/>
            <a:ext cx="458700" cy="1050000"/>
          </a:xfrm>
          <a:prstGeom prst="roundRect">
            <a:avLst>
              <a:gd name="adj" fmla="val 12607"/>
            </a:avLst>
          </a:prstGeom>
          <a:solidFill>
            <a:srgbClr val="FFFFFF"/>
          </a:solidFill>
          <a:ln w="7150" cap="flat" cmpd="sng">
            <a:solidFill>
              <a:srgbClr val="B7CC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275" tIns="64275" rIns="64275" bIns="6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6" name="Google Shape;416;p24"/>
          <p:cNvGrpSpPr/>
          <p:nvPr/>
        </p:nvGrpSpPr>
        <p:grpSpPr>
          <a:xfrm>
            <a:off x="2369272" y="2272988"/>
            <a:ext cx="406195" cy="92381"/>
            <a:chOff x="3469799" y="2878250"/>
            <a:chExt cx="541593" cy="123175"/>
          </a:xfrm>
        </p:grpSpPr>
        <p:pic>
          <p:nvPicPr>
            <p:cNvPr id="417" name="Google Shape;417;p24" title="iceberg.png"/>
            <p:cNvPicPr preferRelativeResize="0"/>
            <p:nvPr/>
          </p:nvPicPr>
          <p:blipFill rotWithShape="1">
            <a:blip r:embed="rId16">
              <a:alphaModFix/>
            </a:blip>
            <a:srcRect/>
            <a:stretch/>
          </p:blipFill>
          <p:spPr>
            <a:xfrm>
              <a:off x="3469799" y="2878250"/>
              <a:ext cx="123175" cy="123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8" name="Google Shape;418;p24"/>
            <p:cNvSpPr txBox="1"/>
            <p:nvPr/>
          </p:nvSpPr>
          <p:spPr>
            <a:xfrm>
              <a:off x="3633692" y="2885074"/>
              <a:ext cx="377700" cy="10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ja" sz="500" b="1" i="0" u="none" strike="noStrike" cap="non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Iceberg</a:t>
              </a:r>
              <a:endParaRPr sz="500" b="1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9" name="Google Shape;419;p24"/>
          <p:cNvSpPr/>
          <p:nvPr/>
        </p:nvSpPr>
        <p:spPr>
          <a:xfrm>
            <a:off x="2382829" y="2444924"/>
            <a:ext cx="169200" cy="130387"/>
          </a:xfrm>
          <a:prstGeom prst="flowChartMagneticDisk">
            <a:avLst/>
          </a:prstGeom>
          <a:solidFill>
            <a:schemeClr val="lt1"/>
          </a:solidFill>
          <a:ln w="71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4"/>
          <p:cNvSpPr/>
          <p:nvPr/>
        </p:nvSpPr>
        <p:spPr>
          <a:xfrm>
            <a:off x="2336054" y="3297609"/>
            <a:ext cx="458700" cy="417600"/>
          </a:xfrm>
          <a:prstGeom prst="roundRect">
            <a:avLst>
              <a:gd name="adj" fmla="val 12607"/>
            </a:avLst>
          </a:prstGeom>
          <a:solidFill>
            <a:srgbClr val="FFFFFF"/>
          </a:solidFill>
          <a:ln w="7150" cap="flat" cmpd="sng">
            <a:solidFill>
              <a:srgbClr val="B7CC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275" tIns="64275" rIns="64275" bIns="6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4"/>
          <p:cNvSpPr/>
          <p:nvPr/>
        </p:nvSpPr>
        <p:spPr>
          <a:xfrm>
            <a:off x="2468916" y="3497520"/>
            <a:ext cx="192825" cy="148593"/>
          </a:xfrm>
          <a:prstGeom prst="flowChartMagneticDisk">
            <a:avLst/>
          </a:prstGeom>
          <a:solidFill>
            <a:schemeClr val="lt1"/>
          </a:solidFill>
          <a:ln w="71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2" name="Google Shape;422;p24"/>
          <p:cNvGrpSpPr/>
          <p:nvPr/>
        </p:nvGrpSpPr>
        <p:grpSpPr>
          <a:xfrm>
            <a:off x="2390262" y="3346077"/>
            <a:ext cx="421681" cy="119983"/>
            <a:chOff x="3513724" y="3691099"/>
            <a:chExt cx="562241" cy="159977"/>
          </a:xfrm>
        </p:grpSpPr>
        <p:sp>
          <p:nvSpPr>
            <p:cNvPr id="423" name="Google Shape;423;p24"/>
            <p:cNvSpPr txBox="1"/>
            <p:nvPr/>
          </p:nvSpPr>
          <p:spPr>
            <a:xfrm>
              <a:off x="3711465" y="3711440"/>
              <a:ext cx="3645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ja" sz="600" b="1" i="0" u="none" strike="noStrike" cap="non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Kudu</a:t>
              </a:r>
              <a:endParaRPr sz="600" b="1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24" name="Google Shape;424;p24" title="kudu.png"/>
            <p:cNvPicPr preferRelativeResize="0"/>
            <p:nvPr/>
          </p:nvPicPr>
          <p:blipFill rotWithShape="1">
            <a:blip r:embed="rId17">
              <a:alphaModFix/>
            </a:blip>
            <a:srcRect/>
            <a:stretch/>
          </p:blipFill>
          <p:spPr>
            <a:xfrm>
              <a:off x="3513724" y="3691099"/>
              <a:ext cx="242100" cy="1599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5" name="Google Shape;425;p24"/>
          <p:cNvGrpSpPr/>
          <p:nvPr/>
        </p:nvGrpSpPr>
        <p:grpSpPr>
          <a:xfrm>
            <a:off x="3057038" y="2219625"/>
            <a:ext cx="458550" cy="417600"/>
            <a:chOff x="4076050" y="3453400"/>
            <a:chExt cx="611400" cy="556800"/>
          </a:xfrm>
        </p:grpSpPr>
        <p:sp>
          <p:nvSpPr>
            <p:cNvPr id="426" name="Google Shape;426;p24"/>
            <p:cNvSpPr/>
            <p:nvPr/>
          </p:nvSpPr>
          <p:spPr>
            <a:xfrm>
              <a:off x="4076050" y="3453400"/>
              <a:ext cx="611400" cy="556800"/>
            </a:xfrm>
            <a:prstGeom prst="roundRect">
              <a:avLst>
                <a:gd name="adj" fmla="val 12607"/>
              </a:avLst>
            </a:prstGeom>
            <a:solidFill>
              <a:srgbClr val="FFFFFF"/>
            </a:solidFill>
            <a:ln w="7150" cap="flat" cmpd="sng">
              <a:solidFill>
                <a:srgbClr val="FAE0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4275" tIns="64275" rIns="64275" bIns="6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24"/>
            <p:cNvSpPr txBox="1"/>
            <p:nvPr/>
          </p:nvSpPr>
          <p:spPr>
            <a:xfrm>
              <a:off x="4199500" y="3513320"/>
              <a:ext cx="3645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ja" sz="600" b="1" i="0" u="none" strike="noStrike" cap="non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Impala</a:t>
              </a:r>
              <a:endParaRPr sz="600" b="1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28" name="Google Shape;428;p24"/>
            <p:cNvPicPr preferRelativeResize="0"/>
            <p:nvPr/>
          </p:nvPicPr>
          <p:blipFill rotWithShape="1">
            <a:blip r:embed="rId18">
              <a:alphaModFix/>
            </a:blip>
            <a:srcRect/>
            <a:stretch/>
          </p:blipFill>
          <p:spPr>
            <a:xfrm>
              <a:off x="4319349" y="3649507"/>
              <a:ext cx="124802" cy="29843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9" name="Google Shape;429;p24"/>
          <p:cNvGrpSpPr/>
          <p:nvPr/>
        </p:nvGrpSpPr>
        <p:grpSpPr>
          <a:xfrm>
            <a:off x="3057038" y="2815706"/>
            <a:ext cx="458550" cy="417600"/>
            <a:chOff x="4371325" y="4026425"/>
            <a:chExt cx="611400" cy="556800"/>
          </a:xfrm>
        </p:grpSpPr>
        <p:sp>
          <p:nvSpPr>
            <p:cNvPr id="430" name="Google Shape;430;p24"/>
            <p:cNvSpPr/>
            <p:nvPr/>
          </p:nvSpPr>
          <p:spPr>
            <a:xfrm>
              <a:off x="4371325" y="4026425"/>
              <a:ext cx="611400" cy="556800"/>
            </a:xfrm>
            <a:prstGeom prst="roundRect">
              <a:avLst>
                <a:gd name="adj" fmla="val 12607"/>
              </a:avLst>
            </a:prstGeom>
            <a:solidFill>
              <a:srgbClr val="FFFFFF"/>
            </a:solidFill>
            <a:ln w="7150" cap="flat" cmpd="sng">
              <a:solidFill>
                <a:srgbClr val="FAE0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4275" tIns="64275" rIns="64275" bIns="6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24"/>
            <p:cNvSpPr txBox="1"/>
            <p:nvPr/>
          </p:nvSpPr>
          <p:spPr>
            <a:xfrm>
              <a:off x="4494775" y="4086345"/>
              <a:ext cx="3645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ja" sz="600" b="1" i="0" u="none" strike="noStrike" cap="non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CLO</a:t>
              </a:r>
              <a:endParaRPr sz="600" b="1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32" name="Google Shape;432;p24"/>
            <p:cNvPicPr preferRelativeResize="0"/>
            <p:nvPr/>
          </p:nvPicPr>
          <p:blipFill rotWithShape="1">
            <a:blip r:embed="rId19">
              <a:alphaModFix/>
            </a:blip>
            <a:srcRect/>
            <a:stretch/>
          </p:blipFill>
          <p:spPr>
            <a:xfrm>
              <a:off x="4500074" y="4264405"/>
              <a:ext cx="353903" cy="21908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3" name="Google Shape;433;p24"/>
          <p:cNvGrpSpPr/>
          <p:nvPr/>
        </p:nvGrpSpPr>
        <p:grpSpPr>
          <a:xfrm>
            <a:off x="3311996" y="2555511"/>
            <a:ext cx="305725" cy="209935"/>
            <a:chOff x="3794467" y="4726015"/>
            <a:chExt cx="434700" cy="298500"/>
          </a:xfrm>
        </p:grpSpPr>
        <p:sp>
          <p:nvSpPr>
            <p:cNvPr id="434" name="Google Shape;434;p24"/>
            <p:cNvSpPr/>
            <p:nvPr/>
          </p:nvSpPr>
          <p:spPr>
            <a:xfrm>
              <a:off x="3862567" y="4726015"/>
              <a:ext cx="298500" cy="298500"/>
            </a:xfrm>
            <a:prstGeom prst="ellipse">
              <a:avLst/>
            </a:prstGeom>
            <a:solidFill>
              <a:srgbClr val="6D9EEB"/>
            </a:solidFill>
            <a:ln>
              <a:noFill/>
            </a:ln>
          </p:spPr>
          <p:txBody>
            <a:bodyPr spcFirstLastPara="1" wrap="square" lIns="77425" tIns="38700" rIns="77425" bIns="38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24"/>
            <p:cNvSpPr txBox="1"/>
            <p:nvPr/>
          </p:nvSpPr>
          <p:spPr>
            <a:xfrm>
              <a:off x="3794467" y="4745515"/>
              <a:ext cx="434700" cy="24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7425" tIns="38700" rIns="77425" bIns="38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"/>
                <a:buFont typeface="Arial"/>
                <a:buNone/>
              </a:pPr>
              <a:r>
                <a:rPr lang="ja" sz="3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Auto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"/>
                <a:buFont typeface="Arial"/>
                <a:buNone/>
              </a:pPr>
              <a:r>
                <a:rPr lang="ja" sz="3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Scaling</a:t>
              </a:r>
              <a:endParaRPr sz="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6" name="Google Shape;436;p24"/>
          <p:cNvGrpSpPr/>
          <p:nvPr/>
        </p:nvGrpSpPr>
        <p:grpSpPr>
          <a:xfrm>
            <a:off x="4310663" y="3883792"/>
            <a:ext cx="914625" cy="197890"/>
            <a:chOff x="6156623" y="4884160"/>
            <a:chExt cx="1219500" cy="274200"/>
          </a:xfrm>
        </p:grpSpPr>
        <p:sp>
          <p:nvSpPr>
            <p:cNvPr id="437" name="Google Shape;437;p24"/>
            <p:cNvSpPr/>
            <p:nvPr/>
          </p:nvSpPr>
          <p:spPr>
            <a:xfrm>
              <a:off x="6156623" y="4884160"/>
              <a:ext cx="1219500" cy="274200"/>
            </a:xfrm>
            <a:prstGeom prst="rect">
              <a:avLst/>
            </a:prstGeom>
            <a:solidFill>
              <a:schemeClr val="lt1"/>
            </a:solidFill>
            <a:ln w="14300" cap="flat" cmpd="sng">
              <a:solidFill>
                <a:srgbClr val="6FA8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8" name="Google Shape;438;p24"/>
            <p:cNvGrpSpPr/>
            <p:nvPr/>
          </p:nvGrpSpPr>
          <p:grpSpPr>
            <a:xfrm>
              <a:off x="6220186" y="4906210"/>
              <a:ext cx="838446" cy="230100"/>
              <a:chOff x="6405609" y="2747823"/>
              <a:chExt cx="838446" cy="230100"/>
            </a:xfrm>
          </p:grpSpPr>
          <p:pic>
            <p:nvPicPr>
              <p:cNvPr id="439" name="Google Shape;439;p24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6405609" y="2777261"/>
                <a:ext cx="171226" cy="17122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40" name="Google Shape;440;p24"/>
              <p:cNvSpPr/>
              <p:nvPr/>
            </p:nvSpPr>
            <p:spPr>
              <a:xfrm>
                <a:off x="6623055" y="2747823"/>
                <a:ext cx="621000" cy="23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27000" rIns="0" bIns="270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ja" sz="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rg-uslim</a:t>
                </a:r>
                <a:endParaRPr sz="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441" name="Google Shape;441;p24" title="App1.png"/>
            <p:cNvPicPr preferRelativeResize="0"/>
            <p:nvPr/>
          </p:nvPicPr>
          <p:blipFill rotWithShape="1">
            <a:blip r:embed="rId20">
              <a:alphaModFix/>
            </a:blip>
            <a:srcRect/>
            <a:stretch/>
          </p:blipFill>
          <p:spPr>
            <a:xfrm>
              <a:off x="7159331" y="4959246"/>
              <a:ext cx="120352" cy="119426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42" name="Google Shape;442;p24"/>
          <p:cNvCxnSpPr>
            <a:stCxn id="437" idx="1"/>
          </p:cNvCxnSpPr>
          <p:nvPr/>
        </p:nvCxnSpPr>
        <p:spPr>
          <a:xfrm rot="10800000">
            <a:off x="4066763" y="2509137"/>
            <a:ext cx="243900" cy="1473600"/>
          </a:xfrm>
          <a:prstGeom prst="bentConnector2">
            <a:avLst/>
          </a:prstGeom>
          <a:noFill/>
          <a:ln w="14300" cap="flat" cmpd="sng">
            <a:solidFill>
              <a:srgbClr val="6AA84F"/>
            </a:solidFill>
            <a:prstDash val="solid"/>
            <a:round/>
            <a:headEnd type="none" w="sm" len="sm"/>
            <a:tailEnd type="none" w="med" len="med"/>
          </a:ln>
        </p:spPr>
      </p:cxnSp>
      <p:cxnSp>
        <p:nvCxnSpPr>
          <p:cNvPr id="443" name="Google Shape;443;p24"/>
          <p:cNvCxnSpPr>
            <a:stCxn id="444" idx="1"/>
          </p:cNvCxnSpPr>
          <p:nvPr/>
        </p:nvCxnSpPr>
        <p:spPr>
          <a:xfrm rot="10800000">
            <a:off x="3765460" y="2729202"/>
            <a:ext cx="583200" cy="1809600"/>
          </a:xfrm>
          <a:prstGeom prst="bentConnector2">
            <a:avLst/>
          </a:prstGeom>
          <a:noFill/>
          <a:ln w="14300" cap="flat" cmpd="sng">
            <a:solidFill>
              <a:srgbClr val="8E7CC3"/>
            </a:solidFill>
            <a:prstDash val="solid"/>
            <a:round/>
            <a:headEnd type="none" w="sm" len="sm"/>
            <a:tailEnd type="none" w="med" len="med"/>
          </a:ln>
        </p:spPr>
      </p:cxnSp>
      <p:cxnSp>
        <p:nvCxnSpPr>
          <p:cNvPr id="445" name="Google Shape;445;p24"/>
          <p:cNvCxnSpPr>
            <a:stCxn id="297" idx="3"/>
            <a:endCxn id="406" idx="1"/>
          </p:cNvCxnSpPr>
          <p:nvPr/>
        </p:nvCxnSpPr>
        <p:spPr>
          <a:xfrm>
            <a:off x="708750" y="1197000"/>
            <a:ext cx="901200" cy="1201500"/>
          </a:xfrm>
          <a:prstGeom prst="bentConnector3">
            <a:avLst>
              <a:gd name="adj1" fmla="val 50003"/>
            </a:avLst>
          </a:prstGeom>
          <a:noFill/>
          <a:ln w="14300" cap="flat" cmpd="sng">
            <a:solidFill>
              <a:srgbClr val="3C78D8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46" name="Google Shape;446;p24"/>
          <p:cNvCxnSpPr>
            <a:stCxn id="303" idx="3"/>
            <a:endCxn id="406" idx="1"/>
          </p:cNvCxnSpPr>
          <p:nvPr/>
        </p:nvCxnSpPr>
        <p:spPr>
          <a:xfrm>
            <a:off x="708750" y="1754587"/>
            <a:ext cx="901200" cy="644100"/>
          </a:xfrm>
          <a:prstGeom prst="bentConnector3">
            <a:avLst>
              <a:gd name="adj1" fmla="val 50003"/>
            </a:avLst>
          </a:prstGeom>
          <a:noFill/>
          <a:ln w="14300" cap="flat" cmpd="sng">
            <a:solidFill>
              <a:srgbClr val="3C78D8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47" name="Google Shape;447;p24"/>
          <p:cNvSpPr txBox="1"/>
          <p:nvPr/>
        </p:nvSpPr>
        <p:spPr>
          <a:xfrm>
            <a:off x="733649" y="1121568"/>
            <a:ext cx="346800" cy="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" sz="300" b="1" i="0" u="none" strike="noStrike" cap="none">
                <a:solidFill>
                  <a:srgbClr val="066DB3"/>
                </a:solidFill>
                <a:latin typeface="Arial"/>
                <a:ea typeface="Arial"/>
                <a:cs typeface="Arial"/>
                <a:sym typeface="Arial"/>
              </a:rPr>
              <a:t>Stream</a:t>
            </a:r>
            <a:endParaRPr sz="300" b="1" i="0" u="none" strike="noStrike" cap="none">
              <a:solidFill>
                <a:srgbClr val="066DB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724650" y="1683571"/>
            <a:ext cx="346800" cy="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" sz="300" b="1" i="0" u="none" strike="noStrike" cap="none">
                <a:solidFill>
                  <a:srgbClr val="066DB3"/>
                </a:solidFill>
                <a:latin typeface="Arial"/>
                <a:ea typeface="Arial"/>
                <a:cs typeface="Arial"/>
                <a:sym typeface="Arial"/>
              </a:rPr>
              <a:t>Stream</a:t>
            </a:r>
            <a:endParaRPr sz="300" b="1" i="0" u="none" strike="noStrike" cap="none">
              <a:solidFill>
                <a:srgbClr val="066DB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9" name="Google Shape;449;p24"/>
          <p:cNvCxnSpPr>
            <a:stCxn id="294" idx="3"/>
          </p:cNvCxnSpPr>
          <p:nvPr/>
        </p:nvCxnSpPr>
        <p:spPr>
          <a:xfrm>
            <a:off x="707426" y="2588719"/>
            <a:ext cx="312000" cy="1011000"/>
          </a:xfrm>
          <a:prstGeom prst="bentConnector2">
            <a:avLst/>
          </a:prstGeom>
          <a:noFill/>
          <a:ln w="14300" cap="flat" cmpd="sng">
            <a:solidFill>
              <a:srgbClr val="FF9F3E"/>
            </a:solidFill>
            <a:prstDash val="solid"/>
            <a:round/>
            <a:headEnd type="none" w="sm" len="sm"/>
            <a:tailEnd type="none" w="med" len="med"/>
          </a:ln>
        </p:spPr>
      </p:cxnSp>
      <p:cxnSp>
        <p:nvCxnSpPr>
          <p:cNvPr id="450" name="Google Shape;450;p24"/>
          <p:cNvCxnSpPr/>
          <p:nvPr/>
        </p:nvCxnSpPr>
        <p:spPr>
          <a:xfrm rot="10800000">
            <a:off x="790725" y="3978075"/>
            <a:ext cx="399900" cy="0"/>
          </a:xfrm>
          <a:prstGeom prst="straightConnector1">
            <a:avLst/>
          </a:prstGeom>
          <a:noFill/>
          <a:ln w="14300" cap="flat" cmpd="sng">
            <a:solidFill>
              <a:srgbClr val="FF9F3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1" name="Google Shape;451;p24"/>
          <p:cNvCxnSpPr>
            <a:endCxn id="309" idx="3"/>
          </p:cNvCxnSpPr>
          <p:nvPr/>
        </p:nvCxnSpPr>
        <p:spPr>
          <a:xfrm rot="10800000">
            <a:off x="708742" y="3399451"/>
            <a:ext cx="310800" cy="5700"/>
          </a:xfrm>
          <a:prstGeom prst="straightConnector1">
            <a:avLst/>
          </a:prstGeom>
          <a:noFill/>
          <a:ln w="14300" cap="flat" cmpd="sng">
            <a:solidFill>
              <a:srgbClr val="FF9F3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2" name="Google Shape;452;p24"/>
          <p:cNvCxnSpPr/>
          <p:nvPr/>
        </p:nvCxnSpPr>
        <p:spPr>
          <a:xfrm>
            <a:off x="1828735" y="2579625"/>
            <a:ext cx="0" cy="238800"/>
          </a:xfrm>
          <a:prstGeom prst="straightConnector1">
            <a:avLst/>
          </a:prstGeom>
          <a:noFill/>
          <a:ln w="14300" cap="flat" cmpd="sng">
            <a:solidFill>
              <a:srgbClr val="3C78D8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53" name="Google Shape;453;p24"/>
          <p:cNvCxnSpPr/>
          <p:nvPr/>
        </p:nvCxnSpPr>
        <p:spPr>
          <a:xfrm>
            <a:off x="2093367" y="2630363"/>
            <a:ext cx="192900" cy="0"/>
          </a:xfrm>
          <a:prstGeom prst="straightConnector1">
            <a:avLst/>
          </a:prstGeom>
          <a:noFill/>
          <a:ln w="14300" cap="flat" cmpd="sng">
            <a:solidFill>
              <a:srgbClr val="3C78D8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54" name="Google Shape;454;p24"/>
          <p:cNvCxnSpPr/>
          <p:nvPr/>
        </p:nvCxnSpPr>
        <p:spPr>
          <a:xfrm>
            <a:off x="2093367" y="2776913"/>
            <a:ext cx="192900" cy="0"/>
          </a:xfrm>
          <a:prstGeom prst="straightConnector1">
            <a:avLst/>
          </a:prstGeom>
          <a:noFill/>
          <a:ln w="14300" cap="flat" cmpd="sng">
            <a:solidFill>
              <a:srgbClr val="FF9F3E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55" name="Google Shape;455;p24"/>
          <p:cNvSpPr txBox="1"/>
          <p:nvPr/>
        </p:nvSpPr>
        <p:spPr>
          <a:xfrm>
            <a:off x="2068882" y="2844934"/>
            <a:ext cx="246600" cy="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ja" sz="500" b="1" i="0" u="none" strike="noStrike" cap="none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</a:rPr>
              <a:t>バッチ</a:t>
            </a:r>
            <a:endParaRPr sz="500" b="1" i="0" u="none" strike="noStrike" cap="none">
              <a:solidFill>
                <a:srgbClr val="3C78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4"/>
          <p:cNvSpPr txBox="1"/>
          <p:nvPr/>
        </p:nvSpPr>
        <p:spPr>
          <a:xfrm>
            <a:off x="1406579" y="2649371"/>
            <a:ext cx="330600" cy="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ja" sz="500" b="1" i="0" u="none" strike="noStrike" cap="none">
                <a:solidFill>
                  <a:srgbClr val="066DB3"/>
                </a:solidFill>
                <a:latin typeface="Arial"/>
                <a:ea typeface="Arial"/>
                <a:cs typeface="Arial"/>
                <a:sym typeface="Arial"/>
              </a:rPr>
              <a:t>Stream</a:t>
            </a:r>
            <a:endParaRPr sz="500" b="1" i="0" u="none" strike="noStrike" cap="none">
              <a:solidFill>
                <a:srgbClr val="066DB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24"/>
          <p:cNvSpPr txBox="1"/>
          <p:nvPr/>
        </p:nvSpPr>
        <p:spPr>
          <a:xfrm>
            <a:off x="2082912" y="2489827"/>
            <a:ext cx="330600" cy="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ja" sz="500" b="1" i="0" u="none" strike="noStrike" cap="none">
                <a:solidFill>
                  <a:srgbClr val="066DB3"/>
                </a:solidFill>
                <a:latin typeface="Arial"/>
                <a:ea typeface="Arial"/>
                <a:cs typeface="Arial"/>
                <a:sym typeface="Arial"/>
              </a:rPr>
              <a:t>Stream</a:t>
            </a:r>
            <a:endParaRPr sz="500" b="1" i="0" u="none" strike="noStrike" cap="none">
              <a:solidFill>
                <a:srgbClr val="066DB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8" name="Google Shape;458;p24"/>
          <p:cNvGrpSpPr/>
          <p:nvPr/>
        </p:nvGrpSpPr>
        <p:grpSpPr>
          <a:xfrm>
            <a:off x="3927402" y="4288481"/>
            <a:ext cx="319500" cy="453900"/>
            <a:chOff x="5088298" y="4739775"/>
            <a:chExt cx="426000" cy="605200"/>
          </a:xfrm>
        </p:grpSpPr>
        <p:sp>
          <p:nvSpPr>
            <p:cNvPr id="459" name="Google Shape;459;p24"/>
            <p:cNvSpPr/>
            <p:nvPr/>
          </p:nvSpPr>
          <p:spPr>
            <a:xfrm>
              <a:off x="5088298" y="4739775"/>
              <a:ext cx="426000" cy="470700"/>
            </a:xfrm>
            <a:prstGeom prst="roundRect">
              <a:avLst>
                <a:gd name="adj" fmla="val 6720"/>
              </a:avLst>
            </a:prstGeom>
            <a:solidFill>
              <a:srgbClr val="A4D1AB"/>
            </a:solidFill>
            <a:ln>
              <a:noFill/>
            </a:ln>
          </p:spPr>
          <p:txBody>
            <a:bodyPr spcFirstLastPara="1" wrap="square" lIns="67400" tIns="33700" rIns="67400" bIns="33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24"/>
            <p:cNvSpPr txBox="1"/>
            <p:nvPr/>
          </p:nvSpPr>
          <p:spPr>
            <a:xfrm>
              <a:off x="5088298" y="4925875"/>
              <a:ext cx="4260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33700" rIns="0" bIns="33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ja" sz="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Azure OnPremise</a:t>
              </a:r>
              <a:endParaRPr sz="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ja" sz="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 Gateway</a:t>
              </a:r>
              <a:endParaRPr sz="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61" name="Google Shape;461;p24"/>
            <p:cNvPicPr preferRelativeResize="0"/>
            <p:nvPr/>
          </p:nvPicPr>
          <p:blipFill rotWithShape="1">
            <a:blip r:embed="rId21">
              <a:alphaModFix/>
            </a:blip>
            <a:srcRect/>
            <a:stretch/>
          </p:blipFill>
          <p:spPr>
            <a:xfrm>
              <a:off x="5215698" y="4777638"/>
              <a:ext cx="171200" cy="17598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2" name="Google Shape;462;p24"/>
          <p:cNvGrpSpPr/>
          <p:nvPr/>
        </p:nvGrpSpPr>
        <p:grpSpPr>
          <a:xfrm>
            <a:off x="4310664" y="4435988"/>
            <a:ext cx="934650" cy="205650"/>
            <a:chOff x="6188575" y="4652338"/>
            <a:chExt cx="1246200" cy="274200"/>
          </a:xfrm>
        </p:grpSpPr>
        <p:grpSp>
          <p:nvGrpSpPr>
            <p:cNvPr id="463" name="Google Shape;463;p24"/>
            <p:cNvGrpSpPr/>
            <p:nvPr/>
          </p:nvGrpSpPr>
          <p:grpSpPr>
            <a:xfrm>
              <a:off x="6188575" y="4652338"/>
              <a:ext cx="1246200" cy="274200"/>
              <a:chOff x="6188575" y="3385363"/>
              <a:chExt cx="1246200" cy="274200"/>
            </a:xfrm>
          </p:grpSpPr>
          <p:sp>
            <p:nvSpPr>
              <p:cNvPr id="464" name="Google Shape;464;p24"/>
              <p:cNvSpPr/>
              <p:nvPr/>
            </p:nvSpPr>
            <p:spPr>
              <a:xfrm>
                <a:off x="6188575" y="3385363"/>
                <a:ext cx="1246200" cy="274200"/>
              </a:xfrm>
              <a:prstGeom prst="rect">
                <a:avLst/>
              </a:prstGeom>
              <a:solidFill>
                <a:schemeClr val="lt1"/>
              </a:solidFill>
              <a:ln w="14300" cap="flat" cmpd="sng">
                <a:solidFill>
                  <a:srgbClr val="6FA8D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68575" rIns="68575" bIns="68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65" name="Google Shape;465;p24"/>
              <p:cNvGrpSpPr/>
              <p:nvPr/>
            </p:nvGrpSpPr>
            <p:grpSpPr>
              <a:xfrm>
                <a:off x="6239236" y="3407398"/>
                <a:ext cx="838446" cy="230100"/>
                <a:chOff x="6481809" y="2747823"/>
                <a:chExt cx="838446" cy="230100"/>
              </a:xfrm>
            </p:grpSpPr>
            <p:pic>
              <p:nvPicPr>
                <p:cNvPr id="444" name="Google Shape;444;p24"/>
                <p:cNvPicPr preferRelativeResize="0"/>
                <p:nvPr/>
              </p:nvPicPr>
              <p:blipFill rotWithShape="1">
                <a:blip r:embed="rId9">
                  <a:alphaModFix/>
                </a:blip>
                <a:srcRect/>
                <a:stretch/>
              </p:blipFill>
              <p:spPr>
                <a:xfrm>
                  <a:off x="6481809" y="2777261"/>
                  <a:ext cx="171226" cy="17122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66" name="Google Shape;466;p24"/>
                <p:cNvSpPr/>
                <p:nvPr/>
              </p:nvSpPr>
              <p:spPr>
                <a:xfrm>
                  <a:off x="6699255" y="2747823"/>
                  <a:ext cx="621000" cy="230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27000" rIns="0" bIns="270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800"/>
                    <a:buFont typeface="Arial"/>
                    <a:buNone/>
                  </a:pPr>
                  <a:r>
                    <a:rPr lang="ja" sz="8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rg-powerbi</a:t>
                  </a:r>
                  <a:endParaRPr sz="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pic>
          <p:nvPicPr>
            <p:cNvPr id="467" name="Google Shape;467;p24" title="Frame 427319100.png"/>
            <p:cNvPicPr preferRelativeResize="0"/>
            <p:nvPr/>
          </p:nvPicPr>
          <p:blipFill rotWithShape="1">
            <a:blip r:embed="rId22">
              <a:alphaModFix/>
            </a:blip>
            <a:srcRect/>
            <a:stretch/>
          </p:blipFill>
          <p:spPr>
            <a:xfrm>
              <a:off x="7153278" y="4702538"/>
              <a:ext cx="151804" cy="151804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68" name="Google Shape;468;p24"/>
          <p:cNvCxnSpPr/>
          <p:nvPr/>
        </p:nvCxnSpPr>
        <p:spPr>
          <a:xfrm rot="10800000">
            <a:off x="2850452" y="2561419"/>
            <a:ext cx="130800" cy="0"/>
          </a:xfrm>
          <a:prstGeom prst="straightConnector1">
            <a:avLst/>
          </a:prstGeom>
          <a:noFill/>
          <a:ln w="14300" cap="flat" cmpd="sng">
            <a:solidFill>
              <a:srgbClr val="6AA84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69" name="Google Shape;469;p24"/>
          <p:cNvCxnSpPr/>
          <p:nvPr/>
        </p:nvCxnSpPr>
        <p:spPr>
          <a:xfrm rot="10800000">
            <a:off x="2850452" y="2334506"/>
            <a:ext cx="130800" cy="0"/>
          </a:xfrm>
          <a:prstGeom prst="straightConnector1">
            <a:avLst/>
          </a:prstGeom>
          <a:noFill/>
          <a:ln w="14300" cap="flat" cmpd="sng">
            <a:solidFill>
              <a:srgbClr val="6AA84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70" name="Google Shape;470;p24"/>
          <p:cNvSpPr txBox="1"/>
          <p:nvPr/>
        </p:nvSpPr>
        <p:spPr>
          <a:xfrm>
            <a:off x="2831802" y="2455552"/>
            <a:ext cx="246600" cy="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ja" sz="500" b="1" i="0" u="none" strike="noStrike" cap="non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SQL</a:t>
            </a:r>
            <a:endParaRPr sz="500" b="1" i="0" u="none" strike="noStrike" cap="none">
              <a:solidFill>
                <a:srgbClr val="6AA8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4"/>
          <p:cNvSpPr txBox="1"/>
          <p:nvPr/>
        </p:nvSpPr>
        <p:spPr>
          <a:xfrm>
            <a:off x="2839595" y="2199026"/>
            <a:ext cx="246600" cy="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ja" sz="500" b="1" i="0" u="none" strike="noStrike" cap="non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SQL</a:t>
            </a:r>
            <a:endParaRPr sz="500" b="1" i="0" u="none" strike="noStrike" cap="none">
              <a:solidFill>
                <a:srgbClr val="6AA8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2" name="Google Shape;472;p24"/>
          <p:cNvGrpSpPr/>
          <p:nvPr/>
        </p:nvGrpSpPr>
        <p:grpSpPr>
          <a:xfrm>
            <a:off x="2791464" y="2689481"/>
            <a:ext cx="211298" cy="210261"/>
            <a:chOff x="3958275" y="3238150"/>
            <a:chExt cx="366900" cy="365100"/>
          </a:xfrm>
        </p:grpSpPr>
        <p:sp>
          <p:nvSpPr>
            <p:cNvPr id="473" name="Google Shape;473;p24"/>
            <p:cNvSpPr/>
            <p:nvPr/>
          </p:nvSpPr>
          <p:spPr>
            <a:xfrm>
              <a:off x="3999525" y="3238150"/>
              <a:ext cx="284400" cy="365100"/>
            </a:xfrm>
            <a:prstGeom prst="roundRect">
              <a:avLst>
                <a:gd name="adj" fmla="val 6720"/>
              </a:avLst>
            </a:prstGeom>
            <a:solidFill>
              <a:srgbClr val="A4D1AB"/>
            </a:solidFill>
            <a:ln>
              <a:noFill/>
            </a:ln>
          </p:spPr>
          <p:txBody>
            <a:bodyPr spcFirstLastPara="1" wrap="square" lIns="51750" tIns="25875" rIns="51750" bIns="258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24"/>
            <p:cNvSpPr txBox="1"/>
            <p:nvPr/>
          </p:nvSpPr>
          <p:spPr>
            <a:xfrm>
              <a:off x="3958275" y="3424256"/>
              <a:ext cx="366900" cy="17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25875" rIns="0" bIns="258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"/>
                <a:buFont typeface="Arial"/>
                <a:buNone/>
              </a:pPr>
              <a:r>
                <a:rPr lang="ja" sz="300" b="1" i="0" u="none" strike="noStrike" cap="non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Ranger</a:t>
              </a:r>
              <a:endParaRPr sz="3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75" name="Google Shape;475;p24"/>
            <p:cNvPicPr preferRelativeResize="0"/>
            <p:nvPr/>
          </p:nvPicPr>
          <p:blipFill rotWithShape="1">
            <a:blip r:embed="rId23">
              <a:alphaModFix/>
            </a:blip>
            <a:srcRect/>
            <a:stretch/>
          </p:blipFill>
          <p:spPr>
            <a:xfrm>
              <a:off x="4054538" y="3291008"/>
              <a:ext cx="174375" cy="1703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6" name="Google Shape;476;p24"/>
          <p:cNvSpPr txBox="1"/>
          <p:nvPr/>
        </p:nvSpPr>
        <p:spPr>
          <a:xfrm>
            <a:off x="3570418" y="2801600"/>
            <a:ext cx="246600" cy="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ja" sz="500" b="1" i="0" u="none" strike="noStrike" cap="non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SQL</a:t>
            </a:r>
            <a:endParaRPr sz="500" b="1" i="0" u="none" strike="noStrike" cap="none">
              <a:solidFill>
                <a:srgbClr val="6AA8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7" name="Google Shape;477;p24"/>
          <p:cNvGrpSpPr/>
          <p:nvPr/>
        </p:nvGrpSpPr>
        <p:grpSpPr>
          <a:xfrm>
            <a:off x="4049039" y="1101565"/>
            <a:ext cx="859349" cy="115425"/>
            <a:chOff x="1210157" y="1510708"/>
            <a:chExt cx="1145799" cy="153900"/>
          </a:xfrm>
        </p:grpSpPr>
        <p:pic>
          <p:nvPicPr>
            <p:cNvPr id="478" name="Google Shape;478;p24"/>
            <p:cNvPicPr preferRelativeResize="0"/>
            <p:nvPr/>
          </p:nvPicPr>
          <p:blipFill rotWithShape="1">
            <a:blip r:embed="rId8">
              <a:alphaModFix/>
            </a:blip>
            <a:srcRect t="10920" b="-10920"/>
            <a:stretch/>
          </p:blipFill>
          <p:spPr>
            <a:xfrm>
              <a:off x="1210157" y="1522259"/>
              <a:ext cx="130800" cy="130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9" name="Google Shape;479;p24"/>
            <p:cNvSpPr/>
            <p:nvPr/>
          </p:nvSpPr>
          <p:spPr>
            <a:xfrm>
              <a:off x="1365656" y="1510708"/>
              <a:ext cx="9903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27000" rIns="0" bIns="27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Arial"/>
                <a:buNone/>
              </a:pPr>
              <a:r>
                <a:rPr lang="ja" sz="7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api-platform</a:t>
              </a: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80" name="Google Shape;480;p24"/>
          <p:cNvCxnSpPr/>
          <p:nvPr/>
        </p:nvCxnSpPr>
        <p:spPr>
          <a:xfrm>
            <a:off x="6086475" y="2358600"/>
            <a:ext cx="1188000" cy="0"/>
          </a:xfrm>
          <a:prstGeom prst="straightConnector1">
            <a:avLst/>
          </a:prstGeom>
          <a:noFill/>
          <a:ln w="14300" cap="flat" cmpd="sng">
            <a:solidFill>
              <a:srgbClr val="8E7CC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81" name="Google Shape;481;p24"/>
          <p:cNvCxnSpPr/>
          <p:nvPr/>
        </p:nvCxnSpPr>
        <p:spPr>
          <a:xfrm>
            <a:off x="5253291" y="4478864"/>
            <a:ext cx="840300" cy="0"/>
          </a:xfrm>
          <a:prstGeom prst="straightConnector1">
            <a:avLst/>
          </a:prstGeom>
          <a:noFill/>
          <a:ln w="14300" cap="flat" cmpd="sng">
            <a:solidFill>
              <a:srgbClr val="8E7CC3"/>
            </a:solidFill>
            <a:prstDash val="solid"/>
            <a:round/>
            <a:headEnd type="triangle" w="med" len="med"/>
            <a:tailEnd type="none" w="sm" len="sm"/>
          </a:ln>
        </p:spPr>
      </p:cxnSp>
      <p:cxnSp>
        <p:nvCxnSpPr>
          <p:cNvPr id="482" name="Google Shape;482;p24"/>
          <p:cNvCxnSpPr/>
          <p:nvPr/>
        </p:nvCxnSpPr>
        <p:spPr>
          <a:xfrm rot="10800000">
            <a:off x="6086306" y="2351175"/>
            <a:ext cx="0" cy="2135100"/>
          </a:xfrm>
          <a:prstGeom prst="straightConnector1">
            <a:avLst/>
          </a:prstGeom>
          <a:noFill/>
          <a:ln w="14300" cap="flat" cmpd="sng">
            <a:solidFill>
              <a:srgbClr val="8E7CC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83" name="Google Shape;483;p24"/>
          <p:cNvCxnSpPr/>
          <p:nvPr/>
        </p:nvCxnSpPr>
        <p:spPr>
          <a:xfrm>
            <a:off x="6607969" y="3161869"/>
            <a:ext cx="1202400" cy="0"/>
          </a:xfrm>
          <a:prstGeom prst="straightConnector1">
            <a:avLst/>
          </a:prstGeom>
          <a:noFill/>
          <a:ln w="14300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4" name="Google Shape;484;p24"/>
          <p:cNvSpPr txBox="1"/>
          <p:nvPr/>
        </p:nvSpPr>
        <p:spPr>
          <a:xfrm>
            <a:off x="3522881" y="2133131"/>
            <a:ext cx="315600" cy="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ja" sz="500" b="1" i="0" u="none" strike="noStrike" cap="non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SQL</a:t>
            </a:r>
            <a:endParaRPr sz="500" b="1" i="0" u="none" strike="noStrike" cap="none">
              <a:solidFill>
                <a:srgbClr val="6AA8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4"/>
          <p:cNvSpPr/>
          <p:nvPr/>
        </p:nvSpPr>
        <p:spPr>
          <a:xfrm>
            <a:off x="7852875" y="4620263"/>
            <a:ext cx="1075800" cy="366900"/>
          </a:xfrm>
          <a:prstGeom prst="roundRect">
            <a:avLst>
              <a:gd name="adj" fmla="val 4602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69025" tIns="34500" rIns="69025" bIns="345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4"/>
          <p:cNvSpPr txBox="1"/>
          <p:nvPr/>
        </p:nvSpPr>
        <p:spPr>
          <a:xfrm>
            <a:off x="7861579" y="4662788"/>
            <a:ext cx="7854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025" tIns="34500" rIns="69025" bIns="34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ja" sz="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外部サービス</a:t>
            </a:r>
            <a:endParaRPr sz="5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4"/>
          <p:cNvSpPr/>
          <p:nvPr/>
        </p:nvSpPr>
        <p:spPr>
          <a:xfrm>
            <a:off x="7913624" y="4826869"/>
            <a:ext cx="942600" cy="129300"/>
          </a:xfrm>
          <a:prstGeom prst="roundRect">
            <a:avLst>
              <a:gd name="adj" fmla="val 9249"/>
            </a:avLst>
          </a:prstGeom>
          <a:solidFill>
            <a:srgbClr val="FFFFFF"/>
          </a:solidFill>
          <a:ln w="2160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9025" tIns="34500" rIns="69025" bIns="345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ja" sz="5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モビリコ</a:t>
            </a:r>
            <a:endParaRPr sz="500" b="1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4"/>
          <p:cNvSpPr txBox="1"/>
          <p:nvPr/>
        </p:nvSpPr>
        <p:spPr>
          <a:xfrm>
            <a:off x="8703975" y="4775999"/>
            <a:ext cx="280500" cy="130800"/>
          </a:xfrm>
          <a:prstGeom prst="rect">
            <a:avLst/>
          </a:prstGeom>
          <a:solidFill>
            <a:srgbClr val="EDDD62">
              <a:alpha val="60000"/>
            </a:srgbClr>
          </a:solidFill>
          <a:ln>
            <a:noFill/>
          </a:ln>
        </p:spPr>
        <p:txBody>
          <a:bodyPr spcFirstLastPara="1" wrap="square" lIns="0" tIns="68575" rIns="0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rPr lang="ja" sz="400" b="1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API Key</a:t>
            </a:r>
            <a:endParaRPr sz="5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9" name="Google Shape;489;p24"/>
          <p:cNvCxnSpPr>
            <a:stCxn id="487" idx="1"/>
          </p:cNvCxnSpPr>
          <p:nvPr/>
        </p:nvCxnSpPr>
        <p:spPr>
          <a:xfrm rot="10800000">
            <a:off x="6908024" y="3785119"/>
            <a:ext cx="1005600" cy="1106400"/>
          </a:xfrm>
          <a:prstGeom prst="bentConnector2">
            <a:avLst/>
          </a:prstGeom>
          <a:noFill/>
          <a:ln w="14300" cap="flat" cmpd="sng">
            <a:solidFill>
              <a:srgbClr val="FE999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90" name="Google Shape;490;p24"/>
          <p:cNvCxnSpPr/>
          <p:nvPr/>
        </p:nvCxnSpPr>
        <p:spPr>
          <a:xfrm rot="5400000" flipH="1">
            <a:off x="6163856" y="3047963"/>
            <a:ext cx="1076100" cy="412500"/>
          </a:xfrm>
          <a:prstGeom prst="bentConnector3">
            <a:avLst>
              <a:gd name="adj1" fmla="val 16383"/>
            </a:avLst>
          </a:prstGeom>
          <a:noFill/>
          <a:ln w="14300" cap="flat" cmpd="sng">
            <a:solidFill>
              <a:srgbClr val="EA999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91" name="Google Shape;491;p24"/>
          <p:cNvCxnSpPr/>
          <p:nvPr/>
        </p:nvCxnSpPr>
        <p:spPr>
          <a:xfrm rot="10800000">
            <a:off x="3512831" y="2338793"/>
            <a:ext cx="474300" cy="0"/>
          </a:xfrm>
          <a:prstGeom prst="straightConnector1">
            <a:avLst/>
          </a:prstGeom>
          <a:noFill/>
          <a:ln w="14300" cap="flat" cmpd="sng">
            <a:solidFill>
              <a:srgbClr val="EA9999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92" name="Google Shape;492;p24"/>
          <p:cNvGrpSpPr/>
          <p:nvPr/>
        </p:nvGrpSpPr>
        <p:grpSpPr>
          <a:xfrm>
            <a:off x="4311198" y="4136813"/>
            <a:ext cx="934761" cy="205650"/>
            <a:chOff x="6156625" y="4881000"/>
            <a:chExt cx="1281900" cy="274200"/>
          </a:xfrm>
        </p:grpSpPr>
        <p:sp>
          <p:nvSpPr>
            <p:cNvPr id="493" name="Google Shape;493;p24"/>
            <p:cNvSpPr/>
            <p:nvPr/>
          </p:nvSpPr>
          <p:spPr>
            <a:xfrm>
              <a:off x="6156625" y="4881000"/>
              <a:ext cx="1281900" cy="274200"/>
            </a:xfrm>
            <a:prstGeom prst="rect">
              <a:avLst/>
            </a:prstGeom>
            <a:solidFill>
              <a:schemeClr val="lt1"/>
            </a:solidFill>
            <a:ln w="14300" cap="flat" cmpd="sng">
              <a:solidFill>
                <a:srgbClr val="6FA8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4" name="Google Shape;494;p24"/>
            <p:cNvGrpSpPr/>
            <p:nvPr/>
          </p:nvGrpSpPr>
          <p:grpSpPr>
            <a:xfrm>
              <a:off x="6220186" y="4903048"/>
              <a:ext cx="838446" cy="230100"/>
              <a:chOff x="6405609" y="2747823"/>
              <a:chExt cx="838446" cy="230100"/>
            </a:xfrm>
          </p:grpSpPr>
          <p:pic>
            <p:nvPicPr>
              <p:cNvPr id="495" name="Google Shape;495;p24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6405609" y="2777261"/>
                <a:ext cx="171226" cy="17122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96" name="Google Shape;496;p24"/>
              <p:cNvSpPr/>
              <p:nvPr/>
            </p:nvSpPr>
            <p:spPr>
              <a:xfrm>
                <a:off x="6623055" y="2747823"/>
                <a:ext cx="621000" cy="23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27000" rIns="0" bIns="270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rPr lang="ja" sz="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rg-security</a:t>
                </a:r>
                <a:endParaRPr sz="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497" name="Google Shape;497;p24" title="App1.png"/>
            <p:cNvPicPr preferRelativeResize="0"/>
            <p:nvPr/>
          </p:nvPicPr>
          <p:blipFill rotWithShape="1">
            <a:blip r:embed="rId20">
              <a:alphaModFix/>
            </a:blip>
            <a:srcRect/>
            <a:stretch/>
          </p:blipFill>
          <p:spPr>
            <a:xfrm>
              <a:off x="7083131" y="4956084"/>
              <a:ext cx="120352" cy="1194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8" name="Google Shape;498;p24" title="DB2.png"/>
            <p:cNvPicPr preferRelativeResize="0"/>
            <p:nvPr/>
          </p:nvPicPr>
          <p:blipFill rotWithShape="1">
            <a:blip r:embed="rId24">
              <a:alphaModFix/>
            </a:blip>
            <a:srcRect/>
            <a:stretch/>
          </p:blipFill>
          <p:spPr>
            <a:xfrm>
              <a:off x="7255333" y="4953574"/>
              <a:ext cx="97554" cy="126821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99" name="Google Shape;499;p24"/>
          <p:cNvCxnSpPr/>
          <p:nvPr/>
        </p:nvCxnSpPr>
        <p:spPr>
          <a:xfrm rot="10800000">
            <a:off x="6607688" y="2594194"/>
            <a:ext cx="0" cy="569400"/>
          </a:xfrm>
          <a:prstGeom prst="straightConnector1">
            <a:avLst/>
          </a:prstGeom>
          <a:noFill/>
          <a:ln w="14300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00" name="Google Shape;500;p24"/>
          <p:cNvCxnSpPr/>
          <p:nvPr/>
        </p:nvCxnSpPr>
        <p:spPr>
          <a:xfrm>
            <a:off x="6043613" y="2594109"/>
            <a:ext cx="568500" cy="0"/>
          </a:xfrm>
          <a:prstGeom prst="straightConnector1">
            <a:avLst/>
          </a:prstGeom>
          <a:noFill/>
          <a:ln w="14300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01" name="Google Shape;501;p24"/>
          <p:cNvCxnSpPr/>
          <p:nvPr/>
        </p:nvCxnSpPr>
        <p:spPr>
          <a:xfrm rot="10800000">
            <a:off x="6028884" y="2080763"/>
            <a:ext cx="12900" cy="2160600"/>
          </a:xfrm>
          <a:prstGeom prst="straightConnector1">
            <a:avLst/>
          </a:prstGeom>
          <a:noFill/>
          <a:ln w="14300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02" name="Google Shape;502;p24"/>
          <p:cNvCxnSpPr/>
          <p:nvPr/>
        </p:nvCxnSpPr>
        <p:spPr>
          <a:xfrm>
            <a:off x="5239921" y="4230488"/>
            <a:ext cx="796500" cy="0"/>
          </a:xfrm>
          <a:prstGeom prst="straightConnector1">
            <a:avLst/>
          </a:prstGeom>
          <a:noFill/>
          <a:ln w="14300" cap="flat" cmpd="sng">
            <a:solidFill>
              <a:srgbClr val="6D9EEB"/>
            </a:solidFill>
            <a:prstDash val="solid"/>
            <a:round/>
            <a:headEnd type="triangle" w="med" len="med"/>
            <a:tailEnd type="none" w="sm" len="sm"/>
          </a:ln>
        </p:spPr>
      </p:cxnSp>
      <p:cxnSp>
        <p:nvCxnSpPr>
          <p:cNvPr id="503" name="Google Shape;503;p24"/>
          <p:cNvCxnSpPr>
            <a:stCxn id="493" idx="1"/>
            <a:endCxn id="426" idx="3"/>
          </p:cNvCxnSpPr>
          <p:nvPr/>
        </p:nvCxnSpPr>
        <p:spPr>
          <a:xfrm rot="10800000">
            <a:off x="3515598" y="2428538"/>
            <a:ext cx="795600" cy="1811100"/>
          </a:xfrm>
          <a:prstGeom prst="bentConnector3">
            <a:avLst>
              <a:gd name="adj1" fmla="val 49995"/>
            </a:avLst>
          </a:prstGeom>
          <a:noFill/>
          <a:ln w="14300" cap="flat" cmpd="sng">
            <a:solidFill>
              <a:srgbClr val="6D9EEB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04" name="Google Shape;504;p24"/>
          <p:cNvCxnSpPr/>
          <p:nvPr/>
        </p:nvCxnSpPr>
        <p:spPr>
          <a:xfrm>
            <a:off x="6130972" y="1746656"/>
            <a:ext cx="0" cy="2246700"/>
          </a:xfrm>
          <a:prstGeom prst="straightConnector1">
            <a:avLst/>
          </a:prstGeom>
          <a:noFill/>
          <a:ln w="7150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05" name="Google Shape;505;p24"/>
          <p:cNvCxnSpPr/>
          <p:nvPr/>
        </p:nvCxnSpPr>
        <p:spPr>
          <a:xfrm>
            <a:off x="5234157" y="3983738"/>
            <a:ext cx="904800" cy="0"/>
          </a:xfrm>
          <a:prstGeom prst="straightConnector1">
            <a:avLst/>
          </a:prstGeom>
          <a:noFill/>
          <a:ln w="7150" cap="flat" cmpd="sng">
            <a:solidFill>
              <a:srgbClr val="6AA84F"/>
            </a:solidFill>
            <a:prstDash val="solid"/>
            <a:round/>
            <a:headEnd type="triangle" w="med" len="med"/>
            <a:tailEnd type="none" w="sm" len="sm"/>
          </a:ln>
        </p:spPr>
      </p:cxnSp>
      <p:cxnSp>
        <p:nvCxnSpPr>
          <p:cNvPr id="506" name="Google Shape;506;p24"/>
          <p:cNvCxnSpPr/>
          <p:nvPr/>
        </p:nvCxnSpPr>
        <p:spPr>
          <a:xfrm>
            <a:off x="3948263" y="1446619"/>
            <a:ext cx="0" cy="1065000"/>
          </a:xfrm>
          <a:prstGeom prst="straightConnector1">
            <a:avLst/>
          </a:prstGeom>
          <a:noFill/>
          <a:ln w="7150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07" name="Google Shape;507;p24"/>
          <p:cNvCxnSpPr/>
          <p:nvPr/>
        </p:nvCxnSpPr>
        <p:spPr>
          <a:xfrm>
            <a:off x="7232494" y="966675"/>
            <a:ext cx="690000" cy="0"/>
          </a:xfrm>
          <a:prstGeom prst="straightConnector1">
            <a:avLst/>
          </a:prstGeom>
          <a:noFill/>
          <a:ln w="7150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08" name="Google Shape;508;p24"/>
          <p:cNvCxnSpPr/>
          <p:nvPr/>
        </p:nvCxnSpPr>
        <p:spPr>
          <a:xfrm rot="10800000">
            <a:off x="3946294" y="1706175"/>
            <a:ext cx="2794800" cy="0"/>
          </a:xfrm>
          <a:prstGeom prst="straightConnector1">
            <a:avLst/>
          </a:prstGeom>
          <a:noFill/>
          <a:ln w="7150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09" name="Google Shape;509;p24"/>
          <p:cNvGrpSpPr/>
          <p:nvPr/>
        </p:nvGrpSpPr>
        <p:grpSpPr>
          <a:xfrm>
            <a:off x="5004461" y="1584376"/>
            <a:ext cx="911025" cy="205650"/>
            <a:chOff x="6619274" y="2382426"/>
            <a:chExt cx="1214700" cy="274200"/>
          </a:xfrm>
        </p:grpSpPr>
        <p:sp>
          <p:nvSpPr>
            <p:cNvPr id="510" name="Google Shape;510;p24"/>
            <p:cNvSpPr/>
            <p:nvPr/>
          </p:nvSpPr>
          <p:spPr>
            <a:xfrm>
              <a:off x="6619274" y="2382426"/>
              <a:ext cx="1214700" cy="274200"/>
            </a:xfrm>
            <a:prstGeom prst="rect">
              <a:avLst/>
            </a:prstGeom>
            <a:solidFill>
              <a:schemeClr val="lt1"/>
            </a:solidFill>
            <a:ln w="14300" cap="flat" cmpd="sng">
              <a:solidFill>
                <a:srgbClr val="FBD4B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1" name="Google Shape;511;p24"/>
            <p:cNvGrpSpPr/>
            <p:nvPr/>
          </p:nvGrpSpPr>
          <p:grpSpPr>
            <a:xfrm>
              <a:off x="6682840" y="2404469"/>
              <a:ext cx="849666" cy="230100"/>
              <a:chOff x="1268036" y="1063581"/>
              <a:chExt cx="849666" cy="230100"/>
            </a:xfrm>
          </p:grpSpPr>
          <p:pic>
            <p:nvPicPr>
              <p:cNvPr id="512" name="Google Shape;512;p24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1268036" y="1104398"/>
                <a:ext cx="180000" cy="180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3" name="Google Shape;513;p24"/>
              <p:cNvSpPr/>
              <p:nvPr/>
            </p:nvSpPr>
            <p:spPr>
              <a:xfrm>
                <a:off x="1496702" y="1063581"/>
                <a:ext cx="621000" cy="23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27000" rIns="0" bIns="270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rPr lang="ja"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ucarvideo</a:t>
                </a:r>
                <a:endPara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514" name="Google Shape;514;p24" title="DB2.png"/>
            <p:cNvPicPr preferRelativeResize="0"/>
            <p:nvPr/>
          </p:nvPicPr>
          <p:blipFill rotWithShape="1">
            <a:blip r:embed="rId24">
              <a:alphaModFix/>
            </a:blip>
            <a:srcRect/>
            <a:stretch/>
          </p:blipFill>
          <p:spPr>
            <a:xfrm>
              <a:off x="7649033" y="2455976"/>
              <a:ext cx="97554" cy="126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5" name="Google Shape;515;p24" title="App1.png"/>
            <p:cNvPicPr preferRelativeResize="0"/>
            <p:nvPr/>
          </p:nvPicPr>
          <p:blipFill rotWithShape="1">
            <a:blip r:embed="rId20">
              <a:alphaModFix/>
            </a:blip>
            <a:srcRect/>
            <a:stretch/>
          </p:blipFill>
          <p:spPr>
            <a:xfrm>
              <a:off x="7484871" y="2457373"/>
              <a:ext cx="120352" cy="119426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516" name="Google Shape;516;p24"/>
          <p:cNvCxnSpPr/>
          <p:nvPr/>
        </p:nvCxnSpPr>
        <p:spPr>
          <a:xfrm>
            <a:off x="7273322" y="2351513"/>
            <a:ext cx="0" cy="1182300"/>
          </a:xfrm>
          <a:prstGeom prst="straightConnector1">
            <a:avLst/>
          </a:prstGeom>
          <a:noFill/>
          <a:ln w="14300" cap="flat" cmpd="sng">
            <a:solidFill>
              <a:srgbClr val="8E7CC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17" name="Google Shape;517;p24"/>
          <p:cNvCxnSpPr/>
          <p:nvPr/>
        </p:nvCxnSpPr>
        <p:spPr>
          <a:xfrm>
            <a:off x="7271700" y="3540788"/>
            <a:ext cx="468300" cy="0"/>
          </a:xfrm>
          <a:prstGeom prst="straightConnector1">
            <a:avLst/>
          </a:prstGeom>
          <a:noFill/>
          <a:ln w="14300" cap="flat" cmpd="sng">
            <a:solidFill>
              <a:srgbClr val="8E7CC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18" name="Google Shape;518;p24"/>
          <p:cNvCxnSpPr/>
          <p:nvPr/>
        </p:nvCxnSpPr>
        <p:spPr>
          <a:xfrm>
            <a:off x="7740263" y="4108125"/>
            <a:ext cx="112800" cy="0"/>
          </a:xfrm>
          <a:prstGeom prst="straightConnector1">
            <a:avLst/>
          </a:prstGeom>
          <a:noFill/>
          <a:ln w="14300" cap="flat" cmpd="sng">
            <a:solidFill>
              <a:srgbClr val="8E7CC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19" name="Google Shape;519;p24"/>
          <p:cNvCxnSpPr/>
          <p:nvPr/>
        </p:nvCxnSpPr>
        <p:spPr>
          <a:xfrm>
            <a:off x="7740750" y="3538538"/>
            <a:ext cx="0" cy="567900"/>
          </a:xfrm>
          <a:prstGeom prst="straightConnector1">
            <a:avLst/>
          </a:prstGeom>
          <a:noFill/>
          <a:ln w="14300" cap="flat" cmpd="sng">
            <a:solidFill>
              <a:srgbClr val="8E7CC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0" name="Google Shape;520;p24"/>
          <p:cNvCxnSpPr/>
          <p:nvPr/>
        </p:nvCxnSpPr>
        <p:spPr>
          <a:xfrm>
            <a:off x="7233713" y="973275"/>
            <a:ext cx="0" cy="780000"/>
          </a:xfrm>
          <a:prstGeom prst="straightConnector1">
            <a:avLst/>
          </a:prstGeom>
          <a:noFill/>
          <a:ln w="7150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1" name="Google Shape;521;p24"/>
          <p:cNvCxnSpPr/>
          <p:nvPr/>
        </p:nvCxnSpPr>
        <p:spPr>
          <a:xfrm>
            <a:off x="6124575" y="1749900"/>
            <a:ext cx="1103400" cy="0"/>
          </a:xfrm>
          <a:prstGeom prst="straightConnector1">
            <a:avLst/>
          </a:prstGeom>
          <a:noFill/>
          <a:ln w="7150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2" name="Google Shape;522;p24"/>
          <p:cNvCxnSpPr/>
          <p:nvPr/>
        </p:nvCxnSpPr>
        <p:spPr>
          <a:xfrm>
            <a:off x="5986808" y="1998356"/>
            <a:ext cx="918000" cy="0"/>
          </a:xfrm>
          <a:prstGeom prst="straightConnector1">
            <a:avLst/>
          </a:prstGeom>
          <a:noFill/>
          <a:ln w="7150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3" name="Google Shape;523;p24"/>
          <p:cNvCxnSpPr/>
          <p:nvPr/>
        </p:nvCxnSpPr>
        <p:spPr>
          <a:xfrm>
            <a:off x="3950504" y="1440881"/>
            <a:ext cx="3789900" cy="0"/>
          </a:xfrm>
          <a:prstGeom prst="straightConnector1">
            <a:avLst/>
          </a:prstGeom>
          <a:noFill/>
          <a:ln w="7150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4" name="Google Shape;524;p24"/>
          <p:cNvCxnSpPr/>
          <p:nvPr/>
        </p:nvCxnSpPr>
        <p:spPr>
          <a:xfrm>
            <a:off x="6736275" y="1704975"/>
            <a:ext cx="0" cy="1167600"/>
          </a:xfrm>
          <a:prstGeom prst="straightConnector1">
            <a:avLst/>
          </a:prstGeom>
          <a:noFill/>
          <a:ln w="7150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25" name="Google Shape;525;p24"/>
          <p:cNvGrpSpPr/>
          <p:nvPr/>
        </p:nvGrpSpPr>
        <p:grpSpPr>
          <a:xfrm>
            <a:off x="5004461" y="1346466"/>
            <a:ext cx="911025" cy="205650"/>
            <a:chOff x="6619274" y="1968650"/>
            <a:chExt cx="1214700" cy="274200"/>
          </a:xfrm>
        </p:grpSpPr>
        <p:sp>
          <p:nvSpPr>
            <p:cNvPr id="526" name="Google Shape;526;p24"/>
            <p:cNvSpPr/>
            <p:nvPr/>
          </p:nvSpPr>
          <p:spPr>
            <a:xfrm>
              <a:off x="6619274" y="1968650"/>
              <a:ext cx="1214700" cy="274200"/>
            </a:xfrm>
            <a:prstGeom prst="rect">
              <a:avLst/>
            </a:prstGeom>
            <a:solidFill>
              <a:schemeClr val="lt1"/>
            </a:solidFill>
            <a:ln w="14300" cap="flat" cmpd="sng">
              <a:solidFill>
                <a:srgbClr val="FBD4B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27" name="Google Shape;527;p24"/>
            <p:cNvGrpSpPr/>
            <p:nvPr/>
          </p:nvGrpSpPr>
          <p:grpSpPr>
            <a:xfrm>
              <a:off x="6682840" y="1990677"/>
              <a:ext cx="849666" cy="230100"/>
              <a:chOff x="1268036" y="1063581"/>
              <a:chExt cx="849666" cy="230100"/>
            </a:xfrm>
          </p:grpSpPr>
          <p:pic>
            <p:nvPicPr>
              <p:cNvPr id="528" name="Google Shape;528;p24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1268036" y="1104398"/>
                <a:ext cx="180000" cy="180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29" name="Google Shape;529;p24"/>
              <p:cNvSpPr/>
              <p:nvPr/>
            </p:nvSpPr>
            <p:spPr>
              <a:xfrm>
                <a:off x="1496702" y="1063581"/>
                <a:ext cx="621000" cy="23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27000" rIns="0" bIns="270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rPr lang="ja"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digibo</a:t>
                </a:r>
                <a:endPara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530" name="Google Shape;530;p24" title="DB2.png"/>
            <p:cNvPicPr preferRelativeResize="0"/>
            <p:nvPr/>
          </p:nvPicPr>
          <p:blipFill rotWithShape="1">
            <a:blip r:embed="rId24">
              <a:alphaModFix/>
            </a:blip>
            <a:srcRect/>
            <a:stretch/>
          </p:blipFill>
          <p:spPr>
            <a:xfrm>
              <a:off x="7649033" y="2042185"/>
              <a:ext cx="97554" cy="126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1" name="Google Shape;531;p24" title="App1.png"/>
            <p:cNvPicPr preferRelativeResize="0"/>
            <p:nvPr/>
          </p:nvPicPr>
          <p:blipFill rotWithShape="1">
            <a:blip r:embed="rId20">
              <a:alphaModFix/>
            </a:blip>
            <a:srcRect/>
            <a:stretch/>
          </p:blipFill>
          <p:spPr>
            <a:xfrm>
              <a:off x="7484871" y="2043582"/>
              <a:ext cx="120352" cy="1194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2" name="Google Shape;532;p24"/>
          <p:cNvGrpSpPr/>
          <p:nvPr/>
        </p:nvGrpSpPr>
        <p:grpSpPr>
          <a:xfrm>
            <a:off x="6428091" y="1346606"/>
            <a:ext cx="147471" cy="1475100"/>
            <a:chOff x="8385190" y="1924062"/>
            <a:chExt cx="196628" cy="1966800"/>
          </a:xfrm>
        </p:grpSpPr>
        <p:sp>
          <p:nvSpPr>
            <p:cNvPr id="533" name="Google Shape;533;p24"/>
            <p:cNvSpPr/>
            <p:nvPr/>
          </p:nvSpPr>
          <p:spPr>
            <a:xfrm rot="5400000">
              <a:off x="7493440" y="2815812"/>
              <a:ext cx="1966800" cy="183300"/>
            </a:xfrm>
            <a:prstGeom prst="roundRect">
              <a:avLst>
                <a:gd name="adj" fmla="val 9249"/>
              </a:avLst>
            </a:prstGeom>
            <a:solidFill>
              <a:srgbClr val="A4D1AB"/>
            </a:solidFill>
            <a:ln>
              <a:noFill/>
            </a:ln>
          </p:spPr>
          <p:txBody>
            <a:bodyPr spcFirstLastPara="1" wrap="square" lIns="67400" tIns="33700" rIns="67400" bIns="33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24"/>
            <p:cNvSpPr txBox="1"/>
            <p:nvPr/>
          </p:nvSpPr>
          <p:spPr>
            <a:xfrm rot="5400000">
              <a:off x="7989018" y="2843649"/>
              <a:ext cx="992100" cy="19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33700" rIns="0" bIns="33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ja" sz="5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Express Route Gateway</a:t>
              </a:r>
              <a:endParaRPr sz="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35" name="Google Shape;535;p24"/>
            <p:cNvPicPr preferRelativeResize="0"/>
            <p:nvPr/>
          </p:nvPicPr>
          <p:blipFill rotWithShape="1">
            <a:blip r:embed="rId25">
              <a:alphaModFix/>
            </a:blip>
            <a:srcRect l="7358" t="7358" r="7376" b="7376"/>
            <a:stretch/>
          </p:blipFill>
          <p:spPr>
            <a:xfrm>
              <a:off x="8400778" y="2186643"/>
              <a:ext cx="156300" cy="13826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6" name="Google Shape;536;p24"/>
          <p:cNvGrpSpPr/>
          <p:nvPr/>
        </p:nvGrpSpPr>
        <p:grpSpPr>
          <a:xfrm>
            <a:off x="6232359" y="1345915"/>
            <a:ext cx="160425" cy="1318606"/>
            <a:chOff x="8151652" y="2898207"/>
            <a:chExt cx="213900" cy="1761900"/>
          </a:xfrm>
        </p:grpSpPr>
        <p:sp>
          <p:nvSpPr>
            <p:cNvPr id="537" name="Google Shape;537;p24"/>
            <p:cNvSpPr/>
            <p:nvPr/>
          </p:nvSpPr>
          <p:spPr>
            <a:xfrm rot="5400000">
              <a:off x="7374115" y="3680907"/>
              <a:ext cx="1761900" cy="196500"/>
            </a:xfrm>
            <a:prstGeom prst="roundRect">
              <a:avLst>
                <a:gd name="adj" fmla="val 9249"/>
              </a:avLst>
            </a:prstGeom>
            <a:solidFill>
              <a:srgbClr val="A4D1AB"/>
            </a:solidFill>
            <a:ln>
              <a:noFill/>
            </a:ln>
          </p:spPr>
          <p:txBody>
            <a:bodyPr spcFirstLastPara="1" wrap="square" lIns="67400" tIns="33700" rIns="67400" bIns="33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24"/>
            <p:cNvSpPr txBox="1"/>
            <p:nvPr/>
          </p:nvSpPr>
          <p:spPr>
            <a:xfrm rot="5400000">
              <a:off x="7774702" y="3792822"/>
              <a:ext cx="967800" cy="21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33700" rIns="0" bIns="33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ja" sz="6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Application Gateway</a:t>
              </a:r>
              <a:endPara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39" name="Google Shape;539;p24"/>
            <p:cNvPicPr preferRelativeResize="0"/>
            <p:nvPr/>
          </p:nvPicPr>
          <p:blipFill rotWithShape="1">
            <a:blip r:embed="rId26">
              <a:alphaModFix/>
            </a:blip>
            <a:srcRect/>
            <a:stretch/>
          </p:blipFill>
          <p:spPr>
            <a:xfrm>
              <a:off x="8172653" y="3123568"/>
              <a:ext cx="174300" cy="17772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40" name="Google Shape;540;p24"/>
          <p:cNvGrpSpPr/>
          <p:nvPr/>
        </p:nvGrpSpPr>
        <p:grpSpPr>
          <a:xfrm>
            <a:off x="6975672" y="1396613"/>
            <a:ext cx="175725" cy="1042875"/>
            <a:chOff x="9197308" y="1862150"/>
            <a:chExt cx="234300" cy="1390500"/>
          </a:xfrm>
        </p:grpSpPr>
        <p:sp>
          <p:nvSpPr>
            <p:cNvPr id="541" name="Google Shape;541;p24"/>
            <p:cNvSpPr/>
            <p:nvPr/>
          </p:nvSpPr>
          <p:spPr>
            <a:xfrm rot="5400000">
              <a:off x="8616375" y="2454950"/>
              <a:ext cx="1390500" cy="204900"/>
            </a:xfrm>
            <a:prstGeom prst="roundRect">
              <a:avLst>
                <a:gd name="adj" fmla="val 9249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67400" tIns="33700" rIns="67400" bIns="33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24"/>
            <p:cNvSpPr txBox="1"/>
            <p:nvPr/>
          </p:nvSpPr>
          <p:spPr>
            <a:xfrm rot="5400000">
              <a:off x="8886508" y="2545900"/>
              <a:ext cx="855900" cy="23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400" tIns="33700" rIns="67400" bIns="33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ja" sz="700" b="1" i="0" u="none" strike="noStrike" cap="none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rPr>
                <a:t>ATSC / GAC</a:t>
              </a:r>
              <a:endParaRPr sz="700" b="1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43" name="Google Shape;543;p24"/>
            <p:cNvPicPr preferRelativeResize="0"/>
            <p:nvPr/>
          </p:nvPicPr>
          <p:blipFill rotWithShape="1">
            <a:blip r:embed="rId27">
              <a:alphaModFix/>
            </a:blip>
            <a:srcRect/>
            <a:stretch/>
          </p:blipFill>
          <p:spPr>
            <a:xfrm>
              <a:off x="9261202" y="1951209"/>
              <a:ext cx="133306" cy="136406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544" name="Google Shape;544;p24"/>
          <p:cNvCxnSpPr>
            <a:stCxn id="348" idx="1"/>
            <a:endCxn id="542" idx="0"/>
          </p:cNvCxnSpPr>
          <p:nvPr/>
        </p:nvCxnSpPr>
        <p:spPr>
          <a:xfrm flipH="1">
            <a:off x="7151309" y="1155163"/>
            <a:ext cx="780300" cy="842100"/>
          </a:xfrm>
          <a:prstGeom prst="bentConnector3">
            <a:avLst>
              <a:gd name="adj1" fmla="val 49994"/>
            </a:avLst>
          </a:prstGeom>
          <a:noFill/>
          <a:ln w="7150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5" name="Google Shape;545;p24"/>
          <p:cNvCxnSpPr/>
          <p:nvPr/>
        </p:nvCxnSpPr>
        <p:spPr>
          <a:xfrm rot="5400000">
            <a:off x="4783014" y="2433264"/>
            <a:ext cx="1636500" cy="770400"/>
          </a:xfrm>
          <a:prstGeom prst="bentConnector3">
            <a:avLst>
              <a:gd name="adj1" fmla="val 100408"/>
            </a:avLst>
          </a:prstGeom>
          <a:noFill/>
          <a:ln w="7150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6" name="Google Shape;546;p24"/>
          <p:cNvCxnSpPr/>
          <p:nvPr/>
        </p:nvCxnSpPr>
        <p:spPr>
          <a:xfrm>
            <a:off x="6762750" y="2874338"/>
            <a:ext cx="982500" cy="0"/>
          </a:xfrm>
          <a:prstGeom prst="straightConnector1">
            <a:avLst/>
          </a:prstGeom>
          <a:noFill/>
          <a:ln w="7150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7" name="Google Shape;547;p24"/>
          <p:cNvCxnSpPr/>
          <p:nvPr/>
        </p:nvCxnSpPr>
        <p:spPr>
          <a:xfrm>
            <a:off x="7743806" y="1951350"/>
            <a:ext cx="0" cy="924000"/>
          </a:xfrm>
          <a:prstGeom prst="straightConnector1">
            <a:avLst/>
          </a:prstGeom>
          <a:noFill/>
          <a:ln w="7150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8" name="Google Shape;548;p24"/>
          <p:cNvCxnSpPr/>
          <p:nvPr/>
        </p:nvCxnSpPr>
        <p:spPr>
          <a:xfrm rot="10800000" flipH="1">
            <a:off x="7747334" y="1952018"/>
            <a:ext cx="184200" cy="1800"/>
          </a:xfrm>
          <a:prstGeom prst="straightConnector1">
            <a:avLst/>
          </a:prstGeom>
          <a:noFill/>
          <a:ln w="7150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49" name="Google Shape;549;p24"/>
          <p:cNvGrpSpPr/>
          <p:nvPr/>
        </p:nvGrpSpPr>
        <p:grpSpPr>
          <a:xfrm>
            <a:off x="4302825" y="3519525"/>
            <a:ext cx="934650" cy="205650"/>
            <a:chOff x="5737100" y="4692700"/>
            <a:chExt cx="1246200" cy="274200"/>
          </a:xfrm>
        </p:grpSpPr>
        <p:sp>
          <p:nvSpPr>
            <p:cNvPr id="550" name="Google Shape;550;p24"/>
            <p:cNvSpPr/>
            <p:nvPr/>
          </p:nvSpPr>
          <p:spPr>
            <a:xfrm>
              <a:off x="5737100" y="4692700"/>
              <a:ext cx="1246200" cy="274200"/>
            </a:xfrm>
            <a:prstGeom prst="rect">
              <a:avLst/>
            </a:prstGeom>
            <a:solidFill>
              <a:schemeClr val="lt1"/>
            </a:solidFill>
            <a:ln w="14300" cap="flat" cmpd="sng">
              <a:solidFill>
                <a:srgbClr val="FBD4B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51" name="Google Shape;551;p24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813591" y="4755560"/>
              <a:ext cx="180000" cy="18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2" name="Google Shape;552;p24"/>
            <p:cNvSpPr/>
            <p:nvPr/>
          </p:nvSpPr>
          <p:spPr>
            <a:xfrm>
              <a:off x="6066307" y="4714743"/>
              <a:ext cx="621000" cy="23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27000" rIns="0" bIns="27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ja"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toyopo</a:t>
              </a: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53" name="Google Shape;553;p24" title="DB2.png"/>
            <p:cNvPicPr preferRelativeResize="0"/>
            <p:nvPr/>
          </p:nvPicPr>
          <p:blipFill rotWithShape="1">
            <a:blip r:embed="rId24">
              <a:alphaModFix/>
            </a:blip>
            <a:srcRect/>
            <a:stretch/>
          </p:blipFill>
          <p:spPr>
            <a:xfrm>
              <a:off x="6766856" y="4766250"/>
              <a:ext cx="97554" cy="126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4" name="Google Shape;554;p24" title="App1.png"/>
            <p:cNvPicPr preferRelativeResize="0"/>
            <p:nvPr/>
          </p:nvPicPr>
          <p:blipFill rotWithShape="1">
            <a:blip r:embed="rId20">
              <a:alphaModFix/>
            </a:blip>
            <a:srcRect/>
            <a:stretch/>
          </p:blipFill>
          <p:spPr>
            <a:xfrm>
              <a:off x="6602694" y="4767647"/>
              <a:ext cx="120352" cy="11942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55" name="Google Shape;555;p24" title="prisma_cloud.png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3660938" y="1042941"/>
            <a:ext cx="211275" cy="211275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24"/>
          <p:cNvSpPr/>
          <p:nvPr/>
        </p:nvSpPr>
        <p:spPr>
          <a:xfrm>
            <a:off x="3043993" y="3302724"/>
            <a:ext cx="477300" cy="290400"/>
          </a:xfrm>
          <a:prstGeom prst="roundRect">
            <a:avLst>
              <a:gd name="adj" fmla="val 12607"/>
            </a:avLst>
          </a:prstGeom>
          <a:solidFill>
            <a:srgbClr val="FFFFFF"/>
          </a:solidFill>
          <a:ln w="7150" cap="flat" cmpd="sng">
            <a:solidFill>
              <a:srgbClr val="FAE0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275" tIns="64275" rIns="64275" bIns="6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24"/>
          <p:cNvSpPr txBox="1"/>
          <p:nvPr/>
        </p:nvSpPr>
        <p:spPr>
          <a:xfrm>
            <a:off x="3145898" y="3411779"/>
            <a:ext cx="2733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ja" sz="500" b="1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dataviz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24"/>
          <p:cNvSpPr/>
          <p:nvPr/>
        </p:nvSpPr>
        <p:spPr>
          <a:xfrm>
            <a:off x="2294350" y="638464"/>
            <a:ext cx="7428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000" rIns="0" bIns="27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TOYOTEC DAP</a:t>
            </a:r>
            <a:endParaRPr sz="1100"/>
          </a:p>
        </p:txBody>
      </p:sp>
      <p:cxnSp>
        <p:nvCxnSpPr>
          <p:cNvPr id="559" name="Google Shape;559;p24"/>
          <p:cNvCxnSpPr>
            <a:stCxn id="464" idx="3"/>
            <a:endCxn id="368" idx="1"/>
          </p:cNvCxnSpPr>
          <p:nvPr/>
        </p:nvCxnSpPr>
        <p:spPr>
          <a:xfrm rot="10800000" flipH="1">
            <a:off x="5245314" y="4223513"/>
            <a:ext cx="2061000" cy="315300"/>
          </a:xfrm>
          <a:prstGeom prst="bentConnector3">
            <a:avLst>
              <a:gd name="adj1" fmla="val 49999"/>
            </a:avLst>
          </a:prstGeom>
          <a:noFill/>
          <a:ln w="14300" cap="flat" cmpd="sng">
            <a:solidFill>
              <a:schemeClr val="accent5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60" name="Google Shape;560;p24"/>
          <p:cNvCxnSpPr/>
          <p:nvPr/>
        </p:nvCxnSpPr>
        <p:spPr>
          <a:xfrm>
            <a:off x="3978610" y="2167600"/>
            <a:ext cx="959700" cy="600"/>
          </a:xfrm>
          <a:prstGeom prst="straightConnector1">
            <a:avLst/>
          </a:prstGeom>
          <a:noFill/>
          <a:ln w="14300" cap="flat" cmpd="sng">
            <a:solidFill>
              <a:srgbClr val="EA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1" name="Google Shape;561;p24"/>
          <p:cNvCxnSpPr/>
          <p:nvPr/>
        </p:nvCxnSpPr>
        <p:spPr>
          <a:xfrm>
            <a:off x="4947219" y="2156019"/>
            <a:ext cx="0" cy="1050000"/>
          </a:xfrm>
          <a:prstGeom prst="straightConnector1">
            <a:avLst/>
          </a:prstGeom>
          <a:noFill/>
          <a:ln w="14300" cap="flat" cmpd="sng">
            <a:solidFill>
              <a:srgbClr val="EA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2" name="Google Shape;562;p24"/>
          <p:cNvCxnSpPr/>
          <p:nvPr/>
        </p:nvCxnSpPr>
        <p:spPr>
          <a:xfrm rot="10800000">
            <a:off x="7804031" y="2980500"/>
            <a:ext cx="0" cy="688800"/>
          </a:xfrm>
          <a:prstGeom prst="straightConnector1">
            <a:avLst/>
          </a:prstGeom>
          <a:noFill/>
          <a:ln w="14300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63" name="Google Shape;563;p24"/>
          <p:cNvCxnSpPr/>
          <p:nvPr/>
        </p:nvCxnSpPr>
        <p:spPr>
          <a:xfrm>
            <a:off x="7800984" y="3209991"/>
            <a:ext cx="117300" cy="0"/>
          </a:xfrm>
          <a:prstGeom prst="straightConnector1">
            <a:avLst/>
          </a:prstGeom>
          <a:noFill/>
          <a:ln w="14300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64" name="Google Shape;564;p24"/>
          <p:cNvCxnSpPr/>
          <p:nvPr/>
        </p:nvCxnSpPr>
        <p:spPr>
          <a:xfrm>
            <a:off x="7800984" y="3443709"/>
            <a:ext cx="117300" cy="0"/>
          </a:xfrm>
          <a:prstGeom prst="straightConnector1">
            <a:avLst/>
          </a:prstGeom>
          <a:noFill/>
          <a:ln w="14300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65" name="Google Shape;565;p24"/>
          <p:cNvCxnSpPr/>
          <p:nvPr/>
        </p:nvCxnSpPr>
        <p:spPr>
          <a:xfrm>
            <a:off x="7800984" y="3673847"/>
            <a:ext cx="117300" cy="0"/>
          </a:xfrm>
          <a:prstGeom prst="straightConnector1">
            <a:avLst/>
          </a:prstGeom>
          <a:noFill/>
          <a:ln w="14300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66" name="Google Shape;566;p24"/>
          <p:cNvCxnSpPr/>
          <p:nvPr/>
        </p:nvCxnSpPr>
        <p:spPr>
          <a:xfrm>
            <a:off x="5812406" y="2937234"/>
            <a:ext cx="234900" cy="0"/>
          </a:xfrm>
          <a:prstGeom prst="straightConnector1">
            <a:avLst/>
          </a:prstGeom>
          <a:noFill/>
          <a:ln w="14300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67" name="Google Shape;567;p24"/>
          <p:cNvGrpSpPr/>
          <p:nvPr/>
        </p:nvGrpSpPr>
        <p:grpSpPr>
          <a:xfrm>
            <a:off x="5008780" y="2863394"/>
            <a:ext cx="911025" cy="205650"/>
            <a:chOff x="6619274" y="1968650"/>
            <a:chExt cx="1214700" cy="274200"/>
          </a:xfrm>
        </p:grpSpPr>
        <p:sp>
          <p:nvSpPr>
            <p:cNvPr id="568" name="Google Shape;568;p24"/>
            <p:cNvSpPr/>
            <p:nvPr/>
          </p:nvSpPr>
          <p:spPr>
            <a:xfrm>
              <a:off x="6619274" y="1968650"/>
              <a:ext cx="1214700" cy="274200"/>
            </a:xfrm>
            <a:prstGeom prst="rect">
              <a:avLst/>
            </a:prstGeom>
            <a:solidFill>
              <a:schemeClr val="lt1"/>
            </a:solidFill>
            <a:ln w="14300" cap="flat" cmpd="sng">
              <a:solidFill>
                <a:srgbClr val="FBD4B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9" name="Google Shape;569;p24"/>
            <p:cNvGrpSpPr/>
            <p:nvPr/>
          </p:nvGrpSpPr>
          <p:grpSpPr>
            <a:xfrm>
              <a:off x="6682840" y="1990677"/>
              <a:ext cx="833101" cy="230100"/>
              <a:chOff x="1268036" y="1063581"/>
              <a:chExt cx="833101" cy="230100"/>
            </a:xfrm>
          </p:grpSpPr>
          <p:pic>
            <p:nvPicPr>
              <p:cNvPr id="570" name="Google Shape;570;p24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1268036" y="1104398"/>
                <a:ext cx="180000" cy="180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71" name="Google Shape;571;p24"/>
              <p:cNvSpPr/>
              <p:nvPr/>
            </p:nvSpPr>
            <p:spPr>
              <a:xfrm>
                <a:off x="1480137" y="1063581"/>
                <a:ext cx="621000" cy="23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27000" rIns="0" bIns="270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lang="ja" sz="7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raven-sdd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572" name="Google Shape;572;p24" title="DB2.png"/>
            <p:cNvPicPr preferRelativeResize="0"/>
            <p:nvPr/>
          </p:nvPicPr>
          <p:blipFill rotWithShape="1">
            <a:blip r:embed="rId24">
              <a:alphaModFix/>
            </a:blip>
            <a:srcRect/>
            <a:stretch/>
          </p:blipFill>
          <p:spPr>
            <a:xfrm>
              <a:off x="7649033" y="2042185"/>
              <a:ext cx="97554" cy="126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3" name="Google Shape;573;p24" title="App1.png"/>
            <p:cNvPicPr preferRelativeResize="0"/>
            <p:nvPr/>
          </p:nvPicPr>
          <p:blipFill rotWithShape="1">
            <a:blip r:embed="rId20">
              <a:alphaModFix/>
            </a:blip>
            <a:srcRect/>
            <a:stretch/>
          </p:blipFill>
          <p:spPr>
            <a:xfrm>
              <a:off x="7484871" y="2043582"/>
              <a:ext cx="120352" cy="119426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574" name="Google Shape;574;p24"/>
          <p:cNvCxnSpPr/>
          <p:nvPr/>
        </p:nvCxnSpPr>
        <p:spPr>
          <a:xfrm>
            <a:off x="5812406" y="2093680"/>
            <a:ext cx="234900" cy="0"/>
          </a:xfrm>
          <a:prstGeom prst="straightConnector1">
            <a:avLst/>
          </a:prstGeom>
          <a:noFill/>
          <a:ln w="14300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75" name="Google Shape;575;p24"/>
          <p:cNvGrpSpPr/>
          <p:nvPr/>
        </p:nvGrpSpPr>
        <p:grpSpPr>
          <a:xfrm>
            <a:off x="5000400" y="1833448"/>
            <a:ext cx="905400" cy="559800"/>
            <a:chOff x="6619282" y="3041283"/>
            <a:chExt cx="1207200" cy="746400"/>
          </a:xfrm>
        </p:grpSpPr>
        <p:sp>
          <p:nvSpPr>
            <p:cNvPr id="576" name="Google Shape;576;p24"/>
            <p:cNvSpPr/>
            <p:nvPr/>
          </p:nvSpPr>
          <p:spPr>
            <a:xfrm>
              <a:off x="6619282" y="3041283"/>
              <a:ext cx="1207200" cy="746400"/>
            </a:xfrm>
            <a:prstGeom prst="rect">
              <a:avLst/>
            </a:prstGeom>
            <a:solidFill>
              <a:schemeClr val="lt1"/>
            </a:solidFill>
            <a:ln w="14300" cap="flat" cmpd="sng">
              <a:solidFill>
                <a:srgbClr val="FBD4B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77" name="Google Shape;577;p24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660635" y="3095059"/>
              <a:ext cx="180000" cy="18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24"/>
            <p:cNvSpPr/>
            <p:nvPr/>
          </p:nvSpPr>
          <p:spPr>
            <a:xfrm>
              <a:off x="6839516" y="3054242"/>
              <a:ext cx="780000" cy="23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27000" rIns="0" bIns="27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ja" sz="5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data-management</a:t>
              </a:r>
              <a:endParaRPr sz="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79" name="Google Shape;579;p24" title="DB2.png"/>
            <p:cNvPicPr preferRelativeResize="0"/>
            <p:nvPr/>
          </p:nvPicPr>
          <p:blipFill rotWithShape="1">
            <a:blip r:embed="rId24">
              <a:alphaModFix/>
            </a:blip>
            <a:srcRect/>
            <a:stretch/>
          </p:blipFill>
          <p:spPr>
            <a:xfrm>
              <a:off x="7663596" y="3105749"/>
              <a:ext cx="97554" cy="126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0" name="Google Shape;580;p24" title="App1.png"/>
            <p:cNvPicPr preferRelativeResize="0"/>
            <p:nvPr/>
          </p:nvPicPr>
          <p:blipFill rotWithShape="1">
            <a:blip r:embed="rId20">
              <a:alphaModFix/>
            </a:blip>
            <a:srcRect/>
            <a:stretch/>
          </p:blipFill>
          <p:spPr>
            <a:xfrm>
              <a:off x="7499434" y="3107146"/>
              <a:ext cx="120352" cy="119426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581" name="Google Shape;581;p24"/>
          <p:cNvCxnSpPr/>
          <p:nvPr/>
        </p:nvCxnSpPr>
        <p:spPr>
          <a:xfrm>
            <a:off x="3984450" y="2171700"/>
            <a:ext cx="600" cy="165300"/>
          </a:xfrm>
          <a:prstGeom prst="straightConnector1">
            <a:avLst/>
          </a:prstGeom>
          <a:noFill/>
          <a:ln w="14300" cap="flat" cmpd="sng">
            <a:solidFill>
              <a:srgbClr val="EA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2" name="Google Shape;582;p24"/>
          <p:cNvCxnSpPr/>
          <p:nvPr/>
        </p:nvCxnSpPr>
        <p:spPr>
          <a:xfrm>
            <a:off x="4948463" y="3203514"/>
            <a:ext cx="1272000" cy="0"/>
          </a:xfrm>
          <a:prstGeom prst="straightConnector1">
            <a:avLst/>
          </a:prstGeom>
          <a:noFill/>
          <a:ln w="14300" cap="flat" cmpd="sng">
            <a:solidFill>
              <a:srgbClr val="EA9999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83" name="Google Shape;583;p24"/>
          <p:cNvGrpSpPr/>
          <p:nvPr/>
        </p:nvGrpSpPr>
        <p:grpSpPr>
          <a:xfrm>
            <a:off x="4343063" y="1340119"/>
            <a:ext cx="192825" cy="1005525"/>
            <a:chOff x="5790750" y="1786825"/>
            <a:chExt cx="257100" cy="1340700"/>
          </a:xfrm>
        </p:grpSpPr>
        <p:sp>
          <p:nvSpPr>
            <p:cNvPr id="584" name="Google Shape;584;p24"/>
            <p:cNvSpPr/>
            <p:nvPr/>
          </p:nvSpPr>
          <p:spPr>
            <a:xfrm rot="5400000">
              <a:off x="5248950" y="2328625"/>
              <a:ext cx="1340700" cy="257100"/>
            </a:xfrm>
            <a:prstGeom prst="roundRect">
              <a:avLst>
                <a:gd name="adj" fmla="val 9249"/>
              </a:avLst>
            </a:prstGeom>
            <a:solidFill>
              <a:srgbClr val="C0E4F5"/>
            </a:solidFill>
            <a:ln>
              <a:noFill/>
            </a:ln>
          </p:spPr>
          <p:txBody>
            <a:bodyPr spcFirstLastPara="1" wrap="square" lIns="67400" tIns="33700" rIns="67400" bIns="33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24"/>
            <p:cNvSpPr txBox="1"/>
            <p:nvPr/>
          </p:nvSpPr>
          <p:spPr>
            <a:xfrm rot="5400000">
              <a:off x="5440241" y="2434049"/>
              <a:ext cx="935100" cy="21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33700" rIns="0" bIns="33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ja" sz="6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API Management</a:t>
              </a:r>
              <a:endPara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86" name="Google Shape;586;p24"/>
            <p:cNvPicPr preferRelativeResize="0"/>
            <p:nvPr/>
          </p:nvPicPr>
          <p:blipFill rotWithShape="1">
            <a:blip r:embed="rId29">
              <a:alphaModFix/>
            </a:blip>
            <a:srcRect/>
            <a:stretch/>
          </p:blipFill>
          <p:spPr>
            <a:xfrm>
              <a:off x="5828717" y="1836745"/>
              <a:ext cx="174400" cy="1913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87" name="Google Shape;587;p24"/>
          <p:cNvGrpSpPr/>
          <p:nvPr/>
        </p:nvGrpSpPr>
        <p:grpSpPr>
          <a:xfrm>
            <a:off x="4590225" y="1340119"/>
            <a:ext cx="192825" cy="998775"/>
            <a:chOff x="6120300" y="1786825"/>
            <a:chExt cx="257100" cy="1331700"/>
          </a:xfrm>
        </p:grpSpPr>
        <p:sp>
          <p:nvSpPr>
            <p:cNvPr id="588" name="Google Shape;588;p24"/>
            <p:cNvSpPr/>
            <p:nvPr/>
          </p:nvSpPr>
          <p:spPr>
            <a:xfrm rot="5400000">
              <a:off x="5583000" y="2324125"/>
              <a:ext cx="1331700" cy="257100"/>
            </a:xfrm>
            <a:prstGeom prst="roundRect">
              <a:avLst>
                <a:gd name="adj" fmla="val 9249"/>
              </a:avLst>
            </a:prstGeom>
            <a:solidFill>
              <a:srgbClr val="A4D1AB"/>
            </a:solidFill>
            <a:ln>
              <a:noFill/>
            </a:ln>
          </p:spPr>
          <p:txBody>
            <a:bodyPr spcFirstLastPara="1" wrap="square" lIns="67400" tIns="33700" rIns="67400" bIns="33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24"/>
            <p:cNvSpPr txBox="1"/>
            <p:nvPr/>
          </p:nvSpPr>
          <p:spPr>
            <a:xfrm rot="5400000">
              <a:off x="5781631" y="2468649"/>
              <a:ext cx="931800" cy="19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33700" rIns="0" bIns="33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ja" sz="5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Application Gateway</a:t>
              </a:r>
              <a:endParaRPr sz="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90" name="Google Shape;590;p24"/>
            <p:cNvPicPr preferRelativeResize="0"/>
            <p:nvPr/>
          </p:nvPicPr>
          <p:blipFill rotWithShape="1">
            <a:blip r:embed="rId26">
              <a:alphaModFix/>
            </a:blip>
            <a:srcRect/>
            <a:stretch/>
          </p:blipFill>
          <p:spPr>
            <a:xfrm>
              <a:off x="6141991" y="1842101"/>
              <a:ext cx="200852" cy="20479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591" name="Google Shape;591;p24"/>
          <p:cNvCxnSpPr/>
          <p:nvPr/>
        </p:nvCxnSpPr>
        <p:spPr>
          <a:xfrm>
            <a:off x="5788556" y="2591419"/>
            <a:ext cx="258900" cy="0"/>
          </a:xfrm>
          <a:prstGeom prst="straightConnector1">
            <a:avLst/>
          </a:prstGeom>
          <a:noFill/>
          <a:ln w="14300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2" name="Google Shape;592;p24"/>
          <p:cNvCxnSpPr/>
          <p:nvPr/>
        </p:nvCxnSpPr>
        <p:spPr>
          <a:xfrm>
            <a:off x="5788556" y="2716838"/>
            <a:ext cx="258900" cy="0"/>
          </a:xfrm>
          <a:prstGeom prst="straightConnector1">
            <a:avLst/>
          </a:prstGeom>
          <a:noFill/>
          <a:ln w="14300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3" name="Google Shape;593;p24"/>
          <p:cNvCxnSpPr/>
          <p:nvPr/>
        </p:nvCxnSpPr>
        <p:spPr>
          <a:xfrm>
            <a:off x="7800984" y="2975784"/>
            <a:ext cx="117300" cy="0"/>
          </a:xfrm>
          <a:prstGeom prst="straightConnector1">
            <a:avLst/>
          </a:prstGeom>
          <a:noFill/>
          <a:ln w="14300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4" name="Google Shape;594;p24"/>
          <p:cNvCxnSpPr/>
          <p:nvPr/>
        </p:nvCxnSpPr>
        <p:spPr>
          <a:xfrm rot="10800000">
            <a:off x="3512494" y="2506688"/>
            <a:ext cx="557100" cy="2400"/>
          </a:xfrm>
          <a:prstGeom prst="straightConnector1">
            <a:avLst/>
          </a:prstGeom>
          <a:noFill/>
          <a:ln w="14300" cap="flat" cmpd="sng">
            <a:solidFill>
              <a:srgbClr val="6AA84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95" name="Google Shape;595;p24"/>
          <p:cNvSpPr/>
          <p:nvPr/>
        </p:nvSpPr>
        <p:spPr>
          <a:xfrm>
            <a:off x="272519" y="3018905"/>
            <a:ext cx="435000" cy="129300"/>
          </a:xfrm>
          <a:prstGeom prst="roundRect">
            <a:avLst>
              <a:gd name="adj" fmla="val 9249"/>
            </a:avLst>
          </a:prstGeom>
          <a:solidFill>
            <a:srgbClr val="FFFFFF"/>
          </a:solidFill>
          <a:ln w="14375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9025" tIns="34500" rIns="69025" bIns="34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ja" sz="600" b="1">
                <a:solidFill>
                  <a:srgbClr val="262626"/>
                </a:solidFill>
              </a:rPr>
              <a:t>CSMS</a:t>
            </a:r>
            <a:endParaRPr sz="600" b="1">
              <a:solidFill>
                <a:srgbClr val="262626"/>
              </a:solidFill>
            </a:endParaRPr>
          </a:p>
        </p:txBody>
      </p:sp>
      <p:sp>
        <p:nvSpPr>
          <p:cNvPr id="596" name="Google Shape;596;p24"/>
          <p:cNvSpPr/>
          <p:nvPr/>
        </p:nvSpPr>
        <p:spPr>
          <a:xfrm>
            <a:off x="192919" y="4460953"/>
            <a:ext cx="596700" cy="115500"/>
          </a:xfrm>
          <a:prstGeom prst="roundRect">
            <a:avLst>
              <a:gd name="adj" fmla="val 169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69025" tIns="34500" rIns="69025" bIns="34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ja" sz="600" b="1">
                <a:solidFill>
                  <a:srgbClr val="262626"/>
                </a:solidFill>
              </a:rPr>
              <a:t>Gazoo API</a:t>
            </a:r>
            <a:endParaRPr sz="600" b="1">
              <a:solidFill>
                <a:srgbClr val="262626"/>
              </a:solidFill>
            </a:endParaRPr>
          </a:p>
        </p:txBody>
      </p:sp>
      <p:sp>
        <p:nvSpPr>
          <p:cNvPr id="597" name="Google Shape;597;p24"/>
          <p:cNvSpPr/>
          <p:nvPr/>
        </p:nvSpPr>
        <p:spPr>
          <a:xfrm>
            <a:off x="183994" y="2134331"/>
            <a:ext cx="596700" cy="197700"/>
          </a:xfrm>
          <a:prstGeom prst="roundRect">
            <a:avLst>
              <a:gd name="adj" fmla="val 169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69025" tIns="34500" rIns="69025" bIns="345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ja" sz="600" b="1">
                <a:solidFill>
                  <a:srgbClr val="262626"/>
                </a:solidFill>
              </a:rPr>
              <a:t>次期J</a:t>
            </a:r>
            <a:endParaRPr sz="600" b="1">
              <a:solidFill>
                <a:srgbClr val="262626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ja" sz="500" b="1">
                <a:solidFill>
                  <a:srgbClr val="262626"/>
                </a:solidFill>
              </a:rPr>
              <a:t>（Salesforce）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24"/>
          <p:cNvSpPr txBox="1"/>
          <p:nvPr/>
        </p:nvSpPr>
        <p:spPr>
          <a:xfrm>
            <a:off x="895893" y="4543725"/>
            <a:ext cx="192900" cy="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ja" sz="500" b="1">
                <a:solidFill>
                  <a:srgbClr val="CC0000"/>
                </a:solidFill>
              </a:rPr>
              <a:t>HTTP</a:t>
            </a:r>
            <a:endParaRPr sz="500" b="1" i="0" u="none" strike="noStrike" cap="non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9" name="Google Shape;599;p24"/>
          <p:cNvGrpSpPr/>
          <p:nvPr/>
        </p:nvGrpSpPr>
        <p:grpSpPr>
          <a:xfrm>
            <a:off x="5014088" y="2442965"/>
            <a:ext cx="905400" cy="371025"/>
            <a:chOff x="6685450" y="2994525"/>
            <a:chExt cx="1207200" cy="494700"/>
          </a:xfrm>
        </p:grpSpPr>
        <p:sp>
          <p:nvSpPr>
            <p:cNvPr id="600" name="Google Shape;600;p24"/>
            <p:cNvSpPr/>
            <p:nvPr/>
          </p:nvSpPr>
          <p:spPr>
            <a:xfrm>
              <a:off x="6685450" y="2994525"/>
              <a:ext cx="1207200" cy="494700"/>
            </a:xfrm>
            <a:prstGeom prst="rect">
              <a:avLst/>
            </a:prstGeom>
            <a:solidFill>
              <a:schemeClr val="lt1"/>
            </a:solidFill>
            <a:ln w="14300" cap="flat" cmpd="sng">
              <a:solidFill>
                <a:srgbClr val="FBD4B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01" name="Google Shape;601;p24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712226" y="3057391"/>
              <a:ext cx="180000" cy="18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2" name="Google Shape;602;p24"/>
            <p:cNvSpPr/>
            <p:nvPr/>
          </p:nvSpPr>
          <p:spPr>
            <a:xfrm>
              <a:off x="6876823" y="3016574"/>
              <a:ext cx="695100" cy="23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27000" rIns="0" bIns="27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5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skillware-engine</a:t>
              </a:r>
              <a:endParaRPr sz="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03" name="Google Shape;603;p24" title="DB2.png"/>
            <p:cNvPicPr preferRelativeResize="0"/>
            <p:nvPr/>
          </p:nvPicPr>
          <p:blipFill rotWithShape="1">
            <a:blip r:embed="rId24">
              <a:alphaModFix/>
            </a:blip>
            <a:srcRect/>
            <a:stretch/>
          </p:blipFill>
          <p:spPr>
            <a:xfrm>
              <a:off x="7715187" y="3068081"/>
              <a:ext cx="97554" cy="126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4" name="Google Shape;604;p24" title="App1.png"/>
            <p:cNvPicPr preferRelativeResize="0"/>
            <p:nvPr/>
          </p:nvPicPr>
          <p:blipFill rotWithShape="1">
            <a:blip r:embed="rId20">
              <a:alphaModFix/>
            </a:blip>
            <a:srcRect/>
            <a:stretch/>
          </p:blipFill>
          <p:spPr>
            <a:xfrm>
              <a:off x="7551025" y="3069478"/>
              <a:ext cx="120352" cy="1194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5" name="Google Shape;605;p24"/>
            <p:cNvSpPr/>
            <p:nvPr/>
          </p:nvSpPr>
          <p:spPr>
            <a:xfrm>
              <a:off x="6844150" y="3249682"/>
              <a:ext cx="889800" cy="126900"/>
            </a:xfrm>
            <a:prstGeom prst="roundRect">
              <a:avLst>
                <a:gd name="adj" fmla="val 9249"/>
              </a:avLst>
            </a:prstGeom>
            <a:solidFill>
              <a:srgbClr val="FFFFFF"/>
            </a:solidFill>
            <a:ln w="7150" cap="flat" cmpd="sng">
              <a:solidFill>
                <a:srgbClr val="B6DDE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7400" tIns="33700" rIns="67400" bIns="33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ja" sz="500">
                  <a:solidFill>
                    <a:srgbClr val="434343"/>
                  </a:solidFill>
                </a:rPr>
                <a:t>Intune</a:t>
              </a:r>
              <a:endParaRPr sz="500" i="0" u="none" strike="noStrike" cap="none">
                <a:solidFill>
                  <a:srgbClr val="434343"/>
                </a:solidFill>
              </a:endParaRPr>
            </a:p>
          </p:txBody>
        </p:sp>
      </p:grpSp>
      <p:sp>
        <p:nvSpPr>
          <p:cNvPr id="606" name="Google Shape;606;p24"/>
          <p:cNvSpPr/>
          <p:nvPr/>
        </p:nvSpPr>
        <p:spPr>
          <a:xfrm>
            <a:off x="5131397" y="2026984"/>
            <a:ext cx="667500" cy="95100"/>
          </a:xfrm>
          <a:prstGeom prst="roundRect">
            <a:avLst>
              <a:gd name="adj" fmla="val 9249"/>
            </a:avLst>
          </a:prstGeom>
          <a:solidFill>
            <a:srgbClr val="FFFFFF"/>
          </a:solidFill>
          <a:ln w="7150" cap="flat" cmpd="sng">
            <a:solidFill>
              <a:srgbClr val="B6DD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400" tIns="33700" rIns="67400" bIns="33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" sz="500">
                <a:solidFill>
                  <a:srgbClr val="434343"/>
                </a:solidFill>
              </a:rPr>
              <a:t>帳票配信自動化</a:t>
            </a:r>
            <a:endParaRPr sz="500" i="0" u="none" strike="noStrike" cap="none">
              <a:solidFill>
                <a:srgbClr val="434343"/>
              </a:solidFill>
            </a:endParaRPr>
          </a:p>
        </p:txBody>
      </p:sp>
      <p:sp>
        <p:nvSpPr>
          <p:cNvPr id="607" name="Google Shape;607;p24"/>
          <p:cNvSpPr/>
          <p:nvPr/>
        </p:nvSpPr>
        <p:spPr>
          <a:xfrm>
            <a:off x="5131397" y="2143131"/>
            <a:ext cx="667500" cy="95100"/>
          </a:xfrm>
          <a:prstGeom prst="roundRect">
            <a:avLst>
              <a:gd name="adj" fmla="val 9249"/>
            </a:avLst>
          </a:prstGeom>
          <a:solidFill>
            <a:srgbClr val="FFFFFF"/>
          </a:solidFill>
          <a:ln w="7150" cap="flat" cmpd="sng">
            <a:solidFill>
              <a:srgbClr val="B6DD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400" tIns="33700" rIns="67400" bIns="33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" sz="500">
                <a:solidFill>
                  <a:srgbClr val="434343"/>
                </a:solidFill>
              </a:rPr>
              <a:t>PowerBI帳票解析</a:t>
            </a:r>
            <a:endParaRPr sz="500" i="0" u="none" strike="noStrike" cap="none">
              <a:solidFill>
                <a:srgbClr val="434343"/>
              </a:solidFill>
            </a:endParaRPr>
          </a:p>
        </p:txBody>
      </p:sp>
      <p:sp>
        <p:nvSpPr>
          <p:cNvPr id="608" name="Google Shape;608;p24"/>
          <p:cNvSpPr/>
          <p:nvPr/>
        </p:nvSpPr>
        <p:spPr>
          <a:xfrm>
            <a:off x="5131397" y="2259268"/>
            <a:ext cx="667500" cy="95100"/>
          </a:xfrm>
          <a:prstGeom prst="roundRect">
            <a:avLst>
              <a:gd name="adj" fmla="val 9249"/>
            </a:avLst>
          </a:prstGeom>
          <a:solidFill>
            <a:srgbClr val="FFFFFF"/>
          </a:solidFill>
          <a:ln w="7150" cap="flat" cmpd="sng">
            <a:solidFill>
              <a:srgbClr val="B6DD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400" tIns="33700" rIns="67400" bIns="33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" sz="500">
                <a:solidFill>
                  <a:srgbClr val="434343"/>
                </a:solidFill>
              </a:rPr>
              <a:t>MDB解析</a:t>
            </a:r>
            <a:endParaRPr sz="500" i="0" u="none" strike="noStrike" cap="none">
              <a:solidFill>
                <a:srgbClr val="434343"/>
              </a:solidFill>
            </a:endParaRPr>
          </a:p>
        </p:txBody>
      </p:sp>
      <p:grpSp>
        <p:nvGrpSpPr>
          <p:cNvPr id="609" name="Google Shape;609;p24"/>
          <p:cNvGrpSpPr/>
          <p:nvPr/>
        </p:nvGrpSpPr>
        <p:grpSpPr>
          <a:xfrm rot="5400000">
            <a:off x="6323505" y="3696663"/>
            <a:ext cx="793627" cy="158625"/>
            <a:chOff x="8287475" y="4987150"/>
            <a:chExt cx="634800" cy="126900"/>
          </a:xfrm>
        </p:grpSpPr>
        <p:sp>
          <p:nvSpPr>
            <p:cNvPr id="610" name="Google Shape;610;p24"/>
            <p:cNvSpPr/>
            <p:nvPr/>
          </p:nvSpPr>
          <p:spPr>
            <a:xfrm>
              <a:off x="8287475" y="4987150"/>
              <a:ext cx="634800" cy="126900"/>
            </a:xfrm>
            <a:prstGeom prst="roundRect">
              <a:avLst>
                <a:gd name="adj" fmla="val 9249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15025" tIns="57500" rIns="115025" bIns="575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None/>
              </a:pPr>
              <a:r>
                <a:rPr lang="ja" sz="800" b="1">
                  <a:solidFill>
                    <a:srgbClr val="0C0C0C"/>
                  </a:solidFill>
                </a:rPr>
                <a:t>Key Vault</a:t>
              </a:r>
              <a:endParaRPr sz="800" b="1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11" name="Google Shape;611;p24"/>
            <p:cNvPicPr preferRelativeResize="0"/>
            <p:nvPr/>
          </p:nvPicPr>
          <p:blipFill rotWithShape="1">
            <a:blip r:embed="rId30">
              <a:alphaModFix/>
            </a:blip>
            <a:srcRect/>
            <a:stretch/>
          </p:blipFill>
          <p:spPr>
            <a:xfrm>
              <a:off x="8318330" y="5001085"/>
              <a:ext cx="93296" cy="90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12" name="Google Shape;612;p24"/>
          <p:cNvGrpSpPr/>
          <p:nvPr/>
        </p:nvGrpSpPr>
        <p:grpSpPr>
          <a:xfrm rot="5400000">
            <a:off x="6289547" y="2813292"/>
            <a:ext cx="872137" cy="157622"/>
            <a:chOff x="8287475" y="4826200"/>
            <a:chExt cx="730800" cy="126900"/>
          </a:xfrm>
        </p:grpSpPr>
        <p:sp>
          <p:nvSpPr>
            <p:cNvPr id="613" name="Google Shape;613;p24"/>
            <p:cNvSpPr/>
            <p:nvPr/>
          </p:nvSpPr>
          <p:spPr>
            <a:xfrm>
              <a:off x="8287475" y="4826200"/>
              <a:ext cx="730800" cy="126900"/>
            </a:xfrm>
            <a:prstGeom prst="roundRect">
              <a:avLst>
                <a:gd name="adj" fmla="val 9249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09825" tIns="54900" rIns="109825" bIns="549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ja" sz="700" b="1">
                  <a:solidFill>
                    <a:srgbClr val="0C0C0C"/>
                  </a:solidFill>
                </a:rPr>
                <a:t>Entra ID</a:t>
              </a:r>
              <a:endParaRPr sz="700" b="1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14" name="Google Shape;614;p24"/>
            <p:cNvPicPr preferRelativeResize="0"/>
            <p:nvPr/>
          </p:nvPicPr>
          <p:blipFill rotWithShape="1">
            <a:blip r:embed="rId31">
              <a:alphaModFix/>
            </a:blip>
            <a:srcRect/>
            <a:stretch/>
          </p:blipFill>
          <p:spPr>
            <a:xfrm>
              <a:off x="8387488" y="4843010"/>
              <a:ext cx="93275" cy="932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615" name="Google Shape;615;p24"/>
          <p:cNvCxnSpPr>
            <a:stCxn id="616" idx="3"/>
          </p:cNvCxnSpPr>
          <p:nvPr/>
        </p:nvCxnSpPr>
        <p:spPr>
          <a:xfrm rot="10800000" flipH="1">
            <a:off x="1907156" y="2814713"/>
            <a:ext cx="2966700" cy="2095500"/>
          </a:xfrm>
          <a:prstGeom prst="bentConnector3">
            <a:avLst>
              <a:gd name="adj1" fmla="val 50000"/>
            </a:avLst>
          </a:prstGeom>
          <a:noFill/>
          <a:ln w="7150" cap="flat" cmpd="sng">
            <a:solidFill>
              <a:srgbClr val="F1C23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17" name="Google Shape;617;p24"/>
          <p:cNvGrpSpPr/>
          <p:nvPr/>
        </p:nvGrpSpPr>
        <p:grpSpPr>
          <a:xfrm>
            <a:off x="1299563" y="4795849"/>
            <a:ext cx="616050" cy="211275"/>
            <a:chOff x="2156325" y="6178625"/>
            <a:chExt cx="821400" cy="281700"/>
          </a:xfrm>
        </p:grpSpPr>
        <p:sp>
          <p:nvSpPr>
            <p:cNvPr id="618" name="Google Shape;618;p24"/>
            <p:cNvSpPr/>
            <p:nvPr/>
          </p:nvSpPr>
          <p:spPr>
            <a:xfrm>
              <a:off x="2156325" y="6178625"/>
              <a:ext cx="821400" cy="2817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7150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0025" tIns="50025" rIns="50025" bIns="500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19" name="Google Shape;619;p24" title="prisma_cloud.png"/>
            <p:cNvPicPr preferRelativeResize="0"/>
            <p:nvPr/>
          </p:nvPicPr>
          <p:blipFill rotWithShape="1">
            <a:blip r:embed="rId32">
              <a:alphaModFix/>
            </a:blip>
            <a:srcRect/>
            <a:stretch/>
          </p:blipFill>
          <p:spPr>
            <a:xfrm>
              <a:off x="2228586" y="6233754"/>
              <a:ext cx="120350" cy="1626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24"/>
            <p:cNvSpPr txBox="1"/>
            <p:nvPr/>
          </p:nvSpPr>
          <p:spPr>
            <a:xfrm>
              <a:off x="2395550" y="6234360"/>
              <a:ext cx="570900" cy="19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33700" rIns="0" bIns="33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ja" sz="5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Prisma Cloud</a:t>
              </a:r>
              <a:endParaRPr sz="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20" name="Google Shape;620;p24"/>
          <p:cNvCxnSpPr>
            <a:endCxn id="576" idx="1"/>
          </p:cNvCxnSpPr>
          <p:nvPr/>
        </p:nvCxnSpPr>
        <p:spPr>
          <a:xfrm rot="-5400000">
            <a:off x="4584900" y="2398348"/>
            <a:ext cx="700500" cy="130500"/>
          </a:xfrm>
          <a:prstGeom prst="bentConnector2">
            <a:avLst/>
          </a:prstGeom>
          <a:noFill/>
          <a:ln w="7150" cap="flat" cmpd="sng">
            <a:solidFill>
              <a:srgbClr val="F1C23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1" name="Google Shape;621;p24"/>
          <p:cNvCxnSpPr/>
          <p:nvPr/>
        </p:nvCxnSpPr>
        <p:spPr>
          <a:xfrm>
            <a:off x="2033787" y="4386185"/>
            <a:ext cx="0" cy="502500"/>
          </a:xfrm>
          <a:prstGeom prst="straightConnector1">
            <a:avLst/>
          </a:prstGeom>
          <a:noFill/>
          <a:ln w="7150" cap="flat" cmpd="sng">
            <a:solidFill>
              <a:srgbClr val="F1C23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2" name="Google Shape;622;p24"/>
          <p:cNvSpPr txBox="1"/>
          <p:nvPr/>
        </p:nvSpPr>
        <p:spPr>
          <a:xfrm>
            <a:off x="4352971" y="2714625"/>
            <a:ext cx="422100" cy="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1" i="0" u="none" strike="noStrike" cap="none">
              <a:solidFill>
                <a:srgbClr val="6AA8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24"/>
          <p:cNvSpPr/>
          <p:nvPr/>
        </p:nvSpPr>
        <p:spPr>
          <a:xfrm>
            <a:off x="4282153" y="2769338"/>
            <a:ext cx="422100" cy="996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00" b="1">
                <a:solidFill>
                  <a:srgbClr val="0C0C0C"/>
                </a:solidFill>
              </a:rPr>
              <a:t>アラート通知</a:t>
            </a:r>
            <a:endParaRPr sz="900">
              <a:solidFill>
                <a:srgbClr val="0C0C0C"/>
              </a:solidFill>
            </a:endParaRPr>
          </a:p>
        </p:txBody>
      </p:sp>
      <p:cxnSp>
        <p:nvCxnSpPr>
          <p:cNvPr id="624" name="Google Shape;624;p24"/>
          <p:cNvCxnSpPr>
            <a:stCxn id="625" idx="2"/>
          </p:cNvCxnSpPr>
          <p:nvPr/>
        </p:nvCxnSpPr>
        <p:spPr>
          <a:xfrm>
            <a:off x="3157459" y="4682237"/>
            <a:ext cx="2100" cy="231000"/>
          </a:xfrm>
          <a:prstGeom prst="straightConnector1">
            <a:avLst/>
          </a:prstGeom>
          <a:noFill/>
          <a:ln w="7150" cap="flat" cmpd="sng">
            <a:solidFill>
              <a:srgbClr val="F1C23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6" name="Google Shape;626;p24"/>
          <p:cNvSpPr txBox="1"/>
          <p:nvPr/>
        </p:nvSpPr>
        <p:spPr>
          <a:xfrm>
            <a:off x="7861579" y="4407488"/>
            <a:ext cx="7854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025" tIns="34500" rIns="69025" bIns="34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5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7" name="Google Shape;627;p24"/>
          <p:cNvCxnSpPr/>
          <p:nvPr/>
        </p:nvCxnSpPr>
        <p:spPr>
          <a:xfrm rot="10800000">
            <a:off x="790519" y="4279444"/>
            <a:ext cx="403500" cy="0"/>
          </a:xfrm>
          <a:prstGeom prst="straightConnector1">
            <a:avLst/>
          </a:prstGeom>
          <a:noFill/>
          <a:ln w="14300" cap="flat" cmpd="sng">
            <a:solidFill>
              <a:srgbClr val="FF9F3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8" name="Google Shape;628;p24"/>
          <p:cNvCxnSpPr>
            <a:stCxn id="410" idx="1"/>
            <a:endCxn id="312" idx="3"/>
          </p:cNvCxnSpPr>
          <p:nvPr/>
        </p:nvCxnSpPr>
        <p:spPr>
          <a:xfrm flipH="1">
            <a:off x="757065" y="3482259"/>
            <a:ext cx="843600" cy="251700"/>
          </a:xfrm>
          <a:prstGeom prst="bentConnector3">
            <a:avLst>
              <a:gd name="adj1" fmla="val 50000"/>
            </a:avLst>
          </a:prstGeom>
          <a:noFill/>
          <a:ln w="14300" cap="flat" cmpd="sng">
            <a:solidFill>
              <a:srgbClr val="6AA84F"/>
            </a:solidFill>
            <a:prstDash val="solid"/>
            <a:round/>
            <a:headEnd type="triangle" w="sm" len="sm"/>
            <a:tailEnd type="none" w="med" len="med"/>
          </a:ln>
        </p:spPr>
      </p:cxnSp>
      <p:cxnSp>
        <p:nvCxnSpPr>
          <p:cNvPr id="629" name="Google Shape;629;p24"/>
          <p:cNvCxnSpPr>
            <a:stCxn id="596" idx="3"/>
          </p:cNvCxnSpPr>
          <p:nvPr/>
        </p:nvCxnSpPr>
        <p:spPr>
          <a:xfrm rot="10800000" flipH="1">
            <a:off x="789619" y="3363703"/>
            <a:ext cx="299400" cy="1155000"/>
          </a:xfrm>
          <a:prstGeom prst="bentConnector2">
            <a:avLst/>
          </a:prstGeom>
          <a:noFill/>
          <a:ln w="1430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0" name="Google Shape;630;p24"/>
          <p:cNvCxnSpPr/>
          <p:nvPr/>
        </p:nvCxnSpPr>
        <p:spPr>
          <a:xfrm>
            <a:off x="1081313" y="3362569"/>
            <a:ext cx="512700" cy="600"/>
          </a:xfrm>
          <a:prstGeom prst="straightConnector1">
            <a:avLst/>
          </a:prstGeom>
          <a:noFill/>
          <a:ln w="1430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1" name="Google Shape;631;p24"/>
          <p:cNvCxnSpPr/>
          <p:nvPr/>
        </p:nvCxnSpPr>
        <p:spPr>
          <a:xfrm flipH="1">
            <a:off x="3610069" y="2737125"/>
            <a:ext cx="147600" cy="1500"/>
          </a:xfrm>
          <a:prstGeom prst="straightConnector1">
            <a:avLst/>
          </a:prstGeom>
          <a:noFill/>
          <a:ln w="14300" cap="flat" cmpd="sng">
            <a:solidFill>
              <a:srgbClr val="8E7CC3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632" name="Google Shape;632;p24"/>
          <p:cNvGrpSpPr/>
          <p:nvPr/>
        </p:nvGrpSpPr>
        <p:grpSpPr>
          <a:xfrm>
            <a:off x="3635513" y="2214470"/>
            <a:ext cx="192825" cy="452433"/>
            <a:chOff x="4819825" y="3462750"/>
            <a:chExt cx="257100" cy="467100"/>
          </a:xfrm>
        </p:grpSpPr>
        <p:sp>
          <p:nvSpPr>
            <p:cNvPr id="633" name="Google Shape;633;p24"/>
            <p:cNvSpPr/>
            <p:nvPr/>
          </p:nvSpPr>
          <p:spPr>
            <a:xfrm>
              <a:off x="4819825" y="3462750"/>
              <a:ext cx="257100" cy="467100"/>
            </a:xfrm>
            <a:prstGeom prst="roundRect">
              <a:avLst>
                <a:gd name="adj" fmla="val 6720"/>
              </a:avLst>
            </a:prstGeom>
            <a:solidFill>
              <a:srgbClr val="A4D1AB"/>
            </a:solidFill>
            <a:ln>
              <a:noFill/>
            </a:ln>
          </p:spPr>
          <p:txBody>
            <a:bodyPr spcFirstLastPara="1" wrap="square" lIns="67400" tIns="33700" rIns="67400" bIns="33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24"/>
            <p:cNvSpPr txBox="1"/>
            <p:nvPr/>
          </p:nvSpPr>
          <p:spPr>
            <a:xfrm>
              <a:off x="4829875" y="3743388"/>
              <a:ext cx="242100" cy="13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33700" rIns="0" bIns="33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"/>
                <a:buFont typeface="Arial"/>
                <a:buNone/>
              </a:pPr>
              <a:r>
                <a:rPr lang="ja" sz="400" b="1" i="0" u="none" strike="noStrike" cap="non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Knox</a:t>
              </a:r>
              <a:endParaRPr sz="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35" name="Google Shape;635;p24"/>
            <p:cNvPicPr preferRelativeResize="0"/>
            <p:nvPr/>
          </p:nvPicPr>
          <p:blipFill rotWithShape="1">
            <a:blip r:embed="rId33">
              <a:alphaModFix/>
            </a:blip>
            <a:srcRect/>
            <a:stretch/>
          </p:blipFill>
          <p:spPr>
            <a:xfrm>
              <a:off x="4861187" y="3540349"/>
              <a:ext cx="174375" cy="1579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6" name="Google Shape;636;p24"/>
          <p:cNvGrpSpPr/>
          <p:nvPr/>
        </p:nvGrpSpPr>
        <p:grpSpPr>
          <a:xfrm>
            <a:off x="921270" y="1062900"/>
            <a:ext cx="165470" cy="1127508"/>
            <a:chOff x="1261760" y="1417200"/>
            <a:chExt cx="220627" cy="1503343"/>
          </a:xfrm>
        </p:grpSpPr>
        <p:grpSp>
          <p:nvGrpSpPr>
            <p:cNvPr id="637" name="Google Shape;637;p24"/>
            <p:cNvGrpSpPr/>
            <p:nvPr/>
          </p:nvGrpSpPr>
          <p:grpSpPr>
            <a:xfrm>
              <a:off x="1261760" y="1417200"/>
              <a:ext cx="220627" cy="1503343"/>
              <a:chOff x="8326270" y="3150579"/>
              <a:chExt cx="220627" cy="1424700"/>
            </a:xfrm>
          </p:grpSpPr>
          <p:sp>
            <p:nvSpPr>
              <p:cNvPr id="638" name="Google Shape;638;p24"/>
              <p:cNvSpPr/>
              <p:nvPr/>
            </p:nvSpPr>
            <p:spPr>
              <a:xfrm rot="5400000">
                <a:off x="7733897" y="3762279"/>
                <a:ext cx="1424700" cy="201300"/>
              </a:xfrm>
              <a:prstGeom prst="roundRect">
                <a:avLst>
                  <a:gd name="adj" fmla="val 9249"/>
                </a:avLst>
              </a:prstGeom>
              <a:solidFill>
                <a:srgbClr val="A4D1AB"/>
              </a:solidFill>
              <a:ln>
                <a:noFill/>
              </a:ln>
            </p:spPr>
            <p:txBody>
              <a:bodyPr spcFirstLastPara="1" wrap="square" lIns="67400" tIns="33700" rIns="67400" bIns="33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9" name="Google Shape;639;p24"/>
              <p:cNvSpPr txBox="1"/>
              <p:nvPr/>
            </p:nvSpPr>
            <p:spPr>
              <a:xfrm rot="5400000">
                <a:off x="7822420" y="3826908"/>
                <a:ext cx="1221600" cy="21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33700" rIns="0" bIns="33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rPr lang="ja" sz="6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Express Route Gateway</a:t>
                </a:r>
                <a:endParaRPr sz="6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640" name="Google Shape;640;p24"/>
            <p:cNvPicPr preferRelativeResize="0"/>
            <p:nvPr/>
          </p:nvPicPr>
          <p:blipFill rotWithShape="1">
            <a:blip r:embed="rId25">
              <a:alphaModFix/>
            </a:blip>
            <a:srcRect t="-15330" b="15330"/>
            <a:stretch/>
          </p:blipFill>
          <p:spPr>
            <a:xfrm>
              <a:off x="1301012" y="1468375"/>
              <a:ext cx="162427" cy="1437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641" name="Google Shape;641;p24"/>
          <p:cNvCxnSpPr/>
          <p:nvPr/>
        </p:nvCxnSpPr>
        <p:spPr>
          <a:xfrm>
            <a:off x="708717" y="2224031"/>
            <a:ext cx="893400" cy="275100"/>
          </a:xfrm>
          <a:prstGeom prst="bentConnector3">
            <a:avLst>
              <a:gd name="adj1" fmla="val 40737"/>
            </a:avLst>
          </a:prstGeom>
          <a:noFill/>
          <a:ln w="14300" cap="flat" cmpd="sng">
            <a:solidFill>
              <a:srgbClr val="3C78D8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42" name="Google Shape;642;p24"/>
          <p:cNvSpPr/>
          <p:nvPr/>
        </p:nvSpPr>
        <p:spPr>
          <a:xfrm>
            <a:off x="272409" y="1946282"/>
            <a:ext cx="438000" cy="104700"/>
          </a:xfrm>
          <a:prstGeom prst="roundRect">
            <a:avLst>
              <a:gd name="adj" fmla="val 9249"/>
            </a:avLst>
          </a:prstGeom>
          <a:solidFill>
            <a:schemeClr val="lt1"/>
          </a:solidFill>
          <a:ln w="7150" cap="flat" cmpd="sng">
            <a:solidFill>
              <a:srgbClr val="505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4500" rIns="0" bIns="345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ja" sz="500">
                <a:solidFill>
                  <a:srgbClr val="0C0C0C"/>
                </a:solidFill>
              </a:rPr>
              <a:t>OCI Monitor</a:t>
            </a:r>
            <a:endParaRPr sz="500" i="0" u="none" strike="noStrike" cap="none">
              <a:solidFill>
                <a:srgbClr val="0C0C0C"/>
              </a:solidFill>
            </a:endParaRPr>
          </a:p>
        </p:txBody>
      </p:sp>
      <p:cxnSp>
        <p:nvCxnSpPr>
          <p:cNvPr id="643" name="Google Shape;643;p24"/>
          <p:cNvCxnSpPr>
            <a:stCxn id="642" idx="3"/>
          </p:cNvCxnSpPr>
          <p:nvPr/>
        </p:nvCxnSpPr>
        <p:spPr>
          <a:xfrm>
            <a:off x="710409" y="1998632"/>
            <a:ext cx="153000" cy="2777400"/>
          </a:xfrm>
          <a:prstGeom prst="bentConnector2">
            <a:avLst/>
          </a:prstGeom>
          <a:noFill/>
          <a:ln w="7150" cap="flat" cmpd="sng">
            <a:solidFill>
              <a:srgbClr val="F1C23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4" name="Google Shape;644;p24"/>
          <p:cNvCxnSpPr/>
          <p:nvPr/>
        </p:nvCxnSpPr>
        <p:spPr>
          <a:xfrm>
            <a:off x="861825" y="4774294"/>
            <a:ext cx="1166100" cy="0"/>
          </a:xfrm>
          <a:prstGeom prst="straightConnector1">
            <a:avLst/>
          </a:prstGeom>
          <a:noFill/>
          <a:ln w="7150" cap="flat" cmpd="sng">
            <a:solidFill>
              <a:srgbClr val="F1C23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5" name="Google Shape;645;p24"/>
          <p:cNvSpPr txBox="1"/>
          <p:nvPr/>
        </p:nvSpPr>
        <p:spPr>
          <a:xfrm>
            <a:off x="896978" y="2478753"/>
            <a:ext cx="147000" cy="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ja" sz="500" b="1" i="0" u="none" strike="noStrike" cap="none">
                <a:solidFill>
                  <a:srgbClr val="E69138"/>
                </a:solidFill>
                <a:latin typeface="Arial"/>
                <a:ea typeface="Arial"/>
                <a:cs typeface="Arial"/>
                <a:sym typeface="Arial"/>
              </a:rPr>
              <a:t>CSV</a:t>
            </a:r>
            <a:endParaRPr sz="500" b="1" i="0" u="none" strike="noStrike" cap="none">
              <a:solidFill>
                <a:srgbClr val="E691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24"/>
          <p:cNvSpPr txBox="1"/>
          <p:nvPr/>
        </p:nvSpPr>
        <p:spPr>
          <a:xfrm>
            <a:off x="909081" y="4187888"/>
            <a:ext cx="154200" cy="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ja" sz="500" b="1" i="0" u="none" strike="noStrike" cap="none">
                <a:solidFill>
                  <a:srgbClr val="FF9F3E"/>
                </a:solidFill>
                <a:latin typeface="Arial"/>
                <a:ea typeface="Arial"/>
                <a:cs typeface="Arial"/>
                <a:sym typeface="Arial"/>
              </a:rPr>
              <a:t>CSV</a:t>
            </a:r>
            <a:endParaRPr sz="500" b="1" i="0" u="none" strike="noStrike" cap="none">
              <a:solidFill>
                <a:srgbClr val="FF9F3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24"/>
          <p:cNvSpPr txBox="1"/>
          <p:nvPr/>
        </p:nvSpPr>
        <p:spPr>
          <a:xfrm>
            <a:off x="912344" y="3883913"/>
            <a:ext cx="147600" cy="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ja" sz="500" b="1" i="0" u="none" strike="noStrike" cap="none">
                <a:solidFill>
                  <a:srgbClr val="FF9F3E"/>
                </a:solidFill>
                <a:latin typeface="Arial"/>
                <a:ea typeface="Arial"/>
                <a:cs typeface="Arial"/>
                <a:sym typeface="Arial"/>
              </a:rPr>
              <a:t>CSV</a:t>
            </a:r>
            <a:endParaRPr sz="500" b="1" i="0" u="none" strike="noStrike" cap="none">
              <a:solidFill>
                <a:srgbClr val="FF9F3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24"/>
          <p:cNvSpPr txBox="1"/>
          <p:nvPr/>
        </p:nvSpPr>
        <p:spPr>
          <a:xfrm>
            <a:off x="845120" y="3637622"/>
            <a:ext cx="147000" cy="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ja" sz="500" b="1" i="0" u="none" strike="noStrike" cap="non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SQL</a:t>
            </a:r>
            <a:endParaRPr sz="500" b="1" i="0" u="none" strike="noStrike" cap="none">
              <a:solidFill>
                <a:srgbClr val="6AA8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24"/>
          <p:cNvSpPr txBox="1"/>
          <p:nvPr/>
        </p:nvSpPr>
        <p:spPr>
          <a:xfrm>
            <a:off x="719074" y="3297613"/>
            <a:ext cx="258900" cy="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ja" sz="500" b="1" i="0" u="none" strike="noStrike" cap="none">
                <a:solidFill>
                  <a:srgbClr val="FF9F3E"/>
                </a:solidFill>
                <a:latin typeface="Arial"/>
                <a:ea typeface="Arial"/>
                <a:cs typeface="Arial"/>
                <a:sym typeface="Arial"/>
              </a:rPr>
              <a:t>CSV</a:t>
            </a:r>
            <a:endParaRPr sz="500" b="1" i="0" u="none" strike="noStrike" cap="none">
              <a:solidFill>
                <a:srgbClr val="FF9F3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24"/>
          <p:cNvSpPr/>
          <p:nvPr/>
        </p:nvSpPr>
        <p:spPr>
          <a:xfrm>
            <a:off x="7913624" y="4362518"/>
            <a:ext cx="942600" cy="129300"/>
          </a:xfrm>
          <a:prstGeom prst="roundRect">
            <a:avLst>
              <a:gd name="adj" fmla="val 9249"/>
            </a:avLst>
          </a:prstGeom>
          <a:solidFill>
            <a:srgbClr val="FFFFFF"/>
          </a:solidFill>
          <a:ln w="2160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9025" tIns="34500" rIns="69025" bIns="345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ja" sz="500" b="1">
                <a:solidFill>
                  <a:srgbClr val="262626"/>
                </a:solidFill>
              </a:rPr>
              <a:t>経営KPI</a:t>
            </a:r>
            <a:endParaRPr sz="500" b="1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1" name="Google Shape;651;p24"/>
          <p:cNvCxnSpPr>
            <a:stCxn id="550" idx="1"/>
          </p:cNvCxnSpPr>
          <p:nvPr/>
        </p:nvCxnSpPr>
        <p:spPr>
          <a:xfrm rot="10800000">
            <a:off x="4071225" y="3622350"/>
            <a:ext cx="231600" cy="0"/>
          </a:xfrm>
          <a:prstGeom prst="straightConnector1">
            <a:avLst/>
          </a:prstGeom>
          <a:noFill/>
          <a:ln w="7150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652" name="Google Shape;652;p24"/>
          <p:cNvGrpSpPr/>
          <p:nvPr/>
        </p:nvGrpSpPr>
        <p:grpSpPr>
          <a:xfrm>
            <a:off x="1632712" y="4240743"/>
            <a:ext cx="856351" cy="145430"/>
            <a:chOff x="1987576" y="5626377"/>
            <a:chExt cx="1533031" cy="260347"/>
          </a:xfrm>
        </p:grpSpPr>
        <p:grpSp>
          <p:nvGrpSpPr>
            <p:cNvPr id="653" name="Google Shape;653;p24"/>
            <p:cNvGrpSpPr/>
            <p:nvPr/>
          </p:nvGrpSpPr>
          <p:grpSpPr>
            <a:xfrm>
              <a:off x="1987576" y="5626377"/>
              <a:ext cx="1533031" cy="260347"/>
              <a:chOff x="6156613" y="4868836"/>
              <a:chExt cx="1237313" cy="289500"/>
            </a:xfrm>
          </p:grpSpPr>
          <p:sp>
            <p:nvSpPr>
              <p:cNvPr id="654" name="Google Shape;654;p24"/>
              <p:cNvSpPr/>
              <p:nvPr/>
            </p:nvSpPr>
            <p:spPr>
              <a:xfrm>
                <a:off x="6156613" y="4868836"/>
                <a:ext cx="1089900" cy="289500"/>
              </a:xfrm>
              <a:prstGeom prst="rect">
                <a:avLst/>
              </a:prstGeom>
              <a:solidFill>
                <a:schemeClr val="lt1"/>
              </a:solidFill>
              <a:ln w="53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1050" tIns="51050" rIns="51050" bIns="510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endParaRPr sz="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5" name="Google Shape;655;p24"/>
              <p:cNvSpPr/>
              <p:nvPr/>
            </p:nvSpPr>
            <p:spPr>
              <a:xfrm>
                <a:off x="6174426" y="4894132"/>
                <a:ext cx="1219500" cy="23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20100" rIns="0" bIns="201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Arial"/>
                  <a:buNone/>
                </a:pPr>
                <a:r>
                  <a:rPr lang="ja" sz="400">
                    <a:solidFill>
                      <a:schemeClr val="dk1"/>
                    </a:solidFill>
                  </a:rPr>
                  <a:t>Cloudera Manager</a:t>
                </a:r>
                <a:endParaRPr sz="400" i="0" u="none" strike="noStrike" cap="none">
                  <a:solidFill>
                    <a:schemeClr val="dk1"/>
                  </a:solidFill>
                </a:endParaRPr>
              </a:p>
            </p:txBody>
          </p:sp>
        </p:grpSp>
        <p:pic>
          <p:nvPicPr>
            <p:cNvPr id="656" name="Google Shape;656;p24" title="idWU-p2au5_1787284482995.png"/>
            <p:cNvPicPr preferRelativeResize="0"/>
            <p:nvPr/>
          </p:nvPicPr>
          <p:blipFill>
            <a:blip r:embed="rId34">
              <a:alphaModFix/>
            </a:blip>
            <a:stretch>
              <a:fillRect/>
            </a:stretch>
          </p:blipFill>
          <p:spPr>
            <a:xfrm>
              <a:off x="2165500" y="5678650"/>
              <a:ext cx="138600" cy="138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57" name="Google Shape;657;p24"/>
          <p:cNvGrpSpPr/>
          <p:nvPr/>
        </p:nvGrpSpPr>
        <p:grpSpPr>
          <a:xfrm>
            <a:off x="2826202" y="4549932"/>
            <a:ext cx="662514" cy="132305"/>
            <a:chOff x="3565126" y="6007344"/>
            <a:chExt cx="1233502" cy="246286"/>
          </a:xfrm>
        </p:grpSpPr>
        <p:grpSp>
          <p:nvGrpSpPr>
            <p:cNvPr id="658" name="Google Shape;658;p24"/>
            <p:cNvGrpSpPr/>
            <p:nvPr/>
          </p:nvGrpSpPr>
          <p:grpSpPr>
            <a:xfrm>
              <a:off x="3565126" y="6007344"/>
              <a:ext cx="1233502" cy="246286"/>
              <a:chOff x="6156622" y="4884144"/>
              <a:chExt cx="1049700" cy="274200"/>
            </a:xfrm>
          </p:grpSpPr>
          <p:sp>
            <p:nvSpPr>
              <p:cNvPr id="625" name="Google Shape;625;p24"/>
              <p:cNvSpPr/>
              <p:nvPr/>
            </p:nvSpPr>
            <p:spPr>
              <a:xfrm>
                <a:off x="6156622" y="4884144"/>
                <a:ext cx="1049700" cy="274200"/>
              </a:xfrm>
              <a:prstGeom prst="rect">
                <a:avLst/>
              </a:prstGeom>
              <a:solidFill>
                <a:schemeClr val="lt1"/>
              </a:solidFill>
              <a:ln w="5125" cap="flat" cmpd="sng">
                <a:solidFill>
                  <a:srgbClr val="50505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9100" tIns="49100" rIns="49100" bIns="491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endParaRPr sz="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9" name="Google Shape;659;p24"/>
              <p:cNvSpPr/>
              <p:nvPr/>
            </p:nvSpPr>
            <p:spPr>
              <a:xfrm>
                <a:off x="6345956" y="4906218"/>
                <a:ext cx="841200" cy="23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9325" rIns="0" bIns="193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Arial"/>
                  <a:buNone/>
                </a:pPr>
                <a:r>
                  <a:rPr lang="ja" sz="400">
                    <a:solidFill>
                      <a:schemeClr val="dk1"/>
                    </a:solidFill>
                  </a:rPr>
                  <a:t>Azure Monitor</a:t>
                </a:r>
                <a:endParaRPr sz="400" i="0" u="none" strike="noStrike" cap="none">
                  <a:solidFill>
                    <a:schemeClr val="dk1"/>
                  </a:solidFill>
                </a:endParaRPr>
              </a:p>
            </p:txBody>
          </p:sp>
        </p:grpSp>
        <p:pic>
          <p:nvPicPr>
            <p:cNvPr id="660" name="Google Shape;660;p24" title="monitor.png"/>
            <p:cNvPicPr preferRelativeResize="0"/>
            <p:nvPr/>
          </p:nvPicPr>
          <p:blipFill>
            <a:blip r:embed="rId35">
              <a:alphaModFix/>
            </a:blip>
            <a:stretch>
              <a:fillRect/>
            </a:stretch>
          </p:blipFill>
          <p:spPr>
            <a:xfrm>
              <a:off x="3729625" y="6043500"/>
              <a:ext cx="174001" cy="1740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61" name="Google Shape;661;p24"/>
          <p:cNvSpPr/>
          <p:nvPr/>
        </p:nvSpPr>
        <p:spPr>
          <a:xfrm>
            <a:off x="7929113" y="2464960"/>
            <a:ext cx="942600" cy="155700"/>
          </a:xfrm>
          <a:prstGeom prst="roundRect">
            <a:avLst>
              <a:gd name="adj" fmla="val 9249"/>
            </a:avLst>
          </a:prstGeom>
          <a:solidFill>
            <a:srgbClr val="FFFFFF"/>
          </a:solidFill>
          <a:ln w="2160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9025" tIns="34500" rIns="69025" bIns="345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ja" sz="500" b="1">
                <a:solidFill>
                  <a:srgbClr val="262626"/>
                </a:solidFill>
              </a:rPr>
              <a:t>配回送システム</a:t>
            </a:r>
            <a:r>
              <a:rPr lang="ja" sz="400" b="1">
                <a:solidFill>
                  <a:srgbClr val="262626"/>
                </a:solidFill>
              </a:rPr>
              <a:t>（OPTIMIND）</a:t>
            </a:r>
            <a:endParaRPr sz="400" b="1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24"/>
          <p:cNvSpPr txBox="1"/>
          <p:nvPr/>
        </p:nvSpPr>
        <p:spPr>
          <a:xfrm>
            <a:off x="8703975" y="2457122"/>
            <a:ext cx="280500" cy="130800"/>
          </a:xfrm>
          <a:prstGeom prst="rect">
            <a:avLst/>
          </a:prstGeom>
          <a:solidFill>
            <a:srgbClr val="7DCA95">
              <a:alpha val="60000"/>
            </a:srgbClr>
          </a:solidFill>
          <a:ln>
            <a:noFill/>
          </a:ln>
        </p:spPr>
        <p:txBody>
          <a:bodyPr spcFirstLastPara="1" wrap="square" lIns="0" tIns="68575" rIns="0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rPr lang="ja" sz="400" b="1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Entra ID</a:t>
            </a:r>
            <a:endParaRPr sz="5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24"/>
          <p:cNvSpPr txBox="1"/>
          <p:nvPr/>
        </p:nvSpPr>
        <p:spPr>
          <a:xfrm>
            <a:off x="8703975" y="4304489"/>
            <a:ext cx="280500" cy="130800"/>
          </a:xfrm>
          <a:prstGeom prst="rect">
            <a:avLst/>
          </a:prstGeom>
          <a:solidFill>
            <a:srgbClr val="9CCA7D">
              <a:alpha val="60000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ja" sz="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GAC</a:t>
            </a:r>
            <a:endParaRPr sz="5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4" name="Google Shape;664;p24"/>
          <p:cNvCxnSpPr>
            <a:endCxn id="349" idx="1"/>
          </p:cNvCxnSpPr>
          <p:nvPr/>
        </p:nvCxnSpPr>
        <p:spPr>
          <a:xfrm rot="10800000" flipH="1">
            <a:off x="7724909" y="1350908"/>
            <a:ext cx="206700" cy="90300"/>
          </a:xfrm>
          <a:prstGeom prst="bentConnector3">
            <a:avLst>
              <a:gd name="adj1" fmla="val 41602"/>
            </a:avLst>
          </a:prstGeom>
          <a:noFill/>
          <a:ln w="7150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5" name="Google Shape;665;p24"/>
          <p:cNvSpPr/>
          <p:nvPr/>
        </p:nvSpPr>
        <p:spPr>
          <a:xfrm>
            <a:off x="1610081" y="2812219"/>
            <a:ext cx="458700" cy="168600"/>
          </a:xfrm>
          <a:prstGeom prst="roundRect">
            <a:avLst>
              <a:gd name="adj" fmla="val 12607"/>
            </a:avLst>
          </a:prstGeom>
          <a:solidFill>
            <a:srgbClr val="FFFFFF"/>
          </a:solidFill>
          <a:ln w="7150" cap="flat" cmpd="sng">
            <a:solidFill>
              <a:srgbClr val="C2D5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275" tIns="64275" rIns="64275" bIns="6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ja" sz="600" b="1">
                <a:solidFill>
                  <a:srgbClr val="262626"/>
                </a:solidFill>
              </a:rPr>
              <a:t>Flink</a:t>
            </a:r>
            <a:endParaRPr sz="1000"/>
          </a:p>
        </p:txBody>
      </p:sp>
      <p:cxnSp>
        <p:nvCxnSpPr>
          <p:cNvPr id="666" name="Google Shape;666;p24"/>
          <p:cNvCxnSpPr/>
          <p:nvPr/>
        </p:nvCxnSpPr>
        <p:spPr>
          <a:xfrm>
            <a:off x="1017000" y="3605363"/>
            <a:ext cx="580500" cy="0"/>
          </a:xfrm>
          <a:prstGeom prst="straightConnector1">
            <a:avLst/>
          </a:prstGeom>
          <a:noFill/>
          <a:ln w="14300" cap="flat" cmpd="sng">
            <a:solidFill>
              <a:srgbClr val="FF9F3E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667" name="Google Shape;667;p24"/>
          <p:cNvGrpSpPr/>
          <p:nvPr/>
        </p:nvGrpSpPr>
        <p:grpSpPr>
          <a:xfrm>
            <a:off x="1107927" y="1060224"/>
            <a:ext cx="164085" cy="3644855"/>
            <a:chOff x="1876083" y="1598136"/>
            <a:chExt cx="218780" cy="4785787"/>
          </a:xfrm>
        </p:grpSpPr>
        <p:grpSp>
          <p:nvGrpSpPr>
            <p:cNvPr id="668" name="Google Shape;668;p24"/>
            <p:cNvGrpSpPr/>
            <p:nvPr/>
          </p:nvGrpSpPr>
          <p:grpSpPr>
            <a:xfrm>
              <a:off x="1876083" y="1598136"/>
              <a:ext cx="218780" cy="4785787"/>
              <a:chOff x="1693483" y="3380577"/>
              <a:chExt cx="218780" cy="1371600"/>
            </a:xfrm>
          </p:grpSpPr>
          <p:sp>
            <p:nvSpPr>
              <p:cNvPr id="669" name="Google Shape;669;p24"/>
              <p:cNvSpPr/>
              <p:nvPr/>
            </p:nvSpPr>
            <p:spPr>
              <a:xfrm rot="5400000">
                <a:off x="1115983" y="3958077"/>
                <a:ext cx="1371600" cy="216600"/>
              </a:xfrm>
              <a:prstGeom prst="roundRect">
                <a:avLst>
                  <a:gd name="adj" fmla="val 9249"/>
                </a:avLst>
              </a:prstGeom>
              <a:solidFill>
                <a:srgbClr val="A4D1AB"/>
              </a:solidFill>
              <a:ln>
                <a:noFill/>
              </a:ln>
            </p:spPr>
            <p:txBody>
              <a:bodyPr spcFirstLastPara="1" wrap="square" lIns="67400" tIns="33700" rIns="67400" bIns="33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0" name="Google Shape;670;p24"/>
              <p:cNvSpPr txBox="1"/>
              <p:nvPr/>
            </p:nvSpPr>
            <p:spPr>
              <a:xfrm rot="5400000">
                <a:off x="1181163" y="3944955"/>
                <a:ext cx="1248300" cy="21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33700" rIns="0" bIns="33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rPr lang="ja" sz="6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Azure Firewall</a:t>
                </a:r>
                <a:endParaRPr sz="6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671" name="Google Shape;671;p24"/>
            <p:cNvPicPr preferRelativeResize="0"/>
            <p:nvPr/>
          </p:nvPicPr>
          <p:blipFill rotWithShape="1">
            <a:blip r:embed="rId36">
              <a:alphaModFix/>
            </a:blip>
            <a:srcRect/>
            <a:stretch/>
          </p:blipFill>
          <p:spPr>
            <a:xfrm>
              <a:off x="1892549" y="3377690"/>
              <a:ext cx="174400" cy="174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72" name="Google Shape;672;p24"/>
          <p:cNvGrpSpPr/>
          <p:nvPr/>
        </p:nvGrpSpPr>
        <p:grpSpPr>
          <a:xfrm>
            <a:off x="2480737" y="3553744"/>
            <a:ext cx="169200" cy="71550"/>
            <a:chOff x="3307650" y="4738325"/>
            <a:chExt cx="225600" cy="95400"/>
          </a:xfrm>
        </p:grpSpPr>
        <p:sp>
          <p:nvSpPr>
            <p:cNvPr id="673" name="Google Shape;673;p24"/>
            <p:cNvSpPr/>
            <p:nvPr/>
          </p:nvSpPr>
          <p:spPr>
            <a:xfrm>
              <a:off x="3307650" y="4738325"/>
              <a:ext cx="225600" cy="954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74" name="Google Shape;674;p24"/>
            <p:cNvSpPr txBox="1"/>
            <p:nvPr/>
          </p:nvSpPr>
          <p:spPr>
            <a:xfrm>
              <a:off x="3332324" y="4757075"/>
              <a:ext cx="174300" cy="5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ja" sz="300" b="1">
                  <a:solidFill>
                    <a:srgbClr val="FFFFFF"/>
                  </a:solidFill>
                </a:rPr>
                <a:t>Silver</a:t>
              </a:r>
              <a:endParaRPr sz="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5" name="Google Shape;675;p24"/>
          <p:cNvSpPr/>
          <p:nvPr/>
        </p:nvSpPr>
        <p:spPr>
          <a:xfrm>
            <a:off x="2581110" y="2444924"/>
            <a:ext cx="169200" cy="130387"/>
          </a:xfrm>
          <a:prstGeom prst="flowChartMagneticDisk">
            <a:avLst/>
          </a:prstGeom>
          <a:solidFill>
            <a:schemeClr val="lt1"/>
          </a:solidFill>
          <a:ln w="71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6" name="Google Shape;676;p24"/>
          <p:cNvGrpSpPr/>
          <p:nvPr/>
        </p:nvGrpSpPr>
        <p:grpSpPr>
          <a:xfrm>
            <a:off x="2393928" y="2499890"/>
            <a:ext cx="147159" cy="54912"/>
            <a:chOff x="3135299" y="3190125"/>
            <a:chExt cx="225600" cy="95400"/>
          </a:xfrm>
        </p:grpSpPr>
        <p:sp>
          <p:nvSpPr>
            <p:cNvPr id="677" name="Google Shape;677;p24"/>
            <p:cNvSpPr/>
            <p:nvPr/>
          </p:nvSpPr>
          <p:spPr>
            <a:xfrm>
              <a:off x="3135299" y="3190125"/>
              <a:ext cx="225600" cy="95400"/>
            </a:xfrm>
            <a:prstGeom prst="rect">
              <a:avLst/>
            </a:prstGeom>
            <a:solidFill>
              <a:srgbClr val="7F6000"/>
            </a:solidFill>
            <a:ln>
              <a:noFill/>
            </a:ln>
          </p:spPr>
          <p:txBody>
            <a:bodyPr spcFirstLastPara="1" wrap="square" lIns="52625" tIns="52625" rIns="52625" bIns="52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/>
            </a:p>
          </p:txBody>
        </p:sp>
        <p:sp>
          <p:nvSpPr>
            <p:cNvPr id="678" name="Google Shape;678;p24"/>
            <p:cNvSpPr txBox="1"/>
            <p:nvPr/>
          </p:nvSpPr>
          <p:spPr>
            <a:xfrm>
              <a:off x="3145350" y="3206300"/>
              <a:ext cx="205500" cy="5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lang="ja" sz="200" b="1">
                  <a:solidFill>
                    <a:srgbClr val="FFFFFF"/>
                  </a:solidFill>
                </a:rPr>
                <a:t>Bronze</a:t>
              </a:r>
              <a:endParaRPr sz="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9" name="Google Shape;679;p24"/>
          <p:cNvGrpSpPr/>
          <p:nvPr/>
        </p:nvGrpSpPr>
        <p:grpSpPr>
          <a:xfrm>
            <a:off x="2592210" y="2499890"/>
            <a:ext cx="147159" cy="54912"/>
            <a:chOff x="3135299" y="3190125"/>
            <a:chExt cx="225600" cy="95400"/>
          </a:xfrm>
        </p:grpSpPr>
        <p:sp>
          <p:nvSpPr>
            <p:cNvPr id="680" name="Google Shape;680;p24"/>
            <p:cNvSpPr/>
            <p:nvPr/>
          </p:nvSpPr>
          <p:spPr>
            <a:xfrm>
              <a:off x="3135299" y="3190125"/>
              <a:ext cx="225600" cy="95400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spcFirstLastPara="1" wrap="square" lIns="52625" tIns="52625" rIns="52625" bIns="52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/>
            </a:p>
          </p:txBody>
        </p:sp>
        <p:sp>
          <p:nvSpPr>
            <p:cNvPr id="681" name="Google Shape;681;p24"/>
            <p:cNvSpPr txBox="1"/>
            <p:nvPr/>
          </p:nvSpPr>
          <p:spPr>
            <a:xfrm>
              <a:off x="3145350" y="3206300"/>
              <a:ext cx="205500" cy="5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lang="ja" sz="200" b="1">
                  <a:solidFill>
                    <a:srgbClr val="262626"/>
                  </a:solidFill>
                </a:rPr>
                <a:t>Gold</a:t>
              </a:r>
              <a:endParaRPr sz="2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2" name="Google Shape;682;p24"/>
          <p:cNvSpPr/>
          <p:nvPr/>
        </p:nvSpPr>
        <p:spPr>
          <a:xfrm>
            <a:off x="2380410" y="2725312"/>
            <a:ext cx="169200" cy="130387"/>
          </a:xfrm>
          <a:prstGeom prst="flowChartMagneticDisk">
            <a:avLst/>
          </a:prstGeom>
          <a:solidFill>
            <a:schemeClr val="lt1"/>
          </a:solidFill>
          <a:ln w="715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3" name="Google Shape;683;p24"/>
          <p:cNvGrpSpPr/>
          <p:nvPr/>
        </p:nvGrpSpPr>
        <p:grpSpPr>
          <a:xfrm>
            <a:off x="2391510" y="2780278"/>
            <a:ext cx="147159" cy="54912"/>
            <a:chOff x="3135299" y="3190125"/>
            <a:chExt cx="225600" cy="95400"/>
          </a:xfrm>
        </p:grpSpPr>
        <p:sp>
          <p:nvSpPr>
            <p:cNvPr id="684" name="Google Shape;684;p24"/>
            <p:cNvSpPr/>
            <p:nvPr/>
          </p:nvSpPr>
          <p:spPr>
            <a:xfrm>
              <a:off x="3135299" y="3190125"/>
              <a:ext cx="225600" cy="95400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spcFirstLastPara="1" wrap="square" lIns="52625" tIns="52625" rIns="52625" bIns="52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/>
            </a:p>
          </p:txBody>
        </p:sp>
        <p:sp>
          <p:nvSpPr>
            <p:cNvPr id="685" name="Google Shape;685;p24"/>
            <p:cNvSpPr txBox="1"/>
            <p:nvPr/>
          </p:nvSpPr>
          <p:spPr>
            <a:xfrm>
              <a:off x="3145350" y="3206300"/>
              <a:ext cx="205500" cy="5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lang="ja" sz="200" b="1">
                  <a:solidFill>
                    <a:srgbClr val="262626"/>
                  </a:solidFill>
                </a:rPr>
                <a:t>Gold</a:t>
              </a:r>
              <a:endParaRPr sz="2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6" name="Google Shape;686;p24"/>
          <p:cNvSpPr txBox="1"/>
          <p:nvPr/>
        </p:nvSpPr>
        <p:spPr>
          <a:xfrm>
            <a:off x="2397950" y="2732072"/>
            <a:ext cx="134100" cy="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rPr lang="ja" sz="200" b="1">
                <a:solidFill>
                  <a:srgbClr val="262626"/>
                </a:solidFill>
              </a:rPr>
              <a:t>U-SLIM</a:t>
            </a:r>
            <a:endParaRPr sz="200" b="1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24"/>
          <p:cNvSpPr/>
          <p:nvPr/>
        </p:nvSpPr>
        <p:spPr>
          <a:xfrm>
            <a:off x="2581110" y="2725312"/>
            <a:ext cx="169200" cy="130387"/>
          </a:xfrm>
          <a:prstGeom prst="flowChartMagneticDisk">
            <a:avLst/>
          </a:prstGeom>
          <a:solidFill>
            <a:schemeClr val="lt1"/>
          </a:solidFill>
          <a:ln w="715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8" name="Google Shape;688;p24"/>
          <p:cNvGrpSpPr/>
          <p:nvPr/>
        </p:nvGrpSpPr>
        <p:grpSpPr>
          <a:xfrm>
            <a:off x="2592210" y="2780278"/>
            <a:ext cx="147159" cy="54912"/>
            <a:chOff x="3135299" y="3190125"/>
            <a:chExt cx="225600" cy="95400"/>
          </a:xfrm>
        </p:grpSpPr>
        <p:sp>
          <p:nvSpPr>
            <p:cNvPr id="689" name="Google Shape;689;p24"/>
            <p:cNvSpPr/>
            <p:nvPr/>
          </p:nvSpPr>
          <p:spPr>
            <a:xfrm>
              <a:off x="3135299" y="3190125"/>
              <a:ext cx="225600" cy="95400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spcFirstLastPara="1" wrap="square" lIns="52625" tIns="52625" rIns="52625" bIns="52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/>
            </a:p>
          </p:txBody>
        </p:sp>
        <p:sp>
          <p:nvSpPr>
            <p:cNvPr id="690" name="Google Shape;690;p24"/>
            <p:cNvSpPr txBox="1"/>
            <p:nvPr/>
          </p:nvSpPr>
          <p:spPr>
            <a:xfrm>
              <a:off x="3145350" y="3206300"/>
              <a:ext cx="205500" cy="5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lang="ja" sz="200" b="1">
                  <a:solidFill>
                    <a:srgbClr val="262626"/>
                  </a:solidFill>
                </a:rPr>
                <a:t>Gold</a:t>
              </a:r>
              <a:endParaRPr sz="2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1" name="Google Shape;691;p24"/>
          <p:cNvSpPr txBox="1"/>
          <p:nvPr/>
        </p:nvSpPr>
        <p:spPr>
          <a:xfrm>
            <a:off x="2598650" y="2732072"/>
            <a:ext cx="134100" cy="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rPr lang="ja" sz="200" b="1">
                <a:solidFill>
                  <a:srgbClr val="262626"/>
                </a:solidFill>
              </a:rPr>
              <a:t>トヨタポ</a:t>
            </a:r>
            <a:endParaRPr sz="200" b="1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24"/>
          <p:cNvSpPr/>
          <p:nvPr/>
        </p:nvSpPr>
        <p:spPr>
          <a:xfrm>
            <a:off x="2380410" y="2886805"/>
            <a:ext cx="169200" cy="130387"/>
          </a:xfrm>
          <a:prstGeom prst="flowChartMagneticDisk">
            <a:avLst/>
          </a:prstGeom>
          <a:solidFill>
            <a:schemeClr val="lt1"/>
          </a:solidFill>
          <a:ln w="715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3" name="Google Shape;693;p24"/>
          <p:cNvGrpSpPr/>
          <p:nvPr/>
        </p:nvGrpSpPr>
        <p:grpSpPr>
          <a:xfrm>
            <a:off x="2391510" y="2941772"/>
            <a:ext cx="147159" cy="54912"/>
            <a:chOff x="3135299" y="3190125"/>
            <a:chExt cx="225600" cy="95400"/>
          </a:xfrm>
        </p:grpSpPr>
        <p:sp>
          <p:nvSpPr>
            <p:cNvPr id="694" name="Google Shape;694;p24"/>
            <p:cNvSpPr/>
            <p:nvPr/>
          </p:nvSpPr>
          <p:spPr>
            <a:xfrm>
              <a:off x="3135299" y="3190125"/>
              <a:ext cx="225600" cy="95400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spcFirstLastPara="1" wrap="square" lIns="52625" tIns="52625" rIns="52625" bIns="52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/>
            </a:p>
          </p:txBody>
        </p:sp>
        <p:sp>
          <p:nvSpPr>
            <p:cNvPr id="695" name="Google Shape;695;p24"/>
            <p:cNvSpPr txBox="1"/>
            <p:nvPr/>
          </p:nvSpPr>
          <p:spPr>
            <a:xfrm>
              <a:off x="3145350" y="3206300"/>
              <a:ext cx="205500" cy="5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lang="ja" sz="200" b="1">
                  <a:solidFill>
                    <a:srgbClr val="262626"/>
                  </a:solidFill>
                </a:rPr>
                <a:t>Gold</a:t>
              </a:r>
              <a:endParaRPr sz="2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6" name="Google Shape;696;p24"/>
          <p:cNvSpPr/>
          <p:nvPr/>
        </p:nvSpPr>
        <p:spPr>
          <a:xfrm>
            <a:off x="2581110" y="2886805"/>
            <a:ext cx="169200" cy="130387"/>
          </a:xfrm>
          <a:prstGeom prst="flowChartMagneticDisk">
            <a:avLst/>
          </a:prstGeom>
          <a:solidFill>
            <a:schemeClr val="lt1"/>
          </a:solidFill>
          <a:ln w="715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7" name="Google Shape;697;p24"/>
          <p:cNvGrpSpPr/>
          <p:nvPr/>
        </p:nvGrpSpPr>
        <p:grpSpPr>
          <a:xfrm>
            <a:off x="2592210" y="2941772"/>
            <a:ext cx="147159" cy="54912"/>
            <a:chOff x="3135299" y="3190125"/>
            <a:chExt cx="225600" cy="95400"/>
          </a:xfrm>
        </p:grpSpPr>
        <p:sp>
          <p:nvSpPr>
            <p:cNvPr id="698" name="Google Shape;698;p24"/>
            <p:cNvSpPr/>
            <p:nvPr/>
          </p:nvSpPr>
          <p:spPr>
            <a:xfrm>
              <a:off x="3135299" y="3190125"/>
              <a:ext cx="225600" cy="95400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spcFirstLastPara="1" wrap="square" lIns="52625" tIns="52625" rIns="52625" bIns="52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/>
            </a:p>
          </p:txBody>
        </p:sp>
        <p:sp>
          <p:nvSpPr>
            <p:cNvPr id="699" name="Google Shape;699;p24"/>
            <p:cNvSpPr txBox="1"/>
            <p:nvPr/>
          </p:nvSpPr>
          <p:spPr>
            <a:xfrm>
              <a:off x="3145350" y="3206300"/>
              <a:ext cx="205500" cy="5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lang="ja" sz="200" b="1">
                  <a:solidFill>
                    <a:srgbClr val="262626"/>
                  </a:solidFill>
                </a:rPr>
                <a:t>Gold</a:t>
              </a:r>
              <a:endParaRPr sz="2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0" name="Google Shape;700;p24"/>
          <p:cNvSpPr txBox="1"/>
          <p:nvPr/>
        </p:nvSpPr>
        <p:spPr>
          <a:xfrm>
            <a:off x="2397950" y="2896312"/>
            <a:ext cx="134100" cy="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rPr lang="ja" sz="200" b="1">
                <a:solidFill>
                  <a:srgbClr val="262626"/>
                </a:solidFill>
              </a:rPr>
              <a:t>アプリA</a:t>
            </a:r>
            <a:endParaRPr sz="200" b="1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24"/>
          <p:cNvSpPr txBox="1"/>
          <p:nvPr/>
        </p:nvSpPr>
        <p:spPr>
          <a:xfrm>
            <a:off x="2598650" y="2896312"/>
            <a:ext cx="134100" cy="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Arial"/>
              <a:buNone/>
            </a:pPr>
            <a:r>
              <a:rPr lang="ja" sz="200" b="1">
                <a:solidFill>
                  <a:srgbClr val="262626"/>
                </a:solidFill>
              </a:rPr>
              <a:t>アプリB</a:t>
            </a:r>
            <a:endParaRPr sz="200" b="1">
              <a:solidFill>
                <a:srgbClr val="262626"/>
              </a:solidFill>
            </a:endParaRPr>
          </a:p>
        </p:txBody>
      </p:sp>
      <p:sp>
        <p:nvSpPr>
          <p:cNvPr id="702" name="Google Shape;702;p24"/>
          <p:cNvSpPr/>
          <p:nvPr/>
        </p:nvSpPr>
        <p:spPr>
          <a:xfrm>
            <a:off x="2380410" y="3050615"/>
            <a:ext cx="169200" cy="130387"/>
          </a:xfrm>
          <a:prstGeom prst="flowChartMagneticDisk">
            <a:avLst/>
          </a:prstGeom>
          <a:solidFill>
            <a:schemeClr val="lt1"/>
          </a:solidFill>
          <a:ln w="715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3" name="Google Shape;703;p24"/>
          <p:cNvGrpSpPr/>
          <p:nvPr/>
        </p:nvGrpSpPr>
        <p:grpSpPr>
          <a:xfrm>
            <a:off x="2391510" y="3105581"/>
            <a:ext cx="147159" cy="54912"/>
            <a:chOff x="3135299" y="3190125"/>
            <a:chExt cx="225600" cy="95400"/>
          </a:xfrm>
        </p:grpSpPr>
        <p:sp>
          <p:nvSpPr>
            <p:cNvPr id="704" name="Google Shape;704;p24"/>
            <p:cNvSpPr/>
            <p:nvPr/>
          </p:nvSpPr>
          <p:spPr>
            <a:xfrm>
              <a:off x="3135299" y="3190125"/>
              <a:ext cx="225600" cy="95400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spcFirstLastPara="1" wrap="square" lIns="52625" tIns="52625" rIns="52625" bIns="52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/>
            </a:p>
          </p:txBody>
        </p:sp>
        <p:sp>
          <p:nvSpPr>
            <p:cNvPr id="705" name="Google Shape;705;p24"/>
            <p:cNvSpPr txBox="1"/>
            <p:nvPr/>
          </p:nvSpPr>
          <p:spPr>
            <a:xfrm>
              <a:off x="3145350" y="3206300"/>
              <a:ext cx="205500" cy="5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lang="ja" sz="200" b="1">
                  <a:solidFill>
                    <a:srgbClr val="262626"/>
                  </a:solidFill>
                </a:rPr>
                <a:t>Gold</a:t>
              </a:r>
              <a:endParaRPr sz="2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6" name="Google Shape;706;p24"/>
          <p:cNvSpPr/>
          <p:nvPr/>
        </p:nvSpPr>
        <p:spPr>
          <a:xfrm>
            <a:off x="2581110" y="3050615"/>
            <a:ext cx="169200" cy="130387"/>
          </a:xfrm>
          <a:prstGeom prst="flowChartMagneticDisk">
            <a:avLst/>
          </a:prstGeom>
          <a:solidFill>
            <a:schemeClr val="lt1"/>
          </a:solidFill>
          <a:ln w="715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7" name="Google Shape;707;p24"/>
          <p:cNvGrpSpPr/>
          <p:nvPr/>
        </p:nvGrpSpPr>
        <p:grpSpPr>
          <a:xfrm>
            <a:off x="2592210" y="3105581"/>
            <a:ext cx="147159" cy="54912"/>
            <a:chOff x="3135299" y="3190125"/>
            <a:chExt cx="225600" cy="95400"/>
          </a:xfrm>
        </p:grpSpPr>
        <p:sp>
          <p:nvSpPr>
            <p:cNvPr id="708" name="Google Shape;708;p24"/>
            <p:cNvSpPr/>
            <p:nvPr/>
          </p:nvSpPr>
          <p:spPr>
            <a:xfrm>
              <a:off x="3135299" y="3190125"/>
              <a:ext cx="225600" cy="95400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spcFirstLastPara="1" wrap="square" lIns="52625" tIns="52625" rIns="52625" bIns="52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/>
            </a:p>
          </p:txBody>
        </p:sp>
        <p:sp>
          <p:nvSpPr>
            <p:cNvPr id="709" name="Google Shape;709;p24"/>
            <p:cNvSpPr txBox="1"/>
            <p:nvPr/>
          </p:nvSpPr>
          <p:spPr>
            <a:xfrm>
              <a:off x="3145350" y="3206300"/>
              <a:ext cx="205500" cy="5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lang="ja" sz="200" b="1">
                  <a:solidFill>
                    <a:srgbClr val="262626"/>
                  </a:solidFill>
                </a:rPr>
                <a:t>Gold</a:t>
              </a:r>
              <a:endParaRPr sz="2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0" name="Google Shape;710;p24"/>
          <p:cNvSpPr txBox="1"/>
          <p:nvPr/>
        </p:nvSpPr>
        <p:spPr>
          <a:xfrm>
            <a:off x="2397950" y="3060122"/>
            <a:ext cx="134100" cy="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Arial"/>
              <a:buNone/>
            </a:pPr>
            <a:r>
              <a:rPr lang="ja" sz="200" b="1">
                <a:solidFill>
                  <a:srgbClr val="262626"/>
                </a:solidFill>
              </a:rPr>
              <a:t>アプリC</a:t>
            </a:r>
            <a:endParaRPr sz="200" b="1">
              <a:solidFill>
                <a:srgbClr val="262626"/>
              </a:solidFill>
            </a:endParaRPr>
          </a:p>
        </p:txBody>
      </p:sp>
      <p:sp>
        <p:nvSpPr>
          <p:cNvPr id="711" name="Google Shape;711;p24"/>
          <p:cNvSpPr txBox="1"/>
          <p:nvPr/>
        </p:nvSpPr>
        <p:spPr>
          <a:xfrm>
            <a:off x="2598650" y="3060122"/>
            <a:ext cx="134100" cy="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Arial"/>
              <a:buNone/>
            </a:pPr>
            <a:r>
              <a:rPr lang="ja" sz="200" b="1">
                <a:solidFill>
                  <a:srgbClr val="262626"/>
                </a:solidFill>
              </a:rPr>
              <a:t>アプリD</a:t>
            </a:r>
            <a:endParaRPr sz="200" b="1">
              <a:solidFill>
                <a:srgbClr val="262626"/>
              </a:solidFill>
            </a:endParaRPr>
          </a:p>
        </p:txBody>
      </p:sp>
      <p:cxnSp>
        <p:nvCxnSpPr>
          <p:cNvPr id="712" name="Google Shape;712;p24"/>
          <p:cNvCxnSpPr/>
          <p:nvPr/>
        </p:nvCxnSpPr>
        <p:spPr>
          <a:xfrm>
            <a:off x="2388253" y="2676825"/>
            <a:ext cx="362100" cy="0"/>
          </a:xfrm>
          <a:prstGeom prst="straightConnector1">
            <a:avLst/>
          </a:prstGeom>
          <a:noFill/>
          <a:ln w="7150" cap="flat" cmpd="sng">
            <a:solidFill>
              <a:srgbClr val="D8D8D8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13" name="Google Shape;713;p24"/>
          <p:cNvGrpSpPr/>
          <p:nvPr/>
        </p:nvGrpSpPr>
        <p:grpSpPr>
          <a:xfrm>
            <a:off x="2512731" y="2644965"/>
            <a:ext cx="103956" cy="54903"/>
            <a:chOff x="3135299" y="3190125"/>
            <a:chExt cx="225600" cy="95400"/>
          </a:xfrm>
        </p:grpSpPr>
        <p:sp>
          <p:nvSpPr>
            <p:cNvPr id="714" name="Google Shape;714;p24"/>
            <p:cNvSpPr/>
            <p:nvPr/>
          </p:nvSpPr>
          <p:spPr>
            <a:xfrm>
              <a:off x="3135299" y="3190125"/>
              <a:ext cx="225600" cy="95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2625" tIns="52625" rIns="52625" bIns="52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/>
            </a:p>
          </p:txBody>
        </p:sp>
        <p:sp>
          <p:nvSpPr>
            <p:cNvPr id="715" name="Google Shape;715;p24"/>
            <p:cNvSpPr txBox="1"/>
            <p:nvPr/>
          </p:nvSpPr>
          <p:spPr>
            <a:xfrm>
              <a:off x="3145350" y="3206300"/>
              <a:ext cx="205500" cy="5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lang="ja" sz="200" b="1">
                  <a:solidFill>
                    <a:srgbClr val="262626"/>
                  </a:solidFill>
                </a:rPr>
                <a:t>一例</a:t>
              </a:r>
              <a:endParaRPr sz="2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6" name="Google Shape;716;p24"/>
          <p:cNvGrpSpPr/>
          <p:nvPr/>
        </p:nvGrpSpPr>
        <p:grpSpPr>
          <a:xfrm>
            <a:off x="4072819" y="1235610"/>
            <a:ext cx="211088" cy="591152"/>
            <a:chOff x="5430425" y="1647480"/>
            <a:chExt cx="281450" cy="788202"/>
          </a:xfrm>
        </p:grpSpPr>
        <p:grpSp>
          <p:nvGrpSpPr>
            <p:cNvPr id="717" name="Google Shape;717;p24"/>
            <p:cNvGrpSpPr/>
            <p:nvPr/>
          </p:nvGrpSpPr>
          <p:grpSpPr>
            <a:xfrm>
              <a:off x="5430425" y="1647480"/>
              <a:ext cx="281450" cy="788202"/>
              <a:chOff x="5419800" y="3261013"/>
              <a:chExt cx="281450" cy="648993"/>
            </a:xfrm>
          </p:grpSpPr>
          <p:sp>
            <p:nvSpPr>
              <p:cNvPr id="718" name="Google Shape;718;p24"/>
              <p:cNvSpPr/>
              <p:nvPr/>
            </p:nvSpPr>
            <p:spPr>
              <a:xfrm rot="5400000">
                <a:off x="5257850" y="3457813"/>
                <a:ext cx="640200" cy="246600"/>
              </a:xfrm>
              <a:prstGeom prst="roundRect">
                <a:avLst>
                  <a:gd name="adj" fmla="val 9249"/>
                </a:avLst>
              </a:prstGeom>
              <a:solidFill>
                <a:srgbClr val="FFFFFF"/>
              </a:solidFill>
              <a:ln w="7150" cap="flat" cmpd="sng">
                <a:solidFill>
                  <a:srgbClr val="B6DDE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7400" tIns="33700" rIns="67400" bIns="33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9" name="Google Shape;719;p24"/>
              <p:cNvSpPr txBox="1"/>
              <p:nvPr/>
            </p:nvSpPr>
            <p:spPr>
              <a:xfrm rot="5400000">
                <a:off x="5268600" y="3553606"/>
                <a:ext cx="507600" cy="20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rPr lang="ja" sz="500" b="1">
                    <a:solidFill>
                      <a:srgbClr val="0C0C0C"/>
                    </a:solidFill>
                  </a:rPr>
                  <a:t>Internal（内部）</a:t>
                </a:r>
                <a:endParaRPr sz="500" b="1" i="0" u="none" strike="noStrike" cap="none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720" name="Google Shape;720;p24" title="API.png"/>
            <p:cNvPicPr preferRelativeResize="0"/>
            <p:nvPr/>
          </p:nvPicPr>
          <p:blipFill rotWithShape="1">
            <a:blip r:embed="rId37">
              <a:alphaModFix/>
            </a:blip>
            <a:srcRect/>
            <a:stretch/>
          </p:blipFill>
          <p:spPr>
            <a:xfrm flipH="1">
              <a:off x="5527106" y="1669049"/>
              <a:ext cx="116625" cy="1216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21" name="Google Shape;721;p24"/>
          <p:cNvGrpSpPr/>
          <p:nvPr/>
        </p:nvGrpSpPr>
        <p:grpSpPr>
          <a:xfrm>
            <a:off x="4072463" y="1848611"/>
            <a:ext cx="211444" cy="591164"/>
            <a:chOff x="5429950" y="2464814"/>
            <a:chExt cx="281925" cy="788218"/>
          </a:xfrm>
        </p:grpSpPr>
        <p:grpSp>
          <p:nvGrpSpPr>
            <p:cNvPr id="722" name="Google Shape;722;p24"/>
            <p:cNvGrpSpPr/>
            <p:nvPr/>
          </p:nvGrpSpPr>
          <p:grpSpPr>
            <a:xfrm>
              <a:off x="5429950" y="2464814"/>
              <a:ext cx="281925" cy="788218"/>
              <a:chOff x="5419325" y="1983641"/>
              <a:chExt cx="281925" cy="606975"/>
            </a:xfrm>
          </p:grpSpPr>
          <p:sp>
            <p:nvSpPr>
              <p:cNvPr id="723" name="Google Shape;723;p24"/>
              <p:cNvSpPr/>
              <p:nvPr/>
            </p:nvSpPr>
            <p:spPr>
              <a:xfrm rot="5400000">
                <a:off x="5281850" y="2150141"/>
                <a:ext cx="585900" cy="252900"/>
              </a:xfrm>
              <a:prstGeom prst="roundRect">
                <a:avLst>
                  <a:gd name="adj" fmla="val 9249"/>
                </a:avLst>
              </a:prstGeom>
              <a:solidFill>
                <a:srgbClr val="FFFFFF"/>
              </a:solidFill>
              <a:ln w="7150" cap="flat" cmpd="sng">
                <a:solidFill>
                  <a:srgbClr val="B6DDE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7400" tIns="33700" rIns="67400" bIns="33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4" name="Google Shape;724;p24"/>
              <p:cNvSpPr txBox="1"/>
              <p:nvPr/>
            </p:nvSpPr>
            <p:spPr>
              <a:xfrm rot="5400000">
                <a:off x="5274425" y="2240516"/>
                <a:ext cx="495000" cy="20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rPr lang="ja" sz="500" b="1">
                    <a:solidFill>
                      <a:srgbClr val="0C0C0C"/>
                    </a:solidFill>
                  </a:rPr>
                  <a:t>External（外部）</a:t>
                </a:r>
                <a:endParaRPr sz="500" b="1" i="0" u="none" strike="noStrike" cap="none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725" name="Google Shape;725;p24" title="API.png"/>
            <p:cNvPicPr preferRelativeResize="0"/>
            <p:nvPr/>
          </p:nvPicPr>
          <p:blipFill rotWithShape="1">
            <a:blip r:embed="rId37">
              <a:alphaModFix/>
            </a:blip>
            <a:srcRect/>
            <a:stretch/>
          </p:blipFill>
          <p:spPr>
            <a:xfrm flipH="1">
              <a:off x="5530243" y="2480399"/>
              <a:ext cx="116625" cy="1216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26" name="Google Shape;726;p24"/>
          <p:cNvSpPr/>
          <p:nvPr/>
        </p:nvSpPr>
        <p:spPr>
          <a:xfrm>
            <a:off x="144686" y="4014975"/>
            <a:ext cx="699300" cy="446100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27" name="Google Shape;727;p24"/>
          <p:cNvCxnSpPr>
            <a:stCxn id="726" idx="3"/>
            <a:endCxn id="411" idx="1"/>
          </p:cNvCxnSpPr>
          <p:nvPr/>
        </p:nvCxnSpPr>
        <p:spPr>
          <a:xfrm rot="10800000" flipH="1">
            <a:off x="843986" y="3452925"/>
            <a:ext cx="825900" cy="785100"/>
          </a:xfrm>
          <a:prstGeom prst="bentConnector3">
            <a:avLst>
              <a:gd name="adj1" fmla="val 50002"/>
            </a:avLst>
          </a:prstGeom>
          <a:noFill/>
          <a:ln w="38100" cap="flat" cmpd="sng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25"/>
          <p:cNvSpPr txBox="1"/>
          <p:nvPr/>
        </p:nvSpPr>
        <p:spPr>
          <a:xfrm>
            <a:off x="457200" y="247708"/>
            <a:ext cx="8380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943"/>
              </a:buClr>
              <a:buSzPts val="2200"/>
              <a:buFont typeface="Zen Kaku Gothic New"/>
              <a:buNone/>
            </a:pPr>
            <a:r>
              <a:rPr lang="ja" sz="2200" b="1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4.要件定義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34" name="Google Shape;734;p25"/>
          <p:cNvGraphicFramePr/>
          <p:nvPr/>
        </p:nvGraphicFramePr>
        <p:xfrm>
          <a:off x="767311" y="1671979"/>
          <a:ext cx="7453300" cy="2233965"/>
        </p:xfrm>
        <a:graphic>
          <a:graphicData uri="http://schemas.openxmlformats.org/drawingml/2006/table">
            <a:tbl>
              <a:tblPr bandRow="1">
                <a:noFill/>
                <a:tableStyleId>{56F8E8DF-BE3D-4F1B-A73A-B7E46FDAAC99}</a:tableStyleId>
              </a:tblPr>
              <a:tblGrid>
                <a:gridCol w="76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ja" b="1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項番</a:t>
                      </a:r>
                      <a:endParaRPr sz="1400" u="none" strike="noStrike" cap="none"/>
                    </a:p>
                  </a:txBody>
                  <a:tcPr marL="95250" marR="95250" marT="47625" marB="47625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ja" b="1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項目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0" marR="95250" marT="47625" marB="47625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ja" b="1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実施方針案</a:t>
                      </a:r>
                      <a:endParaRPr sz="1400" b="1" u="none" strike="noStrike" cap="none">
                        <a:solidFill>
                          <a:srgbClr val="22222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0" marR="95250" marT="47625" marB="47625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1</a:t>
                      </a:r>
                      <a:endParaRPr/>
                    </a:p>
                  </a:txBody>
                  <a:tcPr marL="95250" marR="95250" marT="47625" marB="47625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データの更新頻度はどうするか？</a:t>
                      </a:r>
                      <a:endParaRPr/>
                    </a:p>
                  </a:txBody>
                  <a:tcPr marL="95250" marR="95250" marT="47625" marB="47625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5250" marR="95250" marT="47625" marB="47625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2</a:t>
                      </a:r>
                      <a:endParaRPr/>
                    </a:p>
                  </a:txBody>
                  <a:tcPr marL="95250" marR="95250" marT="47625" marB="47625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転送形式はどうするか？</a:t>
                      </a:r>
                      <a:endParaRPr/>
                    </a:p>
                  </a:txBody>
                  <a:tcPr marL="95250" marR="95250" marT="47625" marB="47625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5250" marR="95250" marT="47625" marB="47625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3</a:t>
                      </a:r>
                      <a:endParaRPr/>
                    </a:p>
                  </a:txBody>
                  <a:tcPr marL="95250" marR="95250" marT="47625" marB="47625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セキュリティをどう守るか？</a:t>
                      </a:r>
                      <a:endParaRPr/>
                    </a:p>
                  </a:txBody>
                  <a:tcPr marL="95250" marR="95250" marT="47625" marB="47625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5250" marR="95250" marT="47625" marB="47625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4</a:t>
                      </a:r>
                      <a:endParaRPr/>
                    </a:p>
                  </a:txBody>
                  <a:tcPr marL="95250" marR="95250" marT="47625" marB="47625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個人情報は含まれているか？</a:t>
                      </a:r>
                      <a:endParaRPr/>
                    </a:p>
                  </a:txBody>
                  <a:tcPr marL="95250" marR="95250" marT="47625" marB="47625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5250" marR="95250" marT="47625" marB="47625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5</a:t>
                      </a:r>
                      <a:endParaRPr/>
                    </a:p>
                  </a:txBody>
                  <a:tcPr marL="95250" marR="95250" marT="47625" marB="47625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データ容量はどのくらいあるか？</a:t>
                      </a:r>
                      <a:endParaRPr/>
                    </a:p>
                  </a:txBody>
                  <a:tcPr marL="95250" marR="95250" marT="47625" marB="47625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5250" marR="95250" marT="47625" marB="47625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35" name="Google Shape;735;p25"/>
          <p:cNvSpPr txBox="1"/>
          <p:nvPr/>
        </p:nvSpPr>
        <p:spPr>
          <a:xfrm>
            <a:off x="674218" y="814390"/>
            <a:ext cx="751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943"/>
              </a:buClr>
              <a:buSzPts val="2200"/>
              <a:buFont typeface="Zen Kaku Gothic New"/>
              <a:buNone/>
            </a:pPr>
            <a:r>
              <a:rPr lang="ja" sz="1500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・データの利用管理に関する要件の整理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018A4-5C68-CA24-ADCC-679F6B7BE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BCC8AB-81F9-6729-288D-17A1D171B94A}"/>
              </a:ext>
            </a:extLst>
          </p:cNvPr>
          <p:cNvSpPr txBox="1"/>
          <p:nvPr/>
        </p:nvSpPr>
        <p:spPr>
          <a:xfrm>
            <a:off x="319118" y="731573"/>
            <a:ext cx="8133609" cy="63401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連携頻度</a:t>
            </a:r>
            <a:endParaRPr lang="en-US" dirty="0"/>
          </a:p>
          <a:p>
            <a:pPr lvl="4"/>
            <a:r>
              <a:rPr lang="ja-JP" altLang="en-US" dirty="0"/>
              <a:t>　</a:t>
            </a:r>
            <a:r>
              <a:rPr lang="en-US" dirty="0"/>
              <a:t>1日1回</a:t>
            </a:r>
          </a:p>
          <a:p>
            <a:r>
              <a:rPr lang="en-US" dirty="0" err="1"/>
              <a:t>出力タイミング</a:t>
            </a:r>
          </a:p>
          <a:p>
            <a:pPr lvl="1"/>
            <a:r>
              <a:rPr lang="ja-JP" altLang="en-US" dirty="0"/>
              <a:t>　</a:t>
            </a:r>
            <a:r>
              <a:rPr lang="en-US" dirty="0"/>
              <a:t>毎日7:30</a:t>
            </a:r>
          </a:p>
          <a:p>
            <a:r>
              <a:rPr lang="en-US" dirty="0" err="1"/>
              <a:t>出力データ</a:t>
            </a:r>
          </a:p>
          <a:p>
            <a:pPr lvl="1"/>
            <a:r>
              <a:rPr lang="ja-JP" altLang="en-US" dirty="0"/>
              <a:t>　</a:t>
            </a:r>
            <a:r>
              <a:rPr lang="en-US" dirty="0" err="1"/>
              <a:t>日付範囲</a:t>
            </a:r>
            <a:endParaRPr lang="en-US" dirty="0"/>
          </a:p>
          <a:p>
            <a:pPr lvl="2"/>
            <a:r>
              <a:rPr lang="ja-JP" altLang="en-US" dirty="0"/>
              <a:t>　　</a:t>
            </a:r>
            <a:r>
              <a:rPr lang="en-US" dirty="0"/>
              <a:t>VALUES：前々日から3日分（データの変更が起こりうる期間）のデータを抽出</a:t>
            </a:r>
          </a:p>
          <a:p>
            <a:pPr lvl="2"/>
            <a:r>
              <a:rPr lang="ja-JP" altLang="en-US" dirty="0"/>
              <a:t>　　</a:t>
            </a:r>
            <a:r>
              <a:rPr lang="en-US" dirty="0"/>
              <a:t>TEC：前々日から3日分のデータを洗い替え</a:t>
            </a:r>
          </a:p>
          <a:p>
            <a:pPr lvl="3"/>
            <a:r>
              <a:rPr lang="ja-JP" altLang="en-US" dirty="0"/>
              <a:t>　　　</a:t>
            </a:r>
            <a:r>
              <a:rPr lang="en-US" dirty="0"/>
              <a:t>例）7/2 7:30 </a:t>
            </a:r>
            <a:r>
              <a:rPr lang="en-US" dirty="0" err="1"/>
              <a:t>出力の場合の日付範囲</a:t>
            </a:r>
            <a:r>
              <a:rPr lang="en-US" dirty="0"/>
              <a:t>　※</a:t>
            </a:r>
            <a:r>
              <a:rPr lang="en-US" dirty="0" err="1"/>
              <a:t>すべて日本時間</a:t>
            </a:r>
            <a:endParaRPr lang="en-US" dirty="0"/>
          </a:p>
          <a:p>
            <a:pPr lvl="4"/>
            <a:r>
              <a:rPr lang="ja-JP" altLang="en-US" dirty="0"/>
              <a:t>　　　　</a:t>
            </a:r>
            <a:r>
              <a:rPr lang="en-US" dirty="0"/>
              <a:t>6/30 0:00-24:00　※</a:t>
            </a:r>
            <a:r>
              <a:rPr lang="en-US" dirty="0" err="1"/>
              <a:t>前々日</a:t>
            </a:r>
            <a:endParaRPr lang="en-US" dirty="0"/>
          </a:p>
          <a:p>
            <a:pPr lvl="4"/>
            <a:r>
              <a:rPr lang="ja-JP" altLang="en-US" dirty="0"/>
              <a:t>　　　　</a:t>
            </a:r>
            <a:r>
              <a:rPr lang="en-US" dirty="0"/>
              <a:t>6/29 0:00-24:00</a:t>
            </a:r>
          </a:p>
          <a:p>
            <a:pPr lvl="4"/>
            <a:r>
              <a:rPr lang="ja-JP" altLang="en-US" dirty="0"/>
              <a:t>　　　　</a:t>
            </a:r>
            <a:r>
              <a:rPr lang="en-US" dirty="0"/>
              <a:t>6/28 0:00-24:00</a:t>
            </a:r>
          </a:p>
          <a:p>
            <a:pPr lvl="1"/>
            <a:r>
              <a:rPr lang="ja-JP" altLang="en-US" dirty="0"/>
              <a:t>　</a:t>
            </a:r>
            <a:r>
              <a:rPr lang="en-US" dirty="0" err="1"/>
              <a:t>ファイル</a:t>
            </a:r>
            <a:endParaRPr lang="en-US" dirty="0"/>
          </a:p>
          <a:p>
            <a:pPr lvl="2"/>
            <a:r>
              <a:rPr lang="ja-JP" altLang="en-US" dirty="0"/>
              <a:t>　　</a:t>
            </a:r>
            <a:r>
              <a:rPr lang="en-US" dirty="0" err="1"/>
              <a:t>CSV形式（非圧縮</a:t>
            </a:r>
            <a:r>
              <a:rPr lang="en-US" dirty="0"/>
              <a:t>）</a:t>
            </a:r>
          </a:p>
          <a:p>
            <a:pPr lvl="2"/>
            <a:r>
              <a:rPr lang="ja-JP" altLang="en-US" dirty="0"/>
              <a:t>　　</a:t>
            </a:r>
            <a:r>
              <a:rPr lang="en-US" dirty="0" err="1"/>
              <a:t>命名規則</a:t>
            </a:r>
            <a:endParaRPr lang="en-US" dirty="0"/>
          </a:p>
          <a:p>
            <a:pPr lvl="3"/>
            <a:r>
              <a:rPr lang="ja-JP" altLang="en-US" dirty="0"/>
              <a:t>　　　</a:t>
            </a:r>
            <a:r>
              <a:rPr lang="en-US" dirty="0"/>
              <a:t>gadb_{出力日時}_{連番}.csv</a:t>
            </a:r>
          </a:p>
          <a:p>
            <a:pPr lvl="3"/>
            <a:r>
              <a:rPr lang="ja-JP" altLang="en-US" dirty="0"/>
              <a:t>　　　</a:t>
            </a:r>
            <a:r>
              <a:rPr lang="en-US" dirty="0"/>
              <a:t>サンプル：gadb_202607020730_0001.csv　（7/2 7:30 </a:t>
            </a:r>
            <a:r>
              <a:rPr lang="en-US" dirty="0" err="1"/>
              <a:t>連携の場合</a:t>
            </a:r>
            <a:r>
              <a:rPr lang="en-US" dirty="0"/>
              <a:t>）</a:t>
            </a:r>
          </a:p>
          <a:p>
            <a:pPr lvl="2"/>
            <a:r>
              <a:rPr lang="ja-JP" altLang="en-US" dirty="0"/>
              <a:t>　　</a:t>
            </a:r>
            <a:r>
              <a:rPr lang="en-US" dirty="0"/>
              <a:t>想定ファイルサイズ：50-100MB</a:t>
            </a:r>
          </a:p>
          <a:p>
            <a:pPr lvl="1"/>
            <a:r>
              <a:rPr lang="ja-JP" altLang="en-US" dirty="0"/>
              <a:t>　</a:t>
            </a:r>
            <a:r>
              <a:rPr lang="en-US" dirty="0" err="1"/>
              <a:t>ディレクトリ</a:t>
            </a:r>
            <a:endParaRPr lang="en-US" dirty="0"/>
          </a:p>
          <a:p>
            <a:pPr lvl="2"/>
            <a:r>
              <a:rPr lang="ja-JP" altLang="en-US" dirty="0"/>
              <a:t>　　</a:t>
            </a:r>
            <a:r>
              <a:rPr lang="en-US" dirty="0" err="1"/>
              <a:t>号口</a:t>
            </a:r>
            <a:endParaRPr lang="en-US" dirty="0"/>
          </a:p>
          <a:p>
            <a:pPr lvl="3"/>
            <a:r>
              <a:rPr lang="ja-JP" altLang="en-US" dirty="0"/>
              <a:t>　　　</a:t>
            </a:r>
            <a:r>
              <a:rPr lang="en-US" dirty="0"/>
              <a:t>gs://gadb-data-share/prd/export/batch</a:t>
            </a:r>
          </a:p>
          <a:p>
            <a:pPr lvl="3"/>
            <a:r>
              <a:rPr lang="ja-JP" altLang="en-US" dirty="0"/>
              <a:t>　　　</a:t>
            </a:r>
            <a:r>
              <a:rPr lang="en-US" dirty="0"/>
              <a:t>gs://gadb-data-share/prd/export/adhoc （</a:t>
            </a:r>
            <a:r>
              <a:rPr lang="en-US" dirty="0" err="1"/>
              <a:t>非定常・一時利用用途</a:t>
            </a:r>
            <a:r>
              <a:rPr lang="en-US" dirty="0"/>
              <a:t>）</a:t>
            </a:r>
          </a:p>
          <a:p>
            <a:pPr lvl="2"/>
            <a:r>
              <a:rPr lang="ja-JP" altLang="en-US" dirty="0"/>
              <a:t>　　</a:t>
            </a:r>
            <a:r>
              <a:rPr lang="en-US" dirty="0"/>
              <a:t>STG/</a:t>
            </a:r>
            <a:r>
              <a:rPr lang="en-US" dirty="0" err="1"/>
              <a:t>開発</a:t>
            </a:r>
            <a:endParaRPr lang="en-US" dirty="0"/>
          </a:p>
          <a:p>
            <a:pPr lvl="3"/>
            <a:r>
              <a:rPr lang="ja-JP" altLang="en-US" dirty="0"/>
              <a:t>　　　</a:t>
            </a:r>
            <a:r>
              <a:rPr lang="en-US" dirty="0"/>
              <a:t>gs://gadb-data-share/dev/export/batch</a:t>
            </a:r>
          </a:p>
          <a:p>
            <a:pPr lvl="3"/>
            <a:r>
              <a:rPr lang="ja-JP" altLang="en-US" dirty="0"/>
              <a:t>　　　</a:t>
            </a:r>
            <a:r>
              <a:rPr lang="en-US" dirty="0"/>
              <a:t>gs://gadb-data-share/dev/export/adhoc （</a:t>
            </a:r>
            <a:r>
              <a:rPr lang="en-US" dirty="0" err="1"/>
              <a:t>非定常・一時利用用途</a:t>
            </a:r>
            <a:r>
              <a:rPr lang="en-US" dirty="0"/>
              <a:t>）</a:t>
            </a:r>
          </a:p>
          <a:p>
            <a:r>
              <a:rPr lang="en-US" dirty="0" err="1"/>
              <a:t>NiFi処理</a:t>
            </a:r>
          </a:p>
          <a:p>
            <a:pPr lvl="1"/>
            <a:r>
              <a:rPr lang="ja-JP" altLang="en-US" dirty="0"/>
              <a:t>　</a:t>
            </a:r>
            <a:r>
              <a:rPr lang="en-US" dirty="0" err="1"/>
              <a:t>DBへの保存</a:t>
            </a:r>
            <a:r>
              <a:rPr lang="en-US" dirty="0"/>
              <a:t>：[</a:t>
            </a:r>
            <a:r>
              <a:rPr lang="en-US" dirty="0" err="1"/>
              <a:t>出力データ</a:t>
            </a:r>
            <a:r>
              <a:rPr lang="en-US" dirty="0"/>
              <a:t> &gt; </a:t>
            </a:r>
            <a:r>
              <a:rPr lang="en-US" dirty="0" err="1"/>
              <a:t>日付範囲</a:t>
            </a:r>
            <a:r>
              <a:rPr lang="en-US" dirty="0"/>
              <a:t>]</a:t>
            </a:r>
            <a:r>
              <a:rPr lang="en-US" dirty="0" err="1"/>
              <a:t>を参照</a:t>
            </a:r>
            <a:endParaRPr lang="en-US" dirty="0"/>
          </a:p>
          <a:p>
            <a:pPr lvl="1"/>
            <a:r>
              <a:rPr lang="ja-JP" altLang="en-US" dirty="0"/>
              <a:t>　</a:t>
            </a:r>
            <a:r>
              <a:rPr lang="en-US" dirty="0"/>
              <a:t>Cloud </a:t>
            </a:r>
            <a:r>
              <a:rPr lang="en-US" dirty="0" err="1"/>
              <a:t>Storage上のCSV削除：TEC側にてデータ連携完了後に削除とする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728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26"/>
          <p:cNvSpPr txBox="1"/>
          <p:nvPr/>
        </p:nvSpPr>
        <p:spPr>
          <a:xfrm>
            <a:off x="457200" y="320050"/>
            <a:ext cx="8380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943"/>
              </a:buClr>
              <a:buSzPts val="2200"/>
              <a:buFont typeface="Zen Kaku Gothic New"/>
              <a:buNone/>
            </a:pPr>
            <a:r>
              <a:rPr lang="ja" sz="2200" b="1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5.実施方針案①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6"/>
          <p:cNvSpPr txBox="1"/>
          <p:nvPr/>
        </p:nvSpPr>
        <p:spPr>
          <a:xfrm>
            <a:off x="674225" y="814423"/>
            <a:ext cx="7518900" cy="9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943"/>
              </a:buClr>
              <a:buSzPts val="2200"/>
              <a:buFont typeface="Zen Kaku Gothic New"/>
              <a:buNone/>
            </a:pPr>
            <a:r>
              <a:rPr lang="ja" sz="1500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・ヴァリュースに直接繋ぐ</a:t>
            </a:r>
            <a:endParaRPr sz="1500">
              <a:solidFill>
                <a:srgbClr val="1C2943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943"/>
              </a:buClr>
              <a:buSzPts val="2200"/>
              <a:buFont typeface="Zen Kaku Gothic New"/>
              <a:buNone/>
            </a:pPr>
            <a:r>
              <a:rPr lang="ja" sz="1500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　・メリット：連携にかかるコスト、デリバリーが安価で早い</a:t>
            </a:r>
            <a:endParaRPr sz="1500">
              <a:solidFill>
                <a:srgbClr val="1C2943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943"/>
              </a:buClr>
              <a:buSzPts val="2200"/>
              <a:buFont typeface="Zen Kaku Gothic New"/>
              <a:buNone/>
            </a:pPr>
            <a:r>
              <a:rPr lang="ja" sz="1500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　・デメリット：他社との連携になるのでセキュリティの考慮が必要</a:t>
            </a:r>
            <a:endParaRPr sz="1500">
              <a:solidFill>
                <a:srgbClr val="1C2943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</p:txBody>
      </p:sp>
      <p:sp>
        <p:nvSpPr>
          <p:cNvPr id="743" name="Google Shape;743;p26"/>
          <p:cNvSpPr/>
          <p:nvPr/>
        </p:nvSpPr>
        <p:spPr>
          <a:xfrm>
            <a:off x="2776501" y="2648200"/>
            <a:ext cx="1663800" cy="807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26"/>
          <p:cNvSpPr/>
          <p:nvPr/>
        </p:nvSpPr>
        <p:spPr>
          <a:xfrm>
            <a:off x="674225" y="2648200"/>
            <a:ext cx="1663800" cy="807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26"/>
          <p:cNvSpPr txBox="1"/>
          <p:nvPr/>
        </p:nvSpPr>
        <p:spPr>
          <a:xfrm>
            <a:off x="1107761" y="2876652"/>
            <a:ext cx="748500" cy="3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2943"/>
              </a:buClr>
              <a:buSzPts val="2200"/>
              <a:buFont typeface="Zen Kaku Gothic New"/>
              <a:buNone/>
            </a:pPr>
            <a:r>
              <a:rPr lang="ja" sz="2200" b="1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GA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6"/>
          <p:cNvSpPr txBox="1"/>
          <p:nvPr/>
        </p:nvSpPr>
        <p:spPr>
          <a:xfrm>
            <a:off x="3153100" y="2876650"/>
            <a:ext cx="901500" cy="3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2943"/>
              </a:buClr>
              <a:buSzPts val="2200"/>
              <a:buFont typeface="Zen Kaku Gothic New"/>
              <a:buNone/>
            </a:pPr>
            <a:r>
              <a:rPr lang="ja" sz="2200" b="1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Values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6"/>
          <p:cNvSpPr/>
          <p:nvPr/>
        </p:nvSpPr>
        <p:spPr>
          <a:xfrm>
            <a:off x="5670650" y="2167800"/>
            <a:ext cx="2841600" cy="2184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26"/>
          <p:cNvSpPr txBox="1"/>
          <p:nvPr/>
        </p:nvSpPr>
        <p:spPr>
          <a:xfrm>
            <a:off x="5741001" y="1816800"/>
            <a:ext cx="1987500" cy="3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943"/>
              </a:buClr>
              <a:buSzPts val="2200"/>
              <a:buFont typeface="Zen Kaku Gothic New"/>
              <a:buNone/>
            </a:pPr>
            <a:r>
              <a:rPr lang="ja" sz="1500" b="1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データ活用基盤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744;p26">
            <a:extLst>
              <a:ext uri="{FF2B5EF4-FFF2-40B4-BE49-F238E27FC236}">
                <a16:creationId xmlns:a16="http://schemas.microsoft.com/office/drawing/2014/main" id="{466DDB89-C94E-661D-062D-2CCE1911C619}"/>
              </a:ext>
            </a:extLst>
          </p:cNvPr>
          <p:cNvSpPr/>
          <p:nvPr/>
        </p:nvSpPr>
        <p:spPr>
          <a:xfrm>
            <a:off x="5902851" y="2648200"/>
            <a:ext cx="1663800" cy="807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745;p26">
            <a:extLst>
              <a:ext uri="{FF2B5EF4-FFF2-40B4-BE49-F238E27FC236}">
                <a16:creationId xmlns:a16="http://schemas.microsoft.com/office/drawing/2014/main" id="{34AA9DA1-0000-D8F6-8676-DEDD0F9E89A8}"/>
              </a:ext>
            </a:extLst>
          </p:cNvPr>
          <p:cNvSpPr txBox="1"/>
          <p:nvPr/>
        </p:nvSpPr>
        <p:spPr>
          <a:xfrm>
            <a:off x="6342950" y="2876650"/>
            <a:ext cx="748500" cy="3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2943"/>
              </a:buClr>
              <a:buSzPts val="2200"/>
              <a:buFont typeface="Zen Kaku Gothic New"/>
              <a:buNone/>
            </a:pPr>
            <a:r>
              <a:rPr lang="en-US" altLang="ja" sz="2200" b="1" dirty="0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Ni-Fi</a:t>
            </a:r>
            <a:endParaRPr sz="2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27406299-5468-47B0-2D3B-ED559DBD512A}"/>
              </a:ext>
            </a:extLst>
          </p:cNvPr>
          <p:cNvCxnSpPr>
            <a:stCxn id="744" idx="3"/>
            <a:endCxn id="743" idx="1"/>
          </p:cNvCxnSpPr>
          <p:nvPr/>
        </p:nvCxnSpPr>
        <p:spPr>
          <a:xfrm>
            <a:off x="2338025" y="3052150"/>
            <a:ext cx="4384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D0A61D48-E99B-8757-3130-E8C860455C0D}"/>
              </a:ext>
            </a:extLst>
          </p:cNvPr>
          <p:cNvCxnSpPr>
            <a:cxnSpLocks/>
            <a:stCxn id="743" idx="3"/>
            <a:endCxn id="3" idx="1"/>
          </p:cNvCxnSpPr>
          <p:nvPr/>
        </p:nvCxnSpPr>
        <p:spPr>
          <a:xfrm>
            <a:off x="4440301" y="3052150"/>
            <a:ext cx="14625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oogle Shape;742;p26">
            <a:extLst>
              <a:ext uri="{FF2B5EF4-FFF2-40B4-BE49-F238E27FC236}">
                <a16:creationId xmlns:a16="http://schemas.microsoft.com/office/drawing/2014/main" id="{FD0C1624-02EA-5E8A-4FAD-83B90F507945}"/>
              </a:ext>
            </a:extLst>
          </p:cNvPr>
          <p:cNvSpPr txBox="1"/>
          <p:nvPr/>
        </p:nvSpPr>
        <p:spPr>
          <a:xfrm>
            <a:off x="707527" y="2383867"/>
            <a:ext cx="1453800" cy="26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943"/>
              </a:buClr>
              <a:buSzPts val="2200"/>
              <a:buFont typeface="Zen Kaku Gothic New"/>
              <a:buNone/>
            </a:pPr>
            <a:r>
              <a:rPr lang="en-US" altLang="ja-JP" sz="1500" dirty="0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TMC</a:t>
            </a:r>
            <a:r>
              <a:rPr lang="ja-JP" altLang="en-US" sz="1500" dirty="0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アカウント</a:t>
            </a:r>
            <a:endParaRPr sz="1500" dirty="0">
              <a:solidFill>
                <a:srgbClr val="1C2943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</p:txBody>
      </p:sp>
      <p:sp>
        <p:nvSpPr>
          <p:cNvPr id="16" name="Google Shape;744;p26">
            <a:extLst>
              <a:ext uri="{FF2B5EF4-FFF2-40B4-BE49-F238E27FC236}">
                <a16:creationId xmlns:a16="http://schemas.microsoft.com/office/drawing/2014/main" id="{E5307F32-A91B-A476-B5AA-A22078014EDC}"/>
              </a:ext>
            </a:extLst>
          </p:cNvPr>
          <p:cNvSpPr/>
          <p:nvPr/>
        </p:nvSpPr>
        <p:spPr>
          <a:xfrm>
            <a:off x="2874274" y="3308254"/>
            <a:ext cx="2181202" cy="78834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745;p26">
            <a:extLst>
              <a:ext uri="{FF2B5EF4-FFF2-40B4-BE49-F238E27FC236}">
                <a16:creationId xmlns:a16="http://schemas.microsoft.com/office/drawing/2014/main" id="{86582A6F-0EAB-83B7-4CB2-E38BF84B467F}"/>
              </a:ext>
            </a:extLst>
          </p:cNvPr>
          <p:cNvSpPr txBox="1"/>
          <p:nvPr/>
        </p:nvSpPr>
        <p:spPr>
          <a:xfrm>
            <a:off x="2929829" y="3340393"/>
            <a:ext cx="1018222" cy="277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2943"/>
              </a:buClr>
              <a:buSzPts val="2200"/>
              <a:buFont typeface="Zen Kaku Gothic New"/>
              <a:buNone/>
            </a:pPr>
            <a:r>
              <a:rPr lang="en-US" altLang="ja" sz="1100" b="1" dirty="0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Google Cloud</a:t>
            </a:r>
            <a:endParaRPr sz="11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745;p26">
            <a:extLst>
              <a:ext uri="{FF2B5EF4-FFF2-40B4-BE49-F238E27FC236}">
                <a16:creationId xmlns:a16="http://schemas.microsoft.com/office/drawing/2014/main" id="{3C46555B-B9C3-5D04-62B1-7AAC9D272988}"/>
              </a:ext>
            </a:extLst>
          </p:cNvPr>
          <p:cNvSpPr txBox="1"/>
          <p:nvPr/>
        </p:nvSpPr>
        <p:spPr>
          <a:xfrm>
            <a:off x="3003635" y="3636981"/>
            <a:ext cx="839608" cy="35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2943"/>
              </a:buClr>
              <a:buSzPts val="2200"/>
              <a:buFont typeface="Zen Kaku Gothic New"/>
              <a:buNone/>
            </a:pPr>
            <a:r>
              <a:rPr lang="en-US" altLang="ja" sz="1100" b="1" dirty="0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Big Query</a:t>
            </a:r>
            <a:endParaRPr sz="11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745;p26">
            <a:extLst>
              <a:ext uri="{FF2B5EF4-FFF2-40B4-BE49-F238E27FC236}">
                <a16:creationId xmlns:a16="http://schemas.microsoft.com/office/drawing/2014/main" id="{9B4B44B9-41EA-16F0-D77C-54C53FAD720F}"/>
              </a:ext>
            </a:extLst>
          </p:cNvPr>
          <p:cNvSpPr txBox="1"/>
          <p:nvPr/>
        </p:nvSpPr>
        <p:spPr>
          <a:xfrm>
            <a:off x="3891303" y="3638389"/>
            <a:ext cx="1059365" cy="35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2943"/>
              </a:buClr>
              <a:buSzPts val="2200"/>
              <a:buFont typeface="Zen Kaku Gothic New"/>
              <a:buNone/>
            </a:pPr>
            <a:r>
              <a:rPr lang="en-US" altLang="ja" sz="1100" b="1" dirty="0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Cloud Storage</a:t>
            </a:r>
            <a:endParaRPr sz="11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27"/>
          <p:cNvSpPr txBox="1"/>
          <p:nvPr/>
        </p:nvSpPr>
        <p:spPr>
          <a:xfrm>
            <a:off x="457200" y="320050"/>
            <a:ext cx="8380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943"/>
              </a:buClr>
              <a:buSzPts val="2200"/>
              <a:buFont typeface="Zen Kaku Gothic New"/>
              <a:buNone/>
            </a:pPr>
            <a:r>
              <a:rPr lang="ja" sz="2200" b="1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6.実施方針案②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7"/>
          <p:cNvSpPr txBox="1"/>
          <p:nvPr/>
        </p:nvSpPr>
        <p:spPr>
          <a:xfrm>
            <a:off x="674225" y="814410"/>
            <a:ext cx="7518900" cy="9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943"/>
              </a:buClr>
              <a:buSzPts val="2200"/>
              <a:buFont typeface="Zen Kaku Gothic New"/>
              <a:buNone/>
            </a:pPr>
            <a:r>
              <a:rPr lang="ja" sz="1500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・GAから繋ぐ</a:t>
            </a:r>
            <a:endParaRPr sz="1500">
              <a:solidFill>
                <a:srgbClr val="1C2943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C2943"/>
              </a:buClr>
              <a:buSzPts val="2200"/>
              <a:buFont typeface="Zen Kaku Gothic New"/>
              <a:buNone/>
            </a:pPr>
            <a:r>
              <a:rPr lang="ja" sz="1500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　・メリット：連携にかかるコスト、デリバリーが安価で早い</a:t>
            </a:r>
            <a:endParaRPr sz="1500">
              <a:solidFill>
                <a:srgbClr val="1C2943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C2943"/>
              </a:buClr>
              <a:buSzPts val="2200"/>
              <a:buFont typeface="Zen Kaku Gothic New"/>
              <a:buNone/>
            </a:pPr>
            <a:r>
              <a:rPr lang="ja" sz="1500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　・デメリット：既知課題の更新頻度が遅いという問題を解くことができるか</a:t>
            </a:r>
            <a:endParaRPr sz="1500">
              <a:solidFill>
                <a:srgbClr val="1C2943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</p:txBody>
      </p:sp>
      <p:sp>
        <p:nvSpPr>
          <p:cNvPr id="5" name="Google Shape;744;p26">
            <a:extLst>
              <a:ext uri="{FF2B5EF4-FFF2-40B4-BE49-F238E27FC236}">
                <a16:creationId xmlns:a16="http://schemas.microsoft.com/office/drawing/2014/main" id="{7B77DE65-2667-F948-3D11-E91251DE8683}"/>
              </a:ext>
            </a:extLst>
          </p:cNvPr>
          <p:cNvSpPr/>
          <p:nvPr/>
        </p:nvSpPr>
        <p:spPr>
          <a:xfrm>
            <a:off x="674225" y="2648200"/>
            <a:ext cx="1663800" cy="807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45;p26">
            <a:extLst>
              <a:ext uri="{FF2B5EF4-FFF2-40B4-BE49-F238E27FC236}">
                <a16:creationId xmlns:a16="http://schemas.microsoft.com/office/drawing/2014/main" id="{F615F8FF-318A-4307-1628-8248973916C4}"/>
              </a:ext>
            </a:extLst>
          </p:cNvPr>
          <p:cNvSpPr txBox="1"/>
          <p:nvPr/>
        </p:nvSpPr>
        <p:spPr>
          <a:xfrm>
            <a:off x="1107761" y="2876652"/>
            <a:ext cx="748500" cy="3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2943"/>
              </a:buClr>
              <a:buSzPts val="2200"/>
              <a:buFont typeface="Zen Kaku Gothic New"/>
              <a:buNone/>
            </a:pPr>
            <a:r>
              <a:rPr lang="ja" sz="2200" b="1" dirty="0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GA</a:t>
            </a:r>
            <a:endParaRPr sz="2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747;p26">
            <a:extLst>
              <a:ext uri="{FF2B5EF4-FFF2-40B4-BE49-F238E27FC236}">
                <a16:creationId xmlns:a16="http://schemas.microsoft.com/office/drawing/2014/main" id="{F3EEB624-77D2-F6BF-9959-57C31C5427B7}"/>
              </a:ext>
            </a:extLst>
          </p:cNvPr>
          <p:cNvSpPr/>
          <p:nvPr/>
        </p:nvSpPr>
        <p:spPr>
          <a:xfrm>
            <a:off x="5670650" y="2167800"/>
            <a:ext cx="2841600" cy="2184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748;p26">
            <a:extLst>
              <a:ext uri="{FF2B5EF4-FFF2-40B4-BE49-F238E27FC236}">
                <a16:creationId xmlns:a16="http://schemas.microsoft.com/office/drawing/2014/main" id="{1D61A87A-B349-1371-F97F-3E323C7B4919}"/>
              </a:ext>
            </a:extLst>
          </p:cNvPr>
          <p:cNvSpPr txBox="1"/>
          <p:nvPr/>
        </p:nvSpPr>
        <p:spPr>
          <a:xfrm>
            <a:off x="5741001" y="1816800"/>
            <a:ext cx="1987500" cy="3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943"/>
              </a:buClr>
              <a:buSzPts val="2200"/>
              <a:buFont typeface="Zen Kaku Gothic New"/>
              <a:buNone/>
            </a:pPr>
            <a:r>
              <a:rPr lang="ja" sz="1500" b="1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データ活用基盤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744;p26">
            <a:extLst>
              <a:ext uri="{FF2B5EF4-FFF2-40B4-BE49-F238E27FC236}">
                <a16:creationId xmlns:a16="http://schemas.microsoft.com/office/drawing/2014/main" id="{CCBCAC25-0C49-D7CA-E3C9-8719C733C2C2}"/>
              </a:ext>
            </a:extLst>
          </p:cNvPr>
          <p:cNvSpPr/>
          <p:nvPr/>
        </p:nvSpPr>
        <p:spPr>
          <a:xfrm>
            <a:off x="5902851" y="2648200"/>
            <a:ext cx="1663800" cy="807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745;p26">
            <a:extLst>
              <a:ext uri="{FF2B5EF4-FFF2-40B4-BE49-F238E27FC236}">
                <a16:creationId xmlns:a16="http://schemas.microsoft.com/office/drawing/2014/main" id="{98E4F7C2-50EE-0B3D-1EF0-3B43660B0283}"/>
              </a:ext>
            </a:extLst>
          </p:cNvPr>
          <p:cNvSpPr txBox="1"/>
          <p:nvPr/>
        </p:nvSpPr>
        <p:spPr>
          <a:xfrm>
            <a:off x="6342950" y="2876650"/>
            <a:ext cx="748500" cy="3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2943"/>
              </a:buClr>
              <a:buSzPts val="2200"/>
              <a:buFont typeface="Zen Kaku Gothic New"/>
              <a:buNone/>
            </a:pPr>
            <a:r>
              <a:rPr lang="en-US" altLang="ja" sz="2200" b="1" dirty="0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Ni-Fi</a:t>
            </a:r>
            <a:endParaRPr sz="2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06739A20-A51C-60C0-670F-137D2FA9EB69}"/>
              </a:ext>
            </a:extLst>
          </p:cNvPr>
          <p:cNvCxnSpPr>
            <a:cxnSpLocks/>
            <a:stCxn id="5" idx="3"/>
            <a:endCxn id="15" idx="1"/>
          </p:cNvCxnSpPr>
          <p:nvPr/>
        </p:nvCxnSpPr>
        <p:spPr>
          <a:xfrm>
            <a:off x="2338025" y="3052150"/>
            <a:ext cx="35648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Google Shape;742;p26">
            <a:extLst>
              <a:ext uri="{FF2B5EF4-FFF2-40B4-BE49-F238E27FC236}">
                <a16:creationId xmlns:a16="http://schemas.microsoft.com/office/drawing/2014/main" id="{7097A31D-20C8-596C-2256-90012D9B3444}"/>
              </a:ext>
            </a:extLst>
          </p:cNvPr>
          <p:cNvSpPr txBox="1"/>
          <p:nvPr/>
        </p:nvSpPr>
        <p:spPr>
          <a:xfrm>
            <a:off x="1195593" y="3992226"/>
            <a:ext cx="5244236" cy="18621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943"/>
              </a:buClr>
              <a:buSzPts val="2200"/>
              <a:buFont typeface="Zen Kaku Gothic New"/>
              <a:buNone/>
            </a:pPr>
            <a:r>
              <a:rPr lang="en-US" altLang="ja-JP" sz="1500" dirty="0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Big Query</a:t>
            </a:r>
            <a:r>
              <a:rPr lang="ja-JP" altLang="en-US" sz="1500" dirty="0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を間に作って連携する</a:t>
            </a:r>
            <a:endParaRPr lang="en-US" altLang="ja-JP" sz="1500" dirty="0">
              <a:solidFill>
                <a:srgbClr val="1C2943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943"/>
              </a:buClr>
              <a:buSzPts val="2200"/>
              <a:buFont typeface="Zen Kaku Gothic New"/>
              <a:buNone/>
            </a:pPr>
            <a:endParaRPr lang="en-US" altLang="ja-JP" sz="1500" dirty="0">
              <a:solidFill>
                <a:srgbClr val="1C2943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943"/>
              </a:buClr>
              <a:buSzPts val="2200"/>
              <a:buFont typeface="Zen Kaku Gothic New"/>
              <a:buNone/>
            </a:pPr>
            <a:r>
              <a:rPr lang="ja-JP" altLang="en-US" sz="1500" dirty="0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①</a:t>
            </a:r>
            <a:r>
              <a:rPr lang="en-US" altLang="ja-JP" sz="1500" dirty="0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GA</a:t>
            </a:r>
            <a:r>
              <a:rPr lang="ja-JP" altLang="en-US" sz="1500" dirty="0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からのアーカイブデータを</a:t>
            </a:r>
            <a:r>
              <a:rPr lang="en-US" altLang="ja-JP" sz="1500" dirty="0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Cloud Storage</a:t>
            </a:r>
            <a:r>
              <a:rPr lang="ja-JP" altLang="en-US" sz="1500" dirty="0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に保存し、</a:t>
            </a:r>
            <a:r>
              <a:rPr lang="en-US" altLang="ja-JP" sz="1500" dirty="0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Azure Blob</a:t>
            </a:r>
            <a:r>
              <a:rPr lang="ja-JP" altLang="en-US" sz="1500" dirty="0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に定期的に連携する</a:t>
            </a:r>
            <a:endParaRPr lang="en-US" altLang="ja-JP" sz="1500" dirty="0">
              <a:solidFill>
                <a:srgbClr val="1C2943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943"/>
              </a:buClr>
              <a:buSzPts val="2200"/>
              <a:buFont typeface="Zen Kaku Gothic New"/>
              <a:buNone/>
            </a:pPr>
            <a:endParaRPr lang="en-US" sz="1500" dirty="0">
              <a:solidFill>
                <a:srgbClr val="1C2943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943"/>
              </a:buClr>
              <a:buSzPts val="2200"/>
              <a:buFont typeface="Zen Kaku Gothic New"/>
              <a:buNone/>
            </a:pPr>
            <a:r>
              <a:rPr lang="ja-JP" altLang="en-US" sz="1500" dirty="0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②外部共有用データセットを作成し、そこに取りに行く</a:t>
            </a:r>
            <a:endParaRPr lang="en-US" altLang="ja-JP" sz="1500" dirty="0">
              <a:solidFill>
                <a:srgbClr val="1C2943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943"/>
              </a:buClr>
              <a:buSzPts val="2200"/>
              <a:buFont typeface="Zen Kaku Gothic New"/>
              <a:buNone/>
            </a:pPr>
            <a:endParaRPr lang="en-US" sz="1500" dirty="0">
              <a:solidFill>
                <a:srgbClr val="1C2943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943"/>
              </a:buClr>
              <a:buSzPts val="2200"/>
              <a:buFont typeface="Zen Kaku Gothic New"/>
              <a:buNone/>
            </a:pPr>
            <a:r>
              <a:rPr lang="en-US" altLang="ja-JP" sz="1500" dirty="0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Big Query</a:t>
            </a:r>
            <a:r>
              <a:rPr lang="ja-JP" altLang="en-US" sz="1500" dirty="0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にはコネクタがあるので、</a:t>
            </a:r>
            <a:r>
              <a:rPr lang="en-US" altLang="ja-JP" sz="1500" dirty="0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GA</a:t>
            </a:r>
            <a:r>
              <a:rPr lang="ja-JP" altLang="en-US" sz="1500" dirty="0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との連携は楽</a:t>
            </a:r>
            <a:endParaRPr sz="1500" dirty="0">
              <a:solidFill>
                <a:srgbClr val="1C2943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28"/>
          <p:cNvSpPr txBox="1"/>
          <p:nvPr/>
        </p:nvSpPr>
        <p:spPr>
          <a:xfrm>
            <a:off x="457200" y="320050"/>
            <a:ext cx="8380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943"/>
              </a:buClr>
              <a:buSzPts val="2200"/>
              <a:buFont typeface="Zen Kaku Gothic New"/>
              <a:buNone/>
            </a:pPr>
            <a:r>
              <a:rPr lang="ja" sz="2200" b="1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6.実施方針案③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8"/>
          <p:cNvSpPr txBox="1"/>
          <p:nvPr/>
        </p:nvSpPr>
        <p:spPr>
          <a:xfrm>
            <a:off x="657498" y="819985"/>
            <a:ext cx="7518900" cy="8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943"/>
              </a:buClr>
              <a:buSzPts val="2200"/>
              <a:buFont typeface="Zen Kaku Gothic New"/>
              <a:buNone/>
            </a:pPr>
            <a:r>
              <a:rPr lang="ja" sz="1500" dirty="0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・</a:t>
            </a:r>
            <a:r>
              <a:rPr lang="en-US" altLang="ja" sz="1500" dirty="0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VALUES</a:t>
            </a:r>
            <a:r>
              <a:rPr lang="ja-JP" altLang="en-US" sz="1500" dirty="0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の仕組みをトヨテックに移管する</a:t>
            </a:r>
            <a:endParaRPr sz="1500" dirty="0">
              <a:solidFill>
                <a:srgbClr val="1C2943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  <a:p>
            <a:pPr lvl="0">
              <a:buClr>
                <a:srgbClr val="1C2943"/>
              </a:buClr>
              <a:buSzPts val="2200"/>
            </a:pPr>
            <a:r>
              <a:rPr lang="ja" sz="1500" dirty="0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　・メリット：</a:t>
            </a:r>
            <a:r>
              <a:rPr lang="ja" altLang="ja-JP" sz="1500" dirty="0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理想的な連携を実現できる</a:t>
            </a:r>
            <a:endParaRPr sz="1500" dirty="0">
              <a:solidFill>
                <a:srgbClr val="1C2943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  <a:p>
            <a:pPr lvl="0">
              <a:buClr>
                <a:srgbClr val="1C2943"/>
              </a:buClr>
              <a:buSzPts val="2200"/>
            </a:pPr>
            <a:r>
              <a:rPr lang="ja" sz="1500" dirty="0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　・デメリット：</a:t>
            </a:r>
            <a:r>
              <a:rPr lang="ja" altLang="ja-JP" sz="1500" dirty="0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コスト、デリバリーに負担が大きい</a:t>
            </a:r>
            <a:endParaRPr sz="1500" dirty="0">
              <a:solidFill>
                <a:srgbClr val="1C2943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29"/>
          <p:cNvSpPr txBox="1"/>
          <p:nvPr/>
        </p:nvSpPr>
        <p:spPr>
          <a:xfrm>
            <a:off x="457200" y="151253"/>
            <a:ext cx="8380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943"/>
              </a:buClr>
              <a:buSzPts val="2200"/>
              <a:buFont typeface="Zen Kaku Gothic New"/>
              <a:buNone/>
            </a:pPr>
            <a:r>
              <a:rPr lang="ja" sz="2200" b="1">
                <a:solidFill>
                  <a:srgbClr val="1C2943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7. スケジュール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29"/>
          <p:cNvSpPr/>
          <p:nvPr/>
        </p:nvSpPr>
        <p:spPr>
          <a:xfrm>
            <a:off x="213000" y="725156"/>
            <a:ext cx="939900" cy="300300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770" name="Google Shape;770;p29"/>
          <p:cNvSpPr txBox="1">
            <a:spLocks noGrp="1"/>
          </p:cNvSpPr>
          <p:nvPr>
            <p:ph type="sldNum" idx="12"/>
          </p:nvPr>
        </p:nvSpPr>
        <p:spPr>
          <a:xfrm>
            <a:off x="7900057" y="4851350"/>
            <a:ext cx="124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z="1600">
                <a:latin typeface="Arial Black"/>
                <a:ea typeface="Arial Black"/>
                <a:cs typeface="Arial Black"/>
                <a:sym typeface="Arial Black"/>
              </a:rPr>
              <a:t>10</a:t>
            </a:fld>
            <a:endParaRPr sz="1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71" name="Google Shape;771;p29"/>
          <p:cNvSpPr txBox="1"/>
          <p:nvPr/>
        </p:nvSpPr>
        <p:spPr>
          <a:xfrm>
            <a:off x="1563356" y="756094"/>
            <a:ext cx="813300" cy="2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lang="ja" sz="11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1～4</a:t>
            </a:r>
            <a:endParaRPr sz="1000"/>
          </a:p>
        </p:txBody>
      </p:sp>
      <p:sp>
        <p:nvSpPr>
          <p:cNvPr id="772" name="Google Shape;772;p29"/>
          <p:cNvSpPr txBox="1"/>
          <p:nvPr/>
        </p:nvSpPr>
        <p:spPr>
          <a:xfrm>
            <a:off x="2912158" y="756094"/>
            <a:ext cx="813300" cy="2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lang="ja" sz="11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　7</a:t>
            </a:r>
            <a:r>
              <a:rPr lang="ja" sz="1100" b="1">
                <a:solidFill>
                  <a:srgbClr val="3F3F3F"/>
                </a:solidFill>
              </a:rPr>
              <a:t>〜</a:t>
            </a:r>
            <a:r>
              <a:rPr lang="ja" sz="11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000"/>
          </a:p>
        </p:txBody>
      </p:sp>
      <p:sp>
        <p:nvSpPr>
          <p:cNvPr id="773" name="Google Shape;773;p29"/>
          <p:cNvSpPr txBox="1"/>
          <p:nvPr/>
        </p:nvSpPr>
        <p:spPr>
          <a:xfrm>
            <a:off x="4375238" y="756094"/>
            <a:ext cx="1183200" cy="2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lang="ja" sz="11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　14～</a:t>
            </a:r>
            <a:r>
              <a:rPr lang="ja" sz="1100" b="1">
                <a:solidFill>
                  <a:srgbClr val="3F3F3F"/>
                </a:solidFill>
              </a:rPr>
              <a:t>18</a:t>
            </a:r>
            <a:endParaRPr sz="1600" b="1">
              <a:solidFill>
                <a:srgbClr val="FF0B0B"/>
              </a:solidFill>
            </a:endParaRPr>
          </a:p>
        </p:txBody>
      </p:sp>
      <p:sp>
        <p:nvSpPr>
          <p:cNvPr id="774" name="Google Shape;774;p29"/>
          <p:cNvSpPr txBox="1"/>
          <p:nvPr/>
        </p:nvSpPr>
        <p:spPr>
          <a:xfrm>
            <a:off x="5666878" y="756094"/>
            <a:ext cx="813300" cy="2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lang="ja" sz="11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　21～</a:t>
            </a:r>
            <a:r>
              <a:rPr lang="ja" sz="1100" b="1">
                <a:solidFill>
                  <a:srgbClr val="3F3F3F"/>
                </a:solidFill>
              </a:rPr>
              <a:t>25</a:t>
            </a:r>
            <a:endParaRPr sz="1100" b="1">
              <a:solidFill>
                <a:srgbClr val="3F3F3F"/>
              </a:solidFill>
            </a:endParaRPr>
          </a:p>
        </p:txBody>
      </p:sp>
      <p:sp>
        <p:nvSpPr>
          <p:cNvPr id="775" name="Google Shape;775;p29"/>
          <p:cNvSpPr txBox="1"/>
          <p:nvPr/>
        </p:nvSpPr>
        <p:spPr>
          <a:xfrm>
            <a:off x="7072819" y="756094"/>
            <a:ext cx="813300" cy="2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lang="ja" sz="11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　27</a:t>
            </a:r>
            <a:r>
              <a:rPr lang="ja" sz="1100" b="1">
                <a:solidFill>
                  <a:srgbClr val="3F3F3F"/>
                </a:solidFill>
              </a:rPr>
              <a:t>〜30</a:t>
            </a:r>
            <a:endParaRPr sz="1100" b="1">
              <a:solidFill>
                <a:srgbClr val="3F3F3F"/>
              </a:solidFill>
            </a:endParaRPr>
          </a:p>
        </p:txBody>
      </p:sp>
      <p:sp>
        <p:nvSpPr>
          <p:cNvPr id="776" name="Google Shape;776;p29"/>
          <p:cNvSpPr txBox="1"/>
          <p:nvPr/>
        </p:nvSpPr>
        <p:spPr>
          <a:xfrm>
            <a:off x="396263" y="719419"/>
            <a:ext cx="573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ja" sz="1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9月</a:t>
            </a:r>
            <a:endParaRPr sz="11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29"/>
          <p:cNvSpPr txBox="1"/>
          <p:nvPr/>
        </p:nvSpPr>
        <p:spPr>
          <a:xfrm>
            <a:off x="227180" y="2383136"/>
            <a:ext cx="659400" cy="4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Arial"/>
              <a:buNone/>
            </a:pPr>
            <a:r>
              <a:rPr lang="ja" sz="10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開発</a:t>
            </a:r>
            <a:endParaRPr sz="1000"/>
          </a:p>
        </p:txBody>
      </p:sp>
      <p:sp>
        <p:nvSpPr>
          <p:cNvPr id="778" name="Google Shape;778;p29"/>
          <p:cNvSpPr txBox="1"/>
          <p:nvPr/>
        </p:nvSpPr>
        <p:spPr>
          <a:xfrm>
            <a:off x="227180" y="1142190"/>
            <a:ext cx="659400" cy="4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Arial"/>
              <a:buNone/>
            </a:pPr>
            <a:r>
              <a:rPr lang="ja" sz="10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NW</a:t>
            </a:r>
            <a:endParaRPr sz="1000"/>
          </a:p>
        </p:txBody>
      </p:sp>
      <p:sp>
        <p:nvSpPr>
          <p:cNvPr id="779" name="Google Shape;779;p29"/>
          <p:cNvSpPr txBox="1"/>
          <p:nvPr/>
        </p:nvSpPr>
        <p:spPr>
          <a:xfrm>
            <a:off x="227180" y="1762663"/>
            <a:ext cx="659400" cy="4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Arial"/>
              <a:buNone/>
            </a:pPr>
            <a:r>
              <a:rPr lang="ja" sz="10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認証</a:t>
            </a:r>
            <a:endParaRPr sz="1000"/>
          </a:p>
        </p:txBody>
      </p:sp>
      <p:sp>
        <p:nvSpPr>
          <p:cNvPr id="780" name="Google Shape;780;p29"/>
          <p:cNvSpPr txBox="1"/>
          <p:nvPr/>
        </p:nvSpPr>
        <p:spPr>
          <a:xfrm>
            <a:off x="227180" y="3624083"/>
            <a:ext cx="659400" cy="4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Arial"/>
              <a:buNone/>
            </a:pPr>
            <a:r>
              <a:rPr lang="ja" sz="10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テスト</a:t>
            </a:r>
            <a:endParaRPr sz="1000"/>
          </a:p>
        </p:txBody>
      </p:sp>
      <p:sp>
        <p:nvSpPr>
          <p:cNvPr id="781" name="Google Shape;781;p29"/>
          <p:cNvSpPr txBox="1"/>
          <p:nvPr/>
        </p:nvSpPr>
        <p:spPr>
          <a:xfrm>
            <a:off x="227180" y="4244556"/>
            <a:ext cx="875400" cy="4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Arial"/>
              <a:buNone/>
            </a:pPr>
            <a:r>
              <a:rPr lang="ja" sz="10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リリース</a:t>
            </a:r>
            <a:endParaRPr sz="1000"/>
          </a:p>
        </p:txBody>
      </p:sp>
      <p:sp>
        <p:nvSpPr>
          <p:cNvPr id="782" name="Google Shape;782;p29"/>
          <p:cNvSpPr txBox="1"/>
          <p:nvPr/>
        </p:nvSpPr>
        <p:spPr>
          <a:xfrm>
            <a:off x="227180" y="3003610"/>
            <a:ext cx="911400" cy="4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Arial"/>
              <a:buNone/>
            </a:pPr>
            <a:r>
              <a:rPr lang="ja" sz="10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Salesforce</a:t>
            </a:r>
            <a:endParaRPr sz="1000" b="1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3" name="Google Shape;783;p29"/>
          <p:cNvCxnSpPr/>
          <p:nvPr/>
        </p:nvCxnSpPr>
        <p:spPr>
          <a:xfrm>
            <a:off x="186038" y="1072781"/>
            <a:ext cx="8550600" cy="0"/>
          </a:xfrm>
          <a:prstGeom prst="straightConnector1">
            <a:avLst/>
          </a:prstGeom>
          <a:noFill/>
          <a:ln w="71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4" name="Google Shape;784;p29"/>
          <p:cNvCxnSpPr/>
          <p:nvPr/>
        </p:nvCxnSpPr>
        <p:spPr>
          <a:xfrm>
            <a:off x="186038" y="1691150"/>
            <a:ext cx="8550600" cy="0"/>
          </a:xfrm>
          <a:prstGeom prst="straightConnector1">
            <a:avLst/>
          </a:prstGeom>
          <a:noFill/>
          <a:ln w="71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5" name="Google Shape;785;p29"/>
          <p:cNvCxnSpPr/>
          <p:nvPr/>
        </p:nvCxnSpPr>
        <p:spPr>
          <a:xfrm>
            <a:off x="186038" y="2309519"/>
            <a:ext cx="8550600" cy="0"/>
          </a:xfrm>
          <a:prstGeom prst="straightConnector1">
            <a:avLst/>
          </a:prstGeom>
          <a:noFill/>
          <a:ln w="71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6" name="Google Shape;786;p29"/>
          <p:cNvCxnSpPr/>
          <p:nvPr/>
        </p:nvCxnSpPr>
        <p:spPr>
          <a:xfrm>
            <a:off x="186038" y="2927888"/>
            <a:ext cx="8550600" cy="0"/>
          </a:xfrm>
          <a:prstGeom prst="straightConnector1">
            <a:avLst/>
          </a:prstGeom>
          <a:noFill/>
          <a:ln w="71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7" name="Google Shape;787;p29"/>
          <p:cNvCxnSpPr/>
          <p:nvPr/>
        </p:nvCxnSpPr>
        <p:spPr>
          <a:xfrm>
            <a:off x="186038" y="3546256"/>
            <a:ext cx="8550600" cy="0"/>
          </a:xfrm>
          <a:prstGeom prst="straightConnector1">
            <a:avLst/>
          </a:prstGeom>
          <a:noFill/>
          <a:ln w="71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8" name="Google Shape;788;p29"/>
          <p:cNvCxnSpPr/>
          <p:nvPr/>
        </p:nvCxnSpPr>
        <p:spPr>
          <a:xfrm>
            <a:off x="186038" y="4164625"/>
            <a:ext cx="8550600" cy="0"/>
          </a:xfrm>
          <a:prstGeom prst="straightConnector1">
            <a:avLst/>
          </a:prstGeom>
          <a:noFill/>
          <a:ln w="71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9" name="Google Shape;789;p29"/>
          <p:cNvCxnSpPr/>
          <p:nvPr/>
        </p:nvCxnSpPr>
        <p:spPr>
          <a:xfrm>
            <a:off x="186038" y="4782994"/>
            <a:ext cx="8550600" cy="0"/>
          </a:xfrm>
          <a:prstGeom prst="straightConnector1">
            <a:avLst/>
          </a:prstGeom>
          <a:noFill/>
          <a:ln w="71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90" name="Google Shape;790;p29"/>
          <p:cNvGrpSpPr/>
          <p:nvPr/>
        </p:nvGrpSpPr>
        <p:grpSpPr>
          <a:xfrm>
            <a:off x="1361341" y="1195388"/>
            <a:ext cx="1952383" cy="392850"/>
            <a:chOff x="1645925" y="1593850"/>
            <a:chExt cx="2603177" cy="523800"/>
          </a:xfrm>
        </p:grpSpPr>
        <p:sp>
          <p:nvSpPr>
            <p:cNvPr id="791" name="Google Shape;791;p29"/>
            <p:cNvSpPr/>
            <p:nvPr/>
          </p:nvSpPr>
          <p:spPr>
            <a:xfrm>
              <a:off x="1645925" y="1593850"/>
              <a:ext cx="2381400" cy="523800"/>
            </a:xfrm>
            <a:prstGeom prst="rect">
              <a:avLst/>
            </a:prstGeom>
            <a:solidFill>
              <a:srgbClr val="DAEEF3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92" name="Google Shape;792;p29"/>
            <p:cNvSpPr/>
            <p:nvPr/>
          </p:nvSpPr>
          <p:spPr>
            <a:xfrm rot="5400000">
              <a:off x="3868102" y="1736650"/>
              <a:ext cx="523800" cy="238200"/>
            </a:xfrm>
            <a:prstGeom prst="triangle">
              <a:avLst>
                <a:gd name="adj" fmla="val 53121"/>
              </a:avLst>
            </a:prstGeom>
            <a:solidFill>
              <a:srgbClr val="DAEEF3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  <p:sp>
        <p:nvSpPr>
          <p:cNvPr id="793" name="Google Shape;793;p29"/>
          <p:cNvSpPr/>
          <p:nvPr/>
        </p:nvSpPr>
        <p:spPr>
          <a:xfrm>
            <a:off x="2586164" y="1803919"/>
            <a:ext cx="573300" cy="393000"/>
          </a:xfrm>
          <a:prstGeom prst="rect">
            <a:avLst/>
          </a:prstGeom>
          <a:solidFill>
            <a:srgbClr val="DAEEF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794" name="Google Shape;794;p29"/>
          <p:cNvSpPr/>
          <p:nvPr/>
        </p:nvSpPr>
        <p:spPr>
          <a:xfrm rot="5400000">
            <a:off x="3040047" y="1911159"/>
            <a:ext cx="393000" cy="178500"/>
          </a:xfrm>
          <a:prstGeom prst="triangle">
            <a:avLst>
              <a:gd name="adj" fmla="val 53121"/>
            </a:avLst>
          </a:prstGeom>
          <a:solidFill>
            <a:srgbClr val="DAEEF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grpSp>
        <p:nvGrpSpPr>
          <p:cNvPr id="795" name="Google Shape;795;p29"/>
          <p:cNvGrpSpPr/>
          <p:nvPr/>
        </p:nvGrpSpPr>
        <p:grpSpPr>
          <a:xfrm>
            <a:off x="5212294" y="3659006"/>
            <a:ext cx="919351" cy="392850"/>
            <a:chOff x="3023300" y="1593850"/>
            <a:chExt cx="1225802" cy="523800"/>
          </a:xfrm>
        </p:grpSpPr>
        <p:sp>
          <p:nvSpPr>
            <p:cNvPr id="796" name="Google Shape;796;p29"/>
            <p:cNvSpPr/>
            <p:nvPr/>
          </p:nvSpPr>
          <p:spPr>
            <a:xfrm>
              <a:off x="3023300" y="1593850"/>
              <a:ext cx="1004100" cy="523800"/>
            </a:xfrm>
            <a:prstGeom prst="rect">
              <a:avLst/>
            </a:prstGeom>
            <a:solidFill>
              <a:srgbClr val="DAEEF3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97" name="Google Shape;797;p29"/>
            <p:cNvSpPr/>
            <p:nvPr/>
          </p:nvSpPr>
          <p:spPr>
            <a:xfrm rot="5400000">
              <a:off x="3868102" y="1736650"/>
              <a:ext cx="523800" cy="238200"/>
            </a:xfrm>
            <a:prstGeom prst="triangle">
              <a:avLst>
                <a:gd name="adj" fmla="val 53121"/>
              </a:avLst>
            </a:prstGeom>
            <a:solidFill>
              <a:srgbClr val="DAEEF3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  <p:sp>
        <p:nvSpPr>
          <p:cNvPr id="798" name="Google Shape;798;p29"/>
          <p:cNvSpPr txBox="1"/>
          <p:nvPr/>
        </p:nvSpPr>
        <p:spPr>
          <a:xfrm>
            <a:off x="1414679" y="1257694"/>
            <a:ext cx="16116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 b="1">
                <a:solidFill>
                  <a:srgbClr val="0B5394"/>
                </a:solidFill>
              </a:rPr>
              <a:t>Outbound通信の許可</a:t>
            </a:r>
            <a:endParaRPr sz="3200">
              <a:solidFill>
                <a:srgbClr val="0B5394"/>
              </a:solidFill>
            </a:endParaRPr>
          </a:p>
        </p:txBody>
      </p:sp>
      <p:sp>
        <p:nvSpPr>
          <p:cNvPr id="799" name="Google Shape;799;p29"/>
          <p:cNvSpPr txBox="1"/>
          <p:nvPr/>
        </p:nvSpPr>
        <p:spPr>
          <a:xfrm>
            <a:off x="1414679" y="1405847"/>
            <a:ext cx="1611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 b="1">
                <a:solidFill>
                  <a:srgbClr val="0B5394"/>
                </a:solidFill>
              </a:rPr>
              <a:t>7営業日</a:t>
            </a:r>
            <a:endParaRPr sz="3100">
              <a:solidFill>
                <a:srgbClr val="0B5394"/>
              </a:solidFill>
            </a:endParaRPr>
          </a:p>
        </p:txBody>
      </p:sp>
      <p:sp>
        <p:nvSpPr>
          <p:cNvPr id="800" name="Google Shape;800;p29"/>
          <p:cNvSpPr txBox="1"/>
          <p:nvPr/>
        </p:nvSpPr>
        <p:spPr>
          <a:xfrm>
            <a:off x="2219883" y="1856963"/>
            <a:ext cx="9969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 b="1">
                <a:solidFill>
                  <a:srgbClr val="0B5394"/>
                </a:solidFill>
              </a:rPr>
              <a:t>API認証の設定</a:t>
            </a:r>
            <a:endParaRPr sz="3200">
              <a:solidFill>
                <a:srgbClr val="0B5394"/>
              </a:solidFill>
            </a:endParaRPr>
          </a:p>
        </p:txBody>
      </p:sp>
      <p:sp>
        <p:nvSpPr>
          <p:cNvPr id="801" name="Google Shape;801;p29"/>
          <p:cNvSpPr txBox="1"/>
          <p:nvPr/>
        </p:nvSpPr>
        <p:spPr>
          <a:xfrm>
            <a:off x="2219883" y="2005111"/>
            <a:ext cx="996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 b="1">
                <a:solidFill>
                  <a:srgbClr val="0B5394"/>
                </a:solidFill>
              </a:rPr>
              <a:t>3営業日</a:t>
            </a:r>
            <a:endParaRPr sz="3100">
              <a:solidFill>
                <a:srgbClr val="0B5394"/>
              </a:solidFill>
            </a:endParaRPr>
          </a:p>
        </p:txBody>
      </p:sp>
      <p:cxnSp>
        <p:nvCxnSpPr>
          <p:cNvPr id="802" name="Google Shape;802;p29"/>
          <p:cNvCxnSpPr/>
          <p:nvPr/>
        </p:nvCxnSpPr>
        <p:spPr>
          <a:xfrm>
            <a:off x="3319800" y="1049869"/>
            <a:ext cx="0" cy="3194700"/>
          </a:xfrm>
          <a:prstGeom prst="straightConnector1">
            <a:avLst/>
          </a:prstGeom>
          <a:noFill/>
          <a:ln w="7150" cap="flat" cmpd="sng">
            <a:solidFill>
              <a:schemeClr val="dk2"/>
            </a:solidFill>
            <a:prstDash val="dash"/>
            <a:round/>
            <a:headEnd type="oval" w="med" len="med"/>
            <a:tailEnd type="none" w="med" len="med"/>
          </a:ln>
        </p:spPr>
      </p:cxnSp>
      <p:cxnSp>
        <p:nvCxnSpPr>
          <p:cNvPr id="803" name="Google Shape;803;p29"/>
          <p:cNvCxnSpPr/>
          <p:nvPr/>
        </p:nvCxnSpPr>
        <p:spPr>
          <a:xfrm>
            <a:off x="4852575" y="1049869"/>
            <a:ext cx="0" cy="3194700"/>
          </a:xfrm>
          <a:prstGeom prst="straightConnector1">
            <a:avLst/>
          </a:prstGeom>
          <a:noFill/>
          <a:ln w="7150" cap="flat" cmpd="sng">
            <a:solidFill>
              <a:schemeClr val="dk2"/>
            </a:solidFill>
            <a:prstDash val="dash"/>
            <a:round/>
            <a:headEnd type="oval" w="med" len="med"/>
            <a:tailEnd type="none" w="med" len="med"/>
          </a:ln>
        </p:spPr>
      </p:cxnSp>
      <p:cxnSp>
        <p:nvCxnSpPr>
          <p:cNvPr id="804" name="Google Shape;804;p29"/>
          <p:cNvCxnSpPr/>
          <p:nvPr/>
        </p:nvCxnSpPr>
        <p:spPr>
          <a:xfrm>
            <a:off x="7535831" y="1049869"/>
            <a:ext cx="0" cy="3194700"/>
          </a:xfrm>
          <a:prstGeom prst="straightConnector1">
            <a:avLst/>
          </a:prstGeom>
          <a:noFill/>
          <a:ln w="7150" cap="flat" cmpd="sng">
            <a:solidFill>
              <a:schemeClr val="dk2"/>
            </a:solidFill>
            <a:prstDash val="dash"/>
            <a:round/>
            <a:headEnd type="oval" w="med" len="med"/>
            <a:tailEnd type="none" w="med" len="med"/>
          </a:ln>
        </p:spPr>
      </p:cxnSp>
      <p:grpSp>
        <p:nvGrpSpPr>
          <p:cNvPr id="805" name="Google Shape;805;p29"/>
          <p:cNvGrpSpPr/>
          <p:nvPr/>
        </p:nvGrpSpPr>
        <p:grpSpPr>
          <a:xfrm>
            <a:off x="1361344" y="2422266"/>
            <a:ext cx="3510561" cy="392859"/>
            <a:chOff x="-431646" y="1593850"/>
            <a:chExt cx="4680748" cy="523813"/>
          </a:xfrm>
        </p:grpSpPr>
        <p:sp>
          <p:nvSpPr>
            <p:cNvPr id="806" name="Google Shape;806;p29"/>
            <p:cNvSpPr/>
            <p:nvPr/>
          </p:nvSpPr>
          <p:spPr>
            <a:xfrm>
              <a:off x="-431646" y="1593863"/>
              <a:ext cx="4458900" cy="523800"/>
            </a:xfrm>
            <a:prstGeom prst="rect">
              <a:avLst/>
            </a:prstGeom>
            <a:solidFill>
              <a:srgbClr val="DAEEF3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07" name="Google Shape;807;p29"/>
            <p:cNvSpPr/>
            <p:nvPr/>
          </p:nvSpPr>
          <p:spPr>
            <a:xfrm rot="5400000">
              <a:off x="3868102" y="1736650"/>
              <a:ext cx="523800" cy="238200"/>
            </a:xfrm>
            <a:prstGeom prst="triangle">
              <a:avLst>
                <a:gd name="adj" fmla="val 53121"/>
              </a:avLst>
            </a:prstGeom>
            <a:solidFill>
              <a:srgbClr val="DAEEF3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  <p:sp>
        <p:nvSpPr>
          <p:cNvPr id="808" name="Google Shape;808;p29"/>
          <p:cNvSpPr txBox="1"/>
          <p:nvPr/>
        </p:nvSpPr>
        <p:spPr>
          <a:xfrm>
            <a:off x="2209998" y="2475328"/>
            <a:ext cx="16116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 b="1">
                <a:solidFill>
                  <a:srgbClr val="0B5394"/>
                </a:solidFill>
              </a:rPr>
              <a:t>Kafka Connectorの実装</a:t>
            </a:r>
            <a:endParaRPr sz="3200">
              <a:solidFill>
                <a:srgbClr val="0B5394"/>
              </a:solidFill>
            </a:endParaRPr>
          </a:p>
        </p:txBody>
      </p:sp>
      <p:sp>
        <p:nvSpPr>
          <p:cNvPr id="809" name="Google Shape;809;p29"/>
          <p:cNvSpPr txBox="1"/>
          <p:nvPr/>
        </p:nvSpPr>
        <p:spPr>
          <a:xfrm>
            <a:off x="2209998" y="2623481"/>
            <a:ext cx="1611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 b="1">
                <a:solidFill>
                  <a:srgbClr val="0B5394"/>
                </a:solidFill>
              </a:rPr>
              <a:t>14営業日</a:t>
            </a:r>
            <a:endParaRPr sz="3100">
              <a:solidFill>
                <a:srgbClr val="0B5394"/>
              </a:solidFill>
            </a:endParaRPr>
          </a:p>
        </p:txBody>
      </p:sp>
      <p:grpSp>
        <p:nvGrpSpPr>
          <p:cNvPr id="810" name="Google Shape;810;p29"/>
          <p:cNvGrpSpPr/>
          <p:nvPr/>
        </p:nvGrpSpPr>
        <p:grpSpPr>
          <a:xfrm>
            <a:off x="1361344" y="3040641"/>
            <a:ext cx="3510561" cy="392859"/>
            <a:chOff x="-431646" y="1593850"/>
            <a:chExt cx="4680748" cy="523813"/>
          </a:xfrm>
        </p:grpSpPr>
        <p:sp>
          <p:nvSpPr>
            <p:cNvPr id="811" name="Google Shape;811;p29"/>
            <p:cNvSpPr/>
            <p:nvPr/>
          </p:nvSpPr>
          <p:spPr>
            <a:xfrm>
              <a:off x="-431646" y="1593863"/>
              <a:ext cx="4458900" cy="523800"/>
            </a:xfrm>
            <a:prstGeom prst="rect">
              <a:avLst/>
            </a:prstGeom>
            <a:solidFill>
              <a:srgbClr val="F8E1CA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12" name="Google Shape;812;p29"/>
            <p:cNvSpPr/>
            <p:nvPr/>
          </p:nvSpPr>
          <p:spPr>
            <a:xfrm rot="5400000">
              <a:off x="3868102" y="1736650"/>
              <a:ext cx="523800" cy="238200"/>
            </a:xfrm>
            <a:prstGeom prst="triangle">
              <a:avLst>
                <a:gd name="adj" fmla="val 53121"/>
              </a:avLst>
            </a:prstGeom>
            <a:solidFill>
              <a:srgbClr val="F8E1CA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  <p:sp>
        <p:nvSpPr>
          <p:cNvPr id="813" name="Google Shape;813;p29"/>
          <p:cNvSpPr txBox="1"/>
          <p:nvPr/>
        </p:nvSpPr>
        <p:spPr>
          <a:xfrm>
            <a:off x="1726799" y="3156295"/>
            <a:ext cx="29511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 b="1">
                <a:solidFill>
                  <a:srgbClr val="404040"/>
                </a:solidFill>
              </a:rPr>
              <a:t>CDC / Platform Event の設定</a:t>
            </a:r>
            <a:endParaRPr sz="1100" b="1">
              <a:solidFill>
                <a:srgbClr val="404040"/>
              </a:solidFill>
            </a:endParaRPr>
          </a:p>
        </p:txBody>
      </p:sp>
      <p:sp>
        <p:nvSpPr>
          <p:cNvPr id="814" name="Google Shape;814;p29"/>
          <p:cNvSpPr txBox="1"/>
          <p:nvPr/>
        </p:nvSpPr>
        <p:spPr>
          <a:xfrm>
            <a:off x="5064563" y="3720270"/>
            <a:ext cx="9969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 b="1">
                <a:solidFill>
                  <a:srgbClr val="0B5394"/>
                </a:solidFill>
              </a:rPr>
              <a:t>結合試験</a:t>
            </a:r>
            <a:endParaRPr sz="3200">
              <a:solidFill>
                <a:srgbClr val="0B5394"/>
              </a:solidFill>
            </a:endParaRPr>
          </a:p>
        </p:txBody>
      </p:sp>
      <p:sp>
        <p:nvSpPr>
          <p:cNvPr id="815" name="Google Shape;815;p29"/>
          <p:cNvSpPr txBox="1"/>
          <p:nvPr/>
        </p:nvSpPr>
        <p:spPr>
          <a:xfrm>
            <a:off x="5064563" y="3868419"/>
            <a:ext cx="996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 b="1">
                <a:solidFill>
                  <a:srgbClr val="0B5394"/>
                </a:solidFill>
              </a:rPr>
              <a:t>3営業日</a:t>
            </a:r>
            <a:endParaRPr sz="3100">
              <a:solidFill>
                <a:srgbClr val="0B5394"/>
              </a:solidFill>
            </a:endParaRPr>
          </a:p>
        </p:txBody>
      </p:sp>
      <p:cxnSp>
        <p:nvCxnSpPr>
          <p:cNvPr id="816" name="Google Shape;816;p29"/>
          <p:cNvCxnSpPr/>
          <p:nvPr/>
        </p:nvCxnSpPr>
        <p:spPr>
          <a:xfrm>
            <a:off x="6131644" y="1049869"/>
            <a:ext cx="0" cy="3194700"/>
          </a:xfrm>
          <a:prstGeom prst="straightConnector1">
            <a:avLst/>
          </a:prstGeom>
          <a:noFill/>
          <a:ln w="7150" cap="flat" cmpd="sng">
            <a:solidFill>
              <a:schemeClr val="dk2"/>
            </a:solidFill>
            <a:prstDash val="dash"/>
            <a:round/>
            <a:headEnd type="oval" w="med" len="med"/>
            <a:tailEnd type="none" w="med" len="med"/>
          </a:ln>
        </p:spPr>
      </p:cxnSp>
      <p:sp>
        <p:nvSpPr>
          <p:cNvPr id="817" name="Google Shape;817;p29"/>
          <p:cNvSpPr txBox="1"/>
          <p:nvPr/>
        </p:nvSpPr>
        <p:spPr>
          <a:xfrm>
            <a:off x="2736839" y="4301981"/>
            <a:ext cx="118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1">
                <a:solidFill>
                  <a:srgbClr val="434343"/>
                </a:solidFill>
              </a:rPr>
              <a:t>9/9　</a:t>
            </a:r>
            <a:br>
              <a:rPr lang="ja" sz="800" b="1">
                <a:solidFill>
                  <a:srgbClr val="434343"/>
                </a:solidFill>
              </a:rPr>
            </a:br>
            <a:r>
              <a:rPr lang="ja" sz="800" b="1">
                <a:solidFill>
                  <a:srgbClr val="434343"/>
                </a:solidFill>
              </a:rPr>
              <a:t>Outbound通信/API認証</a:t>
            </a:r>
            <a:br>
              <a:rPr lang="ja" sz="800" b="1">
                <a:solidFill>
                  <a:srgbClr val="434343"/>
                </a:solidFill>
              </a:rPr>
            </a:br>
            <a:r>
              <a:rPr lang="ja" sz="800" b="1">
                <a:solidFill>
                  <a:srgbClr val="434343"/>
                </a:solidFill>
              </a:rPr>
              <a:t>完了</a:t>
            </a:r>
            <a:endParaRPr sz="3000">
              <a:solidFill>
                <a:srgbClr val="434343"/>
              </a:solidFill>
            </a:endParaRPr>
          </a:p>
        </p:txBody>
      </p:sp>
      <p:sp>
        <p:nvSpPr>
          <p:cNvPr id="818" name="Google Shape;818;p29"/>
          <p:cNvSpPr txBox="1"/>
          <p:nvPr/>
        </p:nvSpPr>
        <p:spPr>
          <a:xfrm>
            <a:off x="4260938" y="4301981"/>
            <a:ext cx="1183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1">
                <a:solidFill>
                  <a:srgbClr val="434343"/>
                </a:solidFill>
              </a:rPr>
              <a:t>9/18</a:t>
            </a:r>
            <a:br>
              <a:rPr lang="ja" sz="800" b="1">
                <a:solidFill>
                  <a:srgbClr val="434343"/>
                </a:solidFill>
              </a:rPr>
            </a:br>
            <a:r>
              <a:rPr lang="ja" sz="800" b="1">
                <a:solidFill>
                  <a:srgbClr val="434343"/>
                </a:solidFill>
              </a:rPr>
              <a:t>開発完了</a:t>
            </a:r>
            <a:endParaRPr sz="3000">
              <a:solidFill>
                <a:srgbClr val="434343"/>
              </a:solidFill>
            </a:endParaRPr>
          </a:p>
        </p:txBody>
      </p:sp>
      <p:sp>
        <p:nvSpPr>
          <p:cNvPr id="819" name="Google Shape;819;p29"/>
          <p:cNvSpPr txBox="1"/>
          <p:nvPr/>
        </p:nvSpPr>
        <p:spPr>
          <a:xfrm>
            <a:off x="5540006" y="4301981"/>
            <a:ext cx="118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1">
                <a:solidFill>
                  <a:srgbClr val="434343"/>
                </a:solidFill>
              </a:rPr>
              <a:t>9/25</a:t>
            </a:r>
            <a:br>
              <a:rPr lang="ja" sz="800" b="1">
                <a:solidFill>
                  <a:srgbClr val="434343"/>
                </a:solidFill>
              </a:rPr>
            </a:br>
            <a:r>
              <a:rPr lang="ja" sz="800" b="1">
                <a:solidFill>
                  <a:srgbClr val="434343"/>
                </a:solidFill>
              </a:rPr>
              <a:t>結合試験</a:t>
            </a:r>
            <a:br>
              <a:rPr lang="ja" sz="800" b="1">
                <a:solidFill>
                  <a:srgbClr val="434343"/>
                </a:solidFill>
              </a:rPr>
            </a:br>
            <a:r>
              <a:rPr lang="ja" sz="800" b="1">
                <a:solidFill>
                  <a:srgbClr val="434343"/>
                </a:solidFill>
              </a:rPr>
              <a:t>完了</a:t>
            </a:r>
            <a:endParaRPr sz="3000">
              <a:solidFill>
                <a:srgbClr val="434343"/>
              </a:solidFill>
            </a:endParaRPr>
          </a:p>
        </p:txBody>
      </p:sp>
      <p:sp>
        <p:nvSpPr>
          <p:cNvPr id="820" name="Google Shape;820;p29"/>
          <p:cNvSpPr/>
          <p:nvPr/>
        </p:nvSpPr>
        <p:spPr>
          <a:xfrm>
            <a:off x="7301719" y="4252031"/>
            <a:ext cx="468300" cy="46830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pic>
        <p:nvPicPr>
          <p:cNvPr id="821" name="Google Shape;821;p29" descr="スクリーンショット 2026-03-05 7.03.35.png"/>
          <p:cNvPicPr preferRelativeResize="0"/>
          <p:nvPr/>
        </p:nvPicPr>
        <p:blipFill rotWithShape="1">
          <a:blip r:embed="rId3">
            <a:alphaModFix/>
          </a:blip>
          <a:srcRect b="-1999"/>
          <a:stretch/>
        </p:blipFill>
        <p:spPr>
          <a:xfrm>
            <a:off x="7364622" y="4322898"/>
            <a:ext cx="357286" cy="311626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29"/>
          <p:cNvSpPr txBox="1"/>
          <p:nvPr/>
        </p:nvSpPr>
        <p:spPr>
          <a:xfrm>
            <a:off x="7900050" y="4301981"/>
            <a:ext cx="744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1">
                <a:solidFill>
                  <a:srgbClr val="434343"/>
                </a:solidFill>
              </a:rPr>
              <a:t>9/30</a:t>
            </a:r>
            <a:br>
              <a:rPr lang="ja" sz="800" b="1">
                <a:solidFill>
                  <a:srgbClr val="434343"/>
                </a:solidFill>
              </a:rPr>
            </a:br>
            <a:r>
              <a:rPr lang="ja" sz="800" b="1">
                <a:solidFill>
                  <a:srgbClr val="434343"/>
                </a:solidFill>
              </a:rPr>
              <a:t>藤原社長</a:t>
            </a:r>
            <a:endParaRPr sz="800" b="1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 b="1">
                <a:solidFill>
                  <a:srgbClr val="434343"/>
                </a:solidFill>
              </a:rPr>
              <a:t>チェック</a:t>
            </a:r>
            <a:endParaRPr sz="800" b="1">
              <a:solidFill>
                <a:srgbClr val="434343"/>
              </a:solidFill>
            </a:endParaRPr>
          </a:p>
        </p:txBody>
      </p:sp>
      <p:grpSp>
        <p:nvGrpSpPr>
          <p:cNvPr id="823" name="Google Shape;823;p29"/>
          <p:cNvGrpSpPr/>
          <p:nvPr/>
        </p:nvGrpSpPr>
        <p:grpSpPr>
          <a:xfrm>
            <a:off x="8254807" y="1240716"/>
            <a:ext cx="357232" cy="154106"/>
            <a:chOff x="3034854" y="1593850"/>
            <a:chExt cx="1214248" cy="523813"/>
          </a:xfrm>
        </p:grpSpPr>
        <p:sp>
          <p:nvSpPr>
            <p:cNvPr id="824" name="Google Shape;824;p29"/>
            <p:cNvSpPr/>
            <p:nvPr/>
          </p:nvSpPr>
          <p:spPr>
            <a:xfrm>
              <a:off x="3034854" y="1593863"/>
              <a:ext cx="992400" cy="523800"/>
            </a:xfrm>
            <a:prstGeom prst="rect">
              <a:avLst/>
            </a:prstGeom>
            <a:solidFill>
              <a:srgbClr val="DAEEF3"/>
            </a:solidFill>
            <a:ln>
              <a:noFill/>
            </a:ln>
          </p:spPr>
          <p:txBody>
            <a:bodyPr spcFirstLastPara="1" wrap="square" lIns="26900" tIns="26900" rIns="26900" bIns="269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"/>
            </a:p>
          </p:txBody>
        </p:sp>
        <p:sp>
          <p:nvSpPr>
            <p:cNvPr id="825" name="Google Shape;825;p29"/>
            <p:cNvSpPr/>
            <p:nvPr/>
          </p:nvSpPr>
          <p:spPr>
            <a:xfrm rot="5400000">
              <a:off x="3868102" y="1736650"/>
              <a:ext cx="523800" cy="238200"/>
            </a:xfrm>
            <a:prstGeom prst="triangle">
              <a:avLst>
                <a:gd name="adj" fmla="val 53121"/>
              </a:avLst>
            </a:prstGeom>
            <a:solidFill>
              <a:srgbClr val="DAEEF3"/>
            </a:solidFill>
            <a:ln>
              <a:noFill/>
            </a:ln>
          </p:spPr>
          <p:txBody>
            <a:bodyPr spcFirstLastPara="1" wrap="square" lIns="26900" tIns="26900" rIns="26900" bIns="269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"/>
            </a:p>
          </p:txBody>
        </p:sp>
      </p:grpSp>
      <p:grpSp>
        <p:nvGrpSpPr>
          <p:cNvPr id="826" name="Google Shape;826;p29"/>
          <p:cNvGrpSpPr/>
          <p:nvPr/>
        </p:nvGrpSpPr>
        <p:grpSpPr>
          <a:xfrm>
            <a:off x="8254807" y="1426165"/>
            <a:ext cx="357232" cy="154106"/>
            <a:chOff x="3034854" y="1593850"/>
            <a:chExt cx="1214248" cy="523813"/>
          </a:xfrm>
        </p:grpSpPr>
        <p:sp>
          <p:nvSpPr>
            <p:cNvPr id="827" name="Google Shape;827;p29"/>
            <p:cNvSpPr/>
            <p:nvPr/>
          </p:nvSpPr>
          <p:spPr>
            <a:xfrm>
              <a:off x="3034854" y="1593863"/>
              <a:ext cx="992400" cy="523800"/>
            </a:xfrm>
            <a:prstGeom prst="rect">
              <a:avLst/>
            </a:prstGeom>
            <a:solidFill>
              <a:srgbClr val="F8E1CA"/>
            </a:solidFill>
            <a:ln>
              <a:noFill/>
            </a:ln>
          </p:spPr>
          <p:txBody>
            <a:bodyPr spcFirstLastPara="1" wrap="square" lIns="26900" tIns="26900" rIns="26900" bIns="269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"/>
            </a:p>
          </p:txBody>
        </p:sp>
        <p:sp>
          <p:nvSpPr>
            <p:cNvPr id="828" name="Google Shape;828;p29"/>
            <p:cNvSpPr/>
            <p:nvPr/>
          </p:nvSpPr>
          <p:spPr>
            <a:xfrm rot="5400000">
              <a:off x="3868102" y="1736650"/>
              <a:ext cx="523800" cy="238200"/>
            </a:xfrm>
            <a:prstGeom prst="triangle">
              <a:avLst>
                <a:gd name="adj" fmla="val 53121"/>
              </a:avLst>
            </a:prstGeom>
            <a:solidFill>
              <a:srgbClr val="F8E1CA"/>
            </a:solidFill>
            <a:ln>
              <a:noFill/>
            </a:ln>
          </p:spPr>
          <p:txBody>
            <a:bodyPr spcFirstLastPara="1" wrap="square" lIns="26900" tIns="26900" rIns="26900" bIns="269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"/>
            </a:p>
          </p:txBody>
        </p:sp>
      </p:grpSp>
      <p:sp>
        <p:nvSpPr>
          <p:cNvPr id="829" name="Google Shape;829;p29"/>
          <p:cNvSpPr txBox="1"/>
          <p:nvPr/>
        </p:nvSpPr>
        <p:spPr>
          <a:xfrm>
            <a:off x="7731620" y="1269242"/>
            <a:ext cx="4683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 b="1">
                <a:solidFill>
                  <a:srgbClr val="0B5394"/>
                </a:solidFill>
              </a:rPr>
              <a:t>トヨテック</a:t>
            </a:r>
            <a:endParaRPr sz="2800">
              <a:solidFill>
                <a:srgbClr val="0B5394"/>
              </a:solidFill>
            </a:endParaRPr>
          </a:p>
        </p:txBody>
      </p:sp>
      <p:sp>
        <p:nvSpPr>
          <p:cNvPr id="830" name="Google Shape;830;p29"/>
          <p:cNvSpPr txBox="1"/>
          <p:nvPr/>
        </p:nvSpPr>
        <p:spPr>
          <a:xfrm>
            <a:off x="7623159" y="1448119"/>
            <a:ext cx="5496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 b="1">
                <a:solidFill>
                  <a:srgbClr val="0B5394"/>
                </a:solidFill>
              </a:rPr>
              <a:t>Salesforce様</a:t>
            </a:r>
            <a:endParaRPr sz="28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79ce5c7-7ac0-470a-8fb0-80b8dfe33f1c">
      <Terms xmlns="http://schemas.microsoft.com/office/infopath/2007/PartnerControls"/>
    </lcf76f155ced4ddcb4097134ff3c332f>
    <TaxCatchAll xmlns="00dc9add-bb5d-4974-938e-6de906df2254" xsi:nil="true"/>
    <CONTENTS xmlns="879ce5c7-7ac0-470a-8fb0-80b8dfe33f1c" xsi:nil="true"/>
    <_x8cc7__x6599__x8aac__x660e_ xmlns="879ce5c7-7ac0-470a-8fb0-80b8dfe33f1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D23F1E4B07BBC341A8F6905F09A2526F" ma:contentTypeVersion="17" ma:contentTypeDescription="新しいドキュメントを作成します。" ma:contentTypeScope="" ma:versionID="1437aaece15ac943c27d84c7bd287707">
  <xsd:schema xmlns:xsd="http://www.w3.org/2001/XMLSchema" xmlns:xs="http://www.w3.org/2001/XMLSchema" xmlns:p="http://schemas.microsoft.com/office/2006/metadata/properties" xmlns:ns2="879ce5c7-7ac0-470a-8fb0-80b8dfe33f1c" xmlns:ns3="00dc9add-bb5d-4974-938e-6de906df2254" targetNamespace="http://schemas.microsoft.com/office/2006/metadata/properties" ma:root="true" ma:fieldsID="a41d73b5ccc80413fe00e27c354e6c45" ns2:_="" ns3:_="">
    <xsd:import namespace="879ce5c7-7ac0-470a-8fb0-80b8dfe33f1c"/>
    <xsd:import namespace="00dc9add-bb5d-4974-938e-6de906df22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CONTENTS" minOccurs="0"/>
                <xsd:element ref="ns2:_x8cc7__x6599__x8aac__x660e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9ce5c7-7ac0-470a-8fb0-80b8dfe33f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画像タグ" ma:readOnly="false" ma:fieldId="{5cf76f15-5ced-4ddc-b409-7134ff3c332f}" ma:taxonomyMulti="true" ma:sspId="def91d17-8bee-472f-b8e3-30905430c63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CONTENTS" ma:index="22" nillable="true" ma:displayName="CONTENTS" ma:format="Dropdown" ma:internalName="CONTENTS">
      <xsd:simpleType>
        <xsd:restriction base="dms:Text">
          <xsd:maxLength value="255"/>
        </xsd:restriction>
      </xsd:simpleType>
    </xsd:element>
    <xsd:element name="_x8cc7__x6599__x8aac__x660e_" ma:index="23" nillable="true" ma:displayName="資料説明" ma:format="Dropdown" ma:internalName="_x8cc7__x6599__x8aac__x660e_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dc9add-bb5d-4974-938e-6de906df225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f5f91764-4324-4dd1-9de8-4bb0ffe7790b}" ma:internalName="TaxCatchAll" ma:showField="CatchAllData" ma:web="00dc9add-bb5d-4974-938e-6de906df225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9F169D4-EF74-412B-AE8B-B3F779B9AE9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B360C39-3303-471B-896A-65285C1F0EB3}">
  <ds:schemaRefs>
    <ds:schemaRef ds:uri="http://schemas.microsoft.com/office/2006/metadata/properties"/>
    <ds:schemaRef ds:uri="http://schemas.microsoft.com/office/infopath/2007/PartnerControls"/>
    <ds:schemaRef ds:uri="879ce5c7-7ac0-470a-8fb0-80b8dfe33f1c"/>
    <ds:schemaRef ds:uri="00dc9add-bb5d-4974-938e-6de906df2254"/>
  </ds:schemaRefs>
</ds:datastoreItem>
</file>

<file path=customXml/itemProps3.xml><?xml version="1.0" encoding="utf-8"?>
<ds:datastoreItem xmlns:ds="http://schemas.openxmlformats.org/officeDocument/2006/customXml" ds:itemID="{D788FC7B-9399-4545-A0EA-98ED024EC9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9ce5c7-7ac0-470a-8fb0-80b8dfe33f1c"/>
    <ds:schemaRef ds:uri="00dc9add-bb5d-4974-938e-6de906df225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1025</Words>
  <Application>Microsoft Office PowerPoint</Application>
  <PresentationFormat>On-screen Show (16:9)</PresentationFormat>
  <Paragraphs>292</Paragraphs>
  <Slides>10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Simple Light</vt:lpstr>
      <vt:lpstr>Office 主题​​</vt:lpstr>
      <vt:lpstr>PowerPoint Presentation</vt:lpstr>
      <vt:lpstr>PowerPoint Presentation</vt:lpstr>
      <vt:lpstr>PowerPoint Presentation</vt:lpstr>
      <vt:lpstr>3.システム構成図から見るヴァリューズデータソース連携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三ツ井　涼太</cp:lastModifiedBy>
  <cp:revision>8</cp:revision>
  <dcterms:modified xsi:type="dcterms:W3CDTF">2026-09-15T01:13:24Z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0x010100D23F1E4B07BBC341A8F6905F09A2526F</vt:lpwstr>
  </property>
  <property fmtid="{D5CDD505-2E9C-101B-9397-08002B2CF9AE}" pid="3" name="MediaServiceImageTags">
    <vt:lpwstr/>
  </property>
</Properties>
</file>