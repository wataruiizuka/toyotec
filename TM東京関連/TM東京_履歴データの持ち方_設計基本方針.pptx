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61" r:id="rId5"/>
    <p:sldId id="288" r:id="rId6"/>
    <p:sldId id="289" r:id="rId7"/>
    <p:sldId id="290" r:id="rId8"/>
    <p:sldId id="291" r:id="rId9"/>
    <p:sldId id="299" r:id="rId10"/>
    <p:sldId id="300" r:id="rId11"/>
    <p:sldId id="293" r:id="rId12"/>
    <p:sldId id="294" r:id="rId13"/>
    <p:sldId id="295" r:id="rId14"/>
    <p:sldId id="296" r:id="rId15"/>
    <p:sldId id="298" r:id="rId16"/>
    <p:sldId id="297" r:id="rId17"/>
    <p:sldId id="292" r:id="rId18"/>
    <p:sldId id="286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36E35-0550-F0CD-D3D8-16BC34ADD8B4}" v="55" dt="2026-06-19T00:12:56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5" d="100"/>
          <a:sy n="165" d="100"/>
        </p:scale>
        <p:origin x="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三ツ井　涼太" userId="S::ryouta_mitsui_za@toyotec-jp.com::9cadf8a7-a9ac-4c50-8957-c50aa8192f8b" providerId="AD" clId="Web-{A947DE84-5F08-F385-F7D1-5522BEE91C76}"/>
    <pc:docChg chg="addSld delSld modSld sldOrd">
      <pc:chgData name="三ツ井　涼太" userId="S::ryouta_mitsui_za@toyotec-jp.com::9cadf8a7-a9ac-4c50-8957-c50aa8192f8b" providerId="AD" clId="Web-{A947DE84-5F08-F385-F7D1-5522BEE91C76}" dt="2026-06-12T09:13:23.378" v="264" actId="14100"/>
      <pc:docMkLst>
        <pc:docMk/>
      </pc:docMkLst>
      <pc:sldChg chg="addSp modSp">
        <pc:chgData name="三ツ井　涼太" userId="S::ryouta_mitsui_za@toyotec-jp.com::9cadf8a7-a9ac-4c50-8957-c50aa8192f8b" providerId="AD" clId="Web-{A947DE84-5F08-F385-F7D1-5522BEE91C76}" dt="2026-06-12T09:13:23.378" v="264" actId="14100"/>
        <pc:sldMkLst>
          <pc:docMk/>
          <pc:sldMk cId="1883111068" sldId="288"/>
        </pc:sldMkLst>
        <pc:spChg chg="add mod">
          <ac:chgData name="三ツ井　涼太" userId="S::ryouta_mitsui_za@toyotec-jp.com::9cadf8a7-a9ac-4c50-8957-c50aa8192f8b" providerId="AD" clId="Web-{A947DE84-5F08-F385-F7D1-5522BEE91C76}" dt="2026-06-12T06:51:35.008" v="137" actId="20577"/>
          <ac:spMkLst>
            <pc:docMk/>
            <pc:sldMk cId="1883111068" sldId="288"/>
            <ac:spMk id="3" creationId="{F0D2F902-0969-10FE-FB7B-E0E626B79F02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6:47:05.695" v="33" actId="1076"/>
          <ac:spMkLst>
            <pc:docMk/>
            <pc:sldMk cId="1883111068" sldId="288"/>
            <ac:spMk id="6" creationId="{0511869A-3BF2-7553-96EF-85931C84E6E9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6:47:05.711" v="34" actId="1076"/>
          <ac:spMkLst>
            <pc:docMk/>
            <pc:sldMk cId="1883111068" sldId="288"/>
            <ac:spMk id="12" creationId="{14BD125B-4150-3E59-81A1-65F2F618CB2F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9:13:23.378" v="264" actId="14100"/>
          <ac:spMkLst>
            <pc:docMk/>
            <pc:sldMk cId="1883111068" sldId="288"/>
            <ac:spMk id="13" creationId="{1677DCE1-9BB7-0E5F-4F20-45985AF3E899}"/>
          </ac:spMkLst>
        </pc:spChg>
      </pc:sldChg>
      <pc:sldChg chg="addSp modSp ord">
        <pc:chgData name="三ツ井　涼太" userId="S::ryouta_mitsui_za@toyotec-jp.com::9cadf8a7-a9ac-4c50-8957-c50aa8192f8b" providerId="AD" clId="Web-{A947DE84-5F08-F385-F7D1-5522BEE91C76}" dt="2026-06-12T07:01:31.150" v="259" actId="1076"/>
        <pc:sldMkLst>
          <pc:docMk/>
          <pc:sldMk cId="2591243544" sldId="289"/>
        </pc:sldMkLst>
        <pc:spChg chg="add mod ord">
          <ac:chgData name="三ツ井　涼太" userId="S::ryouta_mitsui_za@toyotec-jp.com::9cadf8a7-a9ac-4c50-8957-c50aa8192f8b" providerId="AD" clId="Web-{A947DE84-5F08-F385-F7D1-5522BEE91C76}" dt="2026-06-12T07:00:47.056" v="250" actId="1076"/>
          <ac:spMkLst>
            <pc:docMk/>
            <pc:sldMk cId="2591243544" sldId="289"/>
            <ac:spMk id="5" creationId="{4E837461-65DB-D3F7-24E7-C106197A56DB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7:01:31.150" v="259" actId="1076"/>
          <ac:spMkLst>
            <pc:docMk/>
            <pc:sldMk cId="2591243544" sldId="289"/>
            <ac:spMk id="6" creationId="{0A6E2F52-BCFE-C9F8-6702-03D367FFD298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7:01:24.744" v="258" actId="1076"/>
          <ac:spMkLst>
            <pc:docMk/>
            <pc:sldMk cId="2591243544" sldId="289"/>
            <ac:spMk id="8" creationId="{91437C3A-EB34-18C1-F650-CDE2487A3535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7:00:47.087" v="252" actId="1076"/>
          <ac:spMkLst>
            <pc:docMk/>
            <pc:sldMk cId="2591243544" sldId="289"/>
            <ac:spMk id="10" creationId="{9CEEB483-CE99-FEDE-3552-5D6677FA54BC}"/>
          </ac:spMkLst>
        </pc:spChg>
      </pc:sldChg>
      <pc:sldChg chg="modSp ord">
        <pc:chgData name="三ツ井　涼太" userId="S::ryouta_mitsui_za@toyotec-jp.com::9cadf8a7-a9ac-4c50-8957-c50aa8192f8b" providerId="AD" clId="Web-{A947DE84-5F08-F385-F7D1-5522BEE91C76}" dt="2026-06-12T07:00:29.134" v="249"/>
        <pc:sldMkLst>
          <pc:docMk/>
          <pc:sldMk cId="318967699" sldId="290"/>
        </pc:sldMkLst>
        <pc:spChg chg="mod">
          <ac:chgData name="三ツ井　涼太" userId="S::ryouta_mitsui_za@toyotec-jp.com::9cadf8a7-a9ac-4c50-8957-c50aa8192f8b" providerId="AD" clId="Web-{A947DE84-5F08-F385-F7D1-5522BEE91C76}" dt="2026-06-12T06:57:58.025" v="234" actId="20577"/>
          <ac:spMkLst>
            <pc:docMk/>
            <pc:sldMk cId="318967699" sldId="290"/>
            <ac:spMk id="2" creationId="{802E1841-271C-DEB3-0B39-804D4255E1D1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6:42:05.556" v="7" actId="1076"/>
          <ac:spMkLst>
            <pc:docMk/>
            <pc:sldMk cId="318967699" sldId="290"/>
            <ac:spMk id="8" creationId="{67AFA5B5-A266-E601-835B-97615575B963}"/>
          </ac:spMkLst>
        </pc:spChg>
        <pc:graphicFrameChg chg="modGraphic">
          <ac:chgData name="三ツ井　涼太" userId="S::ryouta_mitsui_za@toyotec-jp.com::9cadf8a7-a9ac-4c50-8957-c50aa8192f8b" providerId="AD" clId="Web-{A947DE84-5F08-F385-F7D1-5522BEE91C76}" dt="2026-06-12T07:00:29.134" v="249"/>
          <ac:graphicFrameMkLst>
            <pc:docMk/>
            <pc:sldMk cId="318967699" sldId="290"/>
            <ac:graphicFrameMk id="6" creationId="{D88E1DEC-5000-627C-20B7-4798090DB7F0}"/>
          </ac:graphicFrameMkLst>
        </pc:graphicFrameChg>
      </pc:sldChg>
      <pc:sldChg chg="modSp ord">
        <pc:chgData name="三ツ井　涼太" userId="S::ryouta_mitsui_za@toyotec-jp.com::9cadf8a7-a9ac-4c50-8957-c50aa8192f8b" providerId="AD" clId="Web-{A947DE84-5F08-F385-F7D1-5522BEE91C76}" dt="2026-06-12T07:02:51.572" v="262"/>
        <pc:sldMkLst>
          <pc:docMk/>
          <pc:sldMk cId="3740022834" sldId="291"/>
        </pc:sldMkLst>
        <pc:spChg chg="mod">
          <ac:chgData name="三ツ井　涼太" userId="S::ryouta_mitsui_za@toyotec-jp.com::9cadf8a7-a9ac-4c50-8957-c50aa8192f8b" providerId="AD" clId="Web-{A947DE84-5F08-F385-F7D1-5522BEE91C76}" dt="2026-06-12T06:55:04.071" v="194" actId="20577"/>
          <ac:spMkLst>
            <pc:docMk/>
            <pc:sldMk cId="3740022834" sldId="291"/>
            <ac:spMk id="2" creationId="{2BC28843-730D-5435-B14C-3D7A1EB2A0A4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7:02:51.572" v="262"/>
          <ac:spMkLst>
            <pc:docMk/>
            <pc:sldMk cId="3740022834" sldId="291"/>
            <ac:spMk id="3" creationId="{3F6DC164-2525-A814-605D-0C8668584C20}"/>
          </ac:spMkLst>
        </pc:spChg>
      </pc:sldChg>
      <pc:sldChg chg="modSp add replId">
        <pc:chgData name="三ツ井　涼太" userId="S::ryouta_mitsui_za@toyotec-jp.com::9cadf8a7-a9ac-4c50-8957-c50aa8192f8b" providerId="AD" clId="Web-{A947DE84-5F08-F385-F7D1-5522BEE91C76}" dt="2026-06-12T07:12:55.199" v="263"/>
        <pc:sldMkLst>
          <pc:docMk/>
          <pc:sldMk cId="2739360064" sldId="292"/>
        </pc:sldMkLst>
        <pc:spChg chg="mod">
          <ac:chgData name="三ツ井　涼太" userId="S::ryouta_mitsui_za@toyotec-jp.com::9cadf8a7-a9ac-4c50-8957-c50aa8192f8b" providerId="AD" clId="Web-{A947DE84-5F08-F385-F7D1-5522BEE91C76}" dt="2026-06-12T06:55:34.540" v="199" actId="20577"/>
          <ac:spMkLst>
            <pc:docMk/>
            <pc:sldMk cId="2739360064" sldId="292"/>
            <ac:spMk id="2" creationId="{3637CE11-B8B4-1213-D47B-8F8B3F263D21}"/>
          </ac:spMkLst>
        </pc:spChg>
        <pc:spChg chg="mod">
          <ac:chgData name="三ツ井　涼太" userId="S::ryouta_mitsui_za@toyotec-jp.com::9cadf8a7-a9ac-4c50-8957-c50aa8192f8b" providerId="AD" clId="Web-{A947DE84-5F08-F385-F7D1-5522BEE91C76}" dt="2026-06-12T07:12:55.199" v="263"/>
          <ac:spMkLst>
            <pc:docMk/>
            <pc:sldMk cId="2739360064" sldId="292"/>
            <ac:spMk id="3" creationId="{886FFFF4-1060-8D6A-77FE-3FE312EF4E7C}"/>
          </ac:spMkLst>
        </pc:spChg>
      </pc:sldChg>
    </pc:docChg>
  </pc:docChgLst>
  <pc:docChgLst>
    <pc:chgData name="三ツ井　涼太" userId="9cadf8a7-a9ac-4c50-8957-c50aa8192f8b" providerId="ADAL" clId="{5C409860-DA79-4008-91C7-D3DD10DDA094}"/>
    <pc:docChg chg="undo custSel addSld delSld modSld sldOrd">
      <pc:chgData name="三ツ井　涼太" userId="9cadf8a7-a9ac-4c50-8957-c50aa8192f8b" providerId="ADAL" clId="{5C409860-DA79-4008-91C7-D3DD10DDA094}" dt="2026-06-10T04:58:06.853" v="794"/>
      <pc:docMkLst>
        <pc:docMk/>
      </pc:docMkLst>
      <pc:sldChg chg="addSp delSp modSp mod">
        <pc:chgData name="三ツ井　涼太" userId="9cadf8a7-a9ac-4c50-8957-c50aa8192f8b" providerId="ADAL" clId="{5C409860-DA79-4008-91C7-D3DD10DDA094}" dt="2026-06-10T03:56:01.423" v="70" actId="20577"/>
        <pc:sldMkLst>
          <pc:docMk/>
          <pc:sldMk cId="0" sldId="261"/>
        </pc:sldMkLst>
        <pc:spChg chg="add del mod">
          <ac:chgData name="三ツ井　涼太" userId="9cadf8a7-a9ac-4c50-8957-c50aa8192f8b" providerId="ADAL" clId="{5C409860-DA79-4008-91C7-D3DD10DDA094}" dt="2026-06-10T03:36:07.956" v="10" actId="255"/>
          <ac:spMkLst>
            <pc:docMk/>
            <pc:sldMk cId="0" sldId="261"/>
            <ac:spMk id="3" creationId="{BCC1AADC-E2D3-E0AF-DEC2-FFE2E4534344}"/>
          </ac:spMkLst>
        </pc:spChg>
        <pc:spChg chg="mod">
          <ac:chgData name="三ツ井　涼太" userId="9cadf8a7-a9ac-4c50-8957-c50aa8192f8b" providerId="ADAL" clId="{5C409860-DA79-4008-91C7-D3DD10DDA094}" dt="2026-06-10T03:56:01.423" v="70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三ツ井　涼太" userId="9cadf8a7-a9ac-4c50-8957-c50aa8192f8b" providerId="ADAL" clId="{5C409860-DA79-4008-91C7-D3DD10DDA094}" dt="2026-06-10T03:55:49.249" v="59" actId="20577"/>
          <ac:spMkLst>
            <pc:docMk/>
            <pc:sldMk cId="0" sldId="261"/>
            <ac:spMk id="11" creationId="{FB8CB22C-C17A-4064-990E-0010378DF8B2}"/>
          </ac:spMkLst>
        </pc:spChg>
      </pc:sldChg>
      <pc:sldChg chg="addSp delSp modSp new mod">
        <pc:chgData name="三ツ井　涼太" userId="9cadf8a7-a9ac-4c50-8957-c50aa8192f8b" providerId="ADAL" clId="{5C409860-DA79-4008-91C7-D3DD10DDA094}" dt="2026-06-10T04:57:55.048" v="792" actId="1076"/>
        <pc:sldMkLst>
          <pc:docMk/>
          <pc:sldMk cId="1883111068" sldId="288"/>
        </pc:sldMkLst>
        <pc:spChg chg="mod">
          <ac:chgData name="三ツ井　涼太" userId="9cadf8a7-a9ac-4c50-8957-c50aa8192f8b" providerId="ADAL" clId="{5C409860-DA79-4008-91C7-D3DD10DDA094}" dt="2026-06-10T03:57:24.173" v="141" actId="20577"/>
          <ac:spMkLst>
            <pc:docMk/>
            <pc:sldMk cId="1883111068" sldId="288"/>
            <ac:spMk id="2" creationId="{05EA4F98-BFB1-0C9E-C8ED-7181645ECF78}"/>
          </ac:spMkLst>
        </pc:spChg>
        <pc:spChg chg="add mod">
          <ac:chgData name="三ツ井　涼太" userId="9cadf8a7-a9ac-4c50-8957-c50aa8192f8b" providerId="ADAL" clId="{5C409860-DA79-4008-91C7-D3DD10DDA094}" dt="2026-06-10T04:57:55.048" v="792" actId="1076"/>
          <ac:spMkLst>
            <pc:docMk/>
            <pc:sldMk cId="1883111068" sldId="288"/>
            <ac:spMk id="6" creationId="{0511869A-3BF2-7553-96EF-85931C84E6E9}"/>
          </ac:spMkLst>
        </pc:spChg>
        <pc:spChg chg="add mod">
          <ac:chgData name="三ツ井　涼太" userId="9cadf8a7-a9ac-4c50-8957-c50aa8192f8b" providerId="ADAL" clId="{5C409860-DA79-4008-91C7-D3DD10DDA094}" dt="2026-06-10T04:57:55.048" v="792" actId="1076"/>
          <ac:spMkLst>
            <pc:docMk/>
            <pc:sldMk cId="1883111068" sldId="288"/>
            <ac:spMk id="12" creationId="{14BD125B-4150-3E59-81A1-65F2F618CB2F}"/>
          </ac:spMkLst>
        </pc:spChg>
        <pc:spChg chg="add mod ord">
          <ac:chgData name="三ツ井　涼太" userId="9cadf8a7-a9ac-4c50-8957-c50aa8192f8b" providerId="ADAL" clId="{5C409860-DA79-4008-91C7-D3DD10DDA094}" dt="2026-06-10T04:57:55.048" v="792" actId="1076"/>
          <ac:spMkLst>
            <pc:docMk/>
            <pc:sldMk cId="1883111068" sldId="288"/>
            <ac:spMk id="13" creationId="{1677DCE1-9BB7-0E5F-4F20-45985AF3E899}"/>
          </ac:spMkLst>
        </pc:spChg>
      </pc:sldChg>
      <pc:sldChg chg="addSp delSp modSp new mod ord">
        <pc:chgData name="三ツ井　涼太" userId="9cadf8a7-a9ac-4c50-8957-c50aa8192f8b" providerId="ADAL" clId="{5C409860-DA79-4008-91C7-D3DD10DDA094}" dt="2026-06-10T04:58:06.853" v="794"/>
        <pc:sldMkLst>
          <pc:docMk/>
          <pc:sldMk cId="2591243544" sldId="289"/>
        </pc:sldMkLst>
        <pc:spChg chg="mod">
          <ac:chgData name="三ツ井　涼太" userId="9cadf8a7-a9ac-4c50-8957-c50aa8192f8b" providerId="ADAL" clId="{5C409860-DA79-4008-91C7-D3DD10DDA094}" dt="2026-06-10T03:58:26.814" v="149"/>
          <ac:spMkLst>
            <pc:docMk/>
            <pc:sldMk cId="2591243544" sldId="289"/>
            <ac:spMk id="2" creationId="{39984BF0-1C09-1013-CCE7-FBD1B510B7A0}"/>
          </ac:spMkLst>
        </pc:spChg>
        <pc:spChg chg="add mod">
          <ac:chgData name="三ツ井　涼太" userId="9cadf8a7-a9ac-4c50-8957-c50aa8192f8b" providerId="ADAL" clId="{5C409860-DA79-4008-91C7-D3DD10DDA094}" dt="2026-06-10T04:11:19.275" v="582" actId="1076"/>
          <ac:spMkLst>
            <pc:docMk/>
            <pc:sldMk cId="2591243544" sldId="289"/>
            <ac:spMk id="6" creationId="{0A6E2F52-BCFE-C9F8-6702-03D367FFD298}"/>
          </ac:spMkLst>
        </pc:spChg>
        <pc:spChg chg="add mod">
          <ac:chgData name="三ツ井　涼太" userId="9cadf8a7-a9ac-4c50-8957-c50aa8192f8b" providerId="ADAL" clId="{5C409860-DA79-4008-91C7-D3DD10DDA094}" dt="2026-06-10T04:11:23.115" v="583" actId="1076"/>
          <ac:spMkLst>
            <pc:docMk/>
            <pc:sldMk cId="2591243544" sldId="289"/>
            <ac:spMk id="8" creationId="{91437C3A-EB34-18C1-F650-CDE2487A3535}"/>
          </ac:spMkLst>
        </pc:spChg>
        <pc:spChg chg="add">
          <ac:chgData name="三ツ井　涼太" userId="9cadf8a7-a9ac-4c50-8957-c50aa8192f8b" providerId="ADAL" clId="{5C409860-DA79-4008-91C7-D3DD10DDA094}" dt="2026-06-10T04:11:53.188" v="586" actId="22"/>
          <ac:spMkLst>
            <pc:docMk/>
            <pc:sldMk cId="2591243544" sldId="289"/>
            <ac:spMk id="10" creationId="{9CEEB483-CE99-FEDE-3552-5D6677FA54BC}"/>
          </ac:spMkLst>
        </pc:spChg>
      </pc:sldChg>
      <pc:sldChg chg="addSp delSp modSp new mod ord">
        <pc:chgData name="三ツ井　涼太" userId="9cadf8a7-a9ac-4c50-8957-c50aa8192f8b" providerId="ADAL" clId="{5C409860-DA79-4008-91C7-D3DD10DDA094}" dt="2026-06-10T04:58:06.853" v="794"/>
        <pc:sldMkLst>
          <pc:docMk/>
          <pc:sldMk cId="318967699" sldId="290"/>
        </pc:sldMkLst>
        <pc:spChg chg="mod">
          <ac:chgData name="三ツ井　涼太" userId="9cadf8a7-a9ac-4c50-8957-c50aa8192f8b" providerId="ADAL" clId="{5C409860-DA79-4008-91C7-D3DD10DDA094}" dt="2026-06-10T03:59:02.201" v="156"/>
          <ac:spMkLst>
            <pc:docMk/>
            <pc:sldMk cId="318967699" sldId="290"/>
            <ac:spMk id="2" creationId="{802E1841-271C-DEB3-0B39-804D4255E1D1}"/>
          </ac:spMkLst>
        </pc:spChg>
        <pc:spChg chg="add">
          <ac:chgData name="三ツ井　涼太" userId="9cadf8a7-a9ac-4c50-8957-c50aa8192f8b" providerId="ADAL" clId="{5C409860-DA79-4008-91C7-D3DD10DDA094}" dt="2026-06-10T04:00:07.304" v="170" actId="22"/>
          <ac:spMkLst>
            <pc:docMk/>
            <pc:sldMk cId="318967699" sldId="290"/>
            <ac:spMk id="8" creationId="{67AFA5B5-A266-E601-835B-97615575B963}"/>
          </ac:spMkLst>
        </pc:spChg>
        <pc:graphicFrameChg chg="add mod modGraphic">
          <ac:chgData name="三ツ井　涼太" userId="9cadf8a7-a9ac-4c50-8957-c50aa8192f8b" providerId="ADAL" clId="{5C409860-DA79-4008-91C7-D3DD10DDA094}" dt="2026-06-10T04:01:06.633" v="175" actId="207"/>
          <ac:graphicFrameMkLst>
            <pc:docMk/>
            <pc:sldMk cId="318967699" sldId="290"/>
            <ac:graphicFrameMk id="6" creationId="{D88E1DEC-5000-627C-20B7-4798090DB7F0}"/>
          </ac:graphicFrameMkLst>
        </pc:graphicFrameChg>
      </pc:sldChg>
      <pc:sldChg chg="modSp new mod ord">
        <pc:chgData name="三ツ井　涼太" userId="9cadf8a7-a9ac-4c50-8957-c50aa8192f8b" providerId="ADAL" clId="{5C409860-DA79-4008-91C7-D3DD10DDA094}" dt="2026-06-10T04:58:06.853" v="794"/>
        <pc:sldMkLst>
          <pc:docMk/>
          <pc:sldMk cId="3740022834" sldId="291"/>
        </pc:sldMkLst>
        <pc:spChg chg="mod">
          <ac:chgData name="三ツ井　涼太" userId="9cadf8a7-a9ac-4c50-8957-c50aa8192f8b" providerId="ADAL" clId="{5C409860-DA79-4008-91C7-D3DD10DDA094}" dt="2026-06-10T04:01:51.953" v="182" actId="20577"/>
          <ac:spMkLst>
            <pc:docMk/>
            <pc:sldMk cId="3740022834" sldId="291"/>
            <ac:spMk id="2" creationId="{2BC28843-730D-5435-B14C-3D7A1EB2A0A4}"/>
          </ac:spMkLst>
        </pc:spChg>
        <pc:spChg chg="mod">
          <ac:chgData name="三ツ井　涼太" userId="9cadf8a7-a9ac-4c50-8957-c50aa8192f8b" providerId="ADAL" clId="{5C409860-DA79-4008-91C7-D3DD10DDA094}" dt="2026-06-10T04:01:39.540" v="180" actId="20577"/>
          <ac:spMkLst>
            <pc:docMk/>
            <pc:sldMk cId="3740022834" sldId="291"/>
            <ac:spMk id="3" creationId="{3F6DC164-2525-A814-605D-0C8668584C20}"/>
          </ac:spMkLst>
        </pc:spChg>
      </pc:sldChg>
    </pc:docChg>
  </pc:docChgLst>
  <pc:docChgLst>
    <pc:chgData name="三ツ井　涼太" userId="S::ryouta_mitsui_za@toyotec-jp.com::9cadf8a7-a9ac-4c50-8957-c50aa8192f8b" providerId="AD" clId="Web-{4AD36E35-0550-F0CD-D3D8-16BC34ADD8B4}"/>
    <pc:docChg chg="addSld delSld modSld">
      <pc:chgData name="三ツ井　涼太" userId="S::ryouta_mitsui_za@toyotec-jp.com::9cadf8a7-a9ac-4c50-8957-c50aa8192f8b" providerId="AD" clId="Web-{4AD36E35-0550-F0CD-D3D8-16BC34ADD8B4}" dt="2026-06-19T00:12:56.928" v="54"/>
      <pc:docMkLst>
        <pc:docMk/>
      </pc:docMkLst>
      <pc:sldChg chg="modSp new">
        <pc:chgData name="三ツ井　涼太" userId="S::ryouta_mitsui_za@toyotec-jp.com::9cadf8a7-a9ac-4c50-8957-c50aa8192f8b" providerId="AD" clId="Web-{4AD36E35-0550-F0CD-D3D8-16BC34ADD8B4}" dt="2026-06-19T00:02:44.081" v="3" actId="20577"/>
        <pc:sldMkLst>
          <pc:docMk/>
          <pc:sldMk cId="4166344365" sldId="293"/>
        </pc:sldMkLst>
        <pc:spChg chg="mod">
          <ac:chgData name="三ツ井　涼太" userId="S::ryouta_mitsui_za@toyotec-jp.com::9cadf8a7-a9ac-4c50-8957-c50aa8192f8b" providerId="AD" clId="Web-{4AD36E35-0550-F0CD-D3D8-16BC34ADD8B4}" dt="2026-06-19T00:02:44.081" v="3" actId="20577"/>
          <ac:spMkLst>
            <pc:docMk/>
            <pc:sldMk cId="4166344365" sldId="293"/>
            <ac:spMk id="2" creationId="{879F2AF2-F7CC-3BA7-F8B1-1CDB6B5C229F}"/>
          </ac:spMkLst>
        </pc:spChg>
      </pc:sldChg>
      <pc:sldChg chg="addSp delSp modSp new">
        <pc:chgData name="三ツ井　涼太" userId="S::ryouta_mitsui_za@toyotec-jp.com::9cadf8a7-a9ac-4c50-8957-c50aa8192f8b" providerId="AD" clId="Web-{4AD36E35-0550-F0CD-D3D8-16BC34ADD8B4}" dt="2026-06-19T00:05:04.522" v="10"/>
        <pc:sldMkLst>
          <pc:docMk/>
          <pc:sldMk cId="3142849595" sldId="294"/>
        </pc:sldMkLst>
        <pc:spChg chg="mod">
          <ac:chgData name="三ツ井　涼太" userId="S::ryouta_mitsui_za@toyotec-jp.com::9cadf8a7-a9ac-4c50-8957-c50aa8192f8b" providerId="AD" clId="Web-{4AD36E35-0550-F0CD-D3D8-16BC34ADD8B4}" dt="2026-06-19T00:03:20.926" v="6" actId="20577"/>
          <ac:spMkLst>
            <pc:docMk/>
            <pc:sldMk cId="3142849595" sldId="294"/>
            <ac:spMk id="2" creationId="{EFCD2D06-7BCD-ECCD-C794-BC5358A6E671}"/>
          </ac:spMkLst>
        </pc:spChg>
        <pc:spChg chg="add del mod">
          <ac:chgData name="三ツ井　涼太" userId="S::ryouta_mitsui_za@toyotec-jp.com::9cadf8a7-a9ac-4c50-8957-c50aa8192f8b" providerId="AD" clId="Web-{4AD36E35-0550-F0CD-D3D8-16BC34ADD8B4}" dt="2026-06-19T00:05:04.522" v="10"/>
          <ac:spMkLst>
            <pc:docMk/>
            <pc:sldMk cId="3142849595" sldId="294"/>
            <ac:spMk id="5" creationId="{8780C713-B3AE-0DD6-2051-33A43B189688}"/>
          </ac:spMkLst>
        </pc:spChg>
      </pc:sldChg>
      <pc:sldChg chg="modSp new">
        <pc:chgData name="三ツ井　涼太" userId="S::ryouta_mitsui_za@toyotec-jp.com::9cadf8a7-a9ac-4c50-8957-c50aa8192f8b" providerId="AD" clId="Web-{4AD36E35-0550-F0CD-D3D8-16BC34ADD8B4}" dt="2026-06-19T00:05:26.414" v="15" actId="20577"/>
        <pc:sldMkLst>
          <pc:docMk/>
          <pc:sldMk cId="750079149" sldId="295"/>
        </pc:sldMkLst>
        <pc:spChg chg="mod">
          <ac:chgData name="三ツ井　涼太" userId="S::ryouta_mitsui_za@toyotec-jp.com::9cadf8a7-a9ac-4c50-8957-c50aa8192f8b" providerId="AD" clId="Web-{4AD36E35-0550-F0CD-D3D8-16BC34ADD8B4}" dt="2026-06-19T00:05:26.414" v="15" actId="20577"/>
          <ac:spMkLst>
            <pc:docMk/>
            <pc:sldMk cId="750079149" sldId="295"/>
            <ac:spMk id="2" creationId="{3D6DA26D-C788-E187-145C-25E6E085C0C2}"/>
          </ac:spMkLst>
        </pc:spChg>
      </pc:sldChg>
      <pc:sldChg chg="modSp add replId">
        <pc:chgData name="三ツ井　涼太" userId="S::ryouta_mitsui_za@toyotec-jp.com::9cadf8a7-a9ac-4c50-8957-c50aa8192f8b" providerId="AD" clId="Web-{4AD36E35-0550-F0CD-D3D8-16BC34ADD8B4}" dt="2026-06-19T00:05:49.915" v="20" actId="20577"/>
        <pc:sldMkLst>
          <pc:docMk/>
          <pc:sldMk cId="3727371057" sldId="296"/>
        </pc:sldMkLst>
        <pc:spChg chg="mod">
          <ac:chgData name="三ツ井　涼太" userId="S::ryouta_mitsui_za@toyotec-jp.com::9cadf8a7-a9ac-4c50-8957-c50aa8192f8b" providerId="AD" clId="Web-{4AD36E35-0550-F0CD-D3D8-16BC34ADD8B4}" dt="2026-06-19T00:05:49.915" v="20" actId="20577"/>
          <ac:spMkLst>
            <pc:docMk/>
            <pc:sldMk cId="3727371057" sldId="296"/>
            <ac:spMk id="2" creationId="{C19DE82E-13E3-DF40-46BE-50299C9C900A}"/>
          </ac:spMkLst>
        </pc:spChg>
      </pc:sldChg>
      <pc:sldChg chg="modSp add replId">
        <pc:chgData name="三ツ井　涼太" userId="S::ryouta_mitsui_za@toyotec-jp.com::9cadf8a7-a9ac-4c50-8957-c50aa8192f8b" providerId="AD" clId="Web-{4AD36E35-0550-F0CD-D3D8-16BC34ADD8B4}" dt="2026-06-19T00:06:33.462" v="26" actId="20577"/>
        <pc:sldMkLst>
          <pc:docMk/>
          <pc:sldMk cId="2480542920" sldId="297"/>
        </pc:sldMkLst>
        <pc:spChg chg="mod">
          <ac:chgData name="三ツ井　涼太" userId="S::ryouta_mitsui_za@toyotec-jp.com::9cadf8a7-a9ac-4c50-8957-c50aa8192f8b" providerId="AD" clId="Web-{4AD36E35-0550-F0CD-D3D8-16BC34ADD8B4}" dt="2026-06-19T00:06:33.462" v="26" actId="20577"/>
          <ac:spMkLst>
            <pc:docMk/>
            <pc:sldMk cId="2480542920" sldId="297"/>
            <ac:spMk id="2" creationId="{AD722948-F5D3-5FD7-3CCD-72EB6A4FC72F}"/>
          </ac:spMkLst>
        </pc:spChg>
      </pc:sldChg>
      <pc:sldChg chg="modSp add replId">
        <pc:chgData name="三ツ井　涼太" userId="S::ryouta_mitsui_za@toyotec-jp.com::9cadf8a7-a9ac-4c50-8957-c50aa8192f8b" providerId="AD" clId="Web-{4AD36E35-0550-F0CD-D3D8-16BC34ADD8B4}" dt="2026-06-19T00:06:19.618" v="24" actId="20577"/>
        <pc:sldMkLst>
          <pc:docMk/>
          <pc:sldMk cId="3728939139" sldId="298"/>
        </pc:sldMkLst>
        <pc:spChg chg="mod">
          <ac:chgData name="三ツ井　涼太" userId="S::ryouta_mitsui_za@toyotec-jp.com::9cadf8a7-a9ac-4c50-8957-c50aa8192f8b" providerId="AD" clId="Web-{4AD36E35-0550-F0CD-D3D8-16BC34ADD8B4}" dt="2026-06-19T00:06:19.618" v="24" actId="20577"/>
          <ac:spMkLst>
            <pc:docMk/>
            <pc:sldMk cId="3728939139" sldId="298"/>
            <ac:spMk id="2" creationId="{7359E67E-CB86-33AA-ACCA-6C5F6E24632F}"/>
          </ac:spMkLst>
        </pc:spChg>
      </pc:sldChg>
      <pc:sldChg chg="modSp new">
        <pc:chgData name="三ツ井　涼太" userId="S::ryouta_mitsui_za@toyotec-jp.com::9cadf8a7-a9ac-4c50-8957-c50aa8192f8b" providerId="AD" clId="Web-{4AD36E35-0550-F0CD-D3D8-16BC34ADD8B4}" dt="2026-06-19T00:08:37.888" v="43" actId="20577"/>
        <pc:sldMkLst>
          <pc:docMk/>
          <pc:sldMk cId="634641585" sldId="299"/>
        </pc:sldMkLst>
        <pc:spChg chg="mod">
          <ac:chgData name="三ツ井　涼太" userId="S::ryouta_mitsui_za@toyotec-jp.com::9cadf8a7-a9ac-4c50-8957-c50aa8192f8b" providerId="AD" clId="Web-{4AD36E35-0550-F0CD-D3D8-16BC34ADD8B4}" dt="2026-06-19T00:08:37.888" v="43" actId="20577"/>
          <ac:spMkLst>
            <pc:docMk/>
            <pc:sldMk cId="634641585" sldId="299"/>
            <ac:spMk id="2" creationId="{C558F0C6-E246-F588-1B8A-847122E72E7F}"/>
          </ac:spMkLst>
        </pc:spChg>
      </pc:sldChg>
      <pc:sldChg chg="modSp add replId">
        <pc:chgData name="三ツ井　涼太" userId="S::ryouta_mitsui_za@toyotec-jp.com::9cadf8a7-a9ac-4c50-8957-c50aa8192f8b" providerId="AD" clId="Web-{4AD36E35-0550-F0CD-D3D8-16BC34ADD8B4}" dt="2026-06-19T00:09:03.763" v="52" actId="20577"/>
        <pc:sldMkLst>
          <pc:docMk/>
          <pc:sldMk cId="3051727002" sldId="300"/>
        </pc:sldMkLst>
        <pc:spChg chg="mod">
          <ac:chgData name="三ツ井　涼太" userId="S::ryouta_mitsui_za@toyotec-jp.com::9cadf8a7-a9ac-4c50-8957-c50aa8192f8b" providerId="AD" clId="Web-{4AD36E35-0550-F0CD-D3D8-16BC34ADD8B4}" dt="2026-06-19T00:09:03.763" v="52" actId="20577"/>
          <ac:spMkLst>
            <pc:docMk/>
            <pc:sldMk cId="3051727002" sldId="300"/>
            <ac:spMk id="2" creationId="{2C671FA2-5FD7-8D0A-4971-B32615E0F1FE}"/>
          </ac:spMkLst>
        </pc:spChg>
      </pc:sldChg>
      <pc:sldChg chg="new del">
        <pc:chgData name="三ツ井　涼太" userId="S::ryouta_mitsui_za@toyotec-jp.com::9cadf8a7-a9ac-4c50-8957-c50aa8192f8b" providerId="AD" clId="Web-{4AD36E35-0550-F0CD-D3D8-16BC34ADD8B4}" dt="2026-06-19T00:12:56.928" v="54"/>
        <pc:sldMkLst>
          <pc:docMk/>
          <pc:sldMk cId="953407780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0218B-124D-4A76-B344-1F3DAEC5F124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6E9E4-2193-4241-8B3F-FE5066868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57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3075" cy="383857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EB0F4D-A90A-4FA7-98EC-EBE1CC717674}" type="slidenum">
              <a:rPr kumimoji="1" lang="ja-JP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ＭＳ Ｐゴシック" pitchFamily="50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ＭＳ Ｐゴシック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82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EB0F4D-A90A-4FA7-98EC-EBE1CC717674}" type="slidenum">
              <a:rPr kumimoji="1" lang="ja-JP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ＭＳ Ｐゴシック" pitchFamily="50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ＭＳ Ｐゴシック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914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7376" y="1566810"/>
            <a:ext cx="10389334" cy="2033644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A3994021-8396-4567-B779-C53974172756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F5233568-4E8E-4861-A63D-40C4C93A94B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9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0736" y="6201068"/>
            <a:ext cx="2350528" cy="37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294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noFill/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25491" y="919261"/>
            <a:ext cx="11151029" cy="3421840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正方形/長方形 6"/>
          <p:cNvSpPr/>
          <p:nvPr userDrawn="1"/>
        </p:nvSpPr>
        <p:spPr>
          <a:xfrm flipH="1" flipV="1">
            <a:off x="0" y="668408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FF0000"/>
              </a:gs>
              <a:gs pos="86000">
                <a:srgbClr val="FF0000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9" b="22490"/>
          <a:stretch/>
        </p:blipFill>
        <p:spPr bwMode="auto">
          <a:xfrm>
            <a:off x="10908100" y="133678"/>
            <a:ext cx="1283900" cy="44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スライド番号プレースホルダー 1"/>
          <p:cNvSpPr>
            <a:spLocks noGrp="1"/>
          </p:cNvSpPr>
          <p:nvPr>
            <p:ph type="sldNum" sz="quarter" idx="12"/>
          </p:nvPr>
        </p:nvSpPr>
        <p:spPr bwMode="auto">
          <a:xfrm>
            <a:off x="10533409" y="6468467"/>
            <a:ext cx="165926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4267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ＭＳ Ｐゴシック" charset="-128"/>
              </a:defRPr>
            </a:lvl1pPr>
            <a:lvl2pPr>
              <a:defRPr kumimoji="1" sz="3733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2pPr>
            <a:lvl3pPr>
              <a:defRPr kumimoji="1" sz="3200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3pPr>
            <a:lvl4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4pPr>
            <a:lvl5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5pPr>
            <a:lvl6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6pPr>
            <a:lvl7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7pPr>
            <a:lvl8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8pPr>
            <a:lvl9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‹#›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BED8AD-E255-4F9F-8126-0AA68CC45291}"/>
              </a:ext>
            </a:extLst>
          </p:cNvPr>
          <p:cNvSpPr/>
          <p:nvPr userDrawn="1"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1920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altLang="ja" smtClean="0"/>
              <a:pPr algn="r"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369986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19877" y="-13393"/>
            <a:ext cx="10972800" cy="562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6842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4"/>
          <p:cNvSpPr txBox="1">
            <a:spLocks/>
          </p:cNvSpPr>
          <p:nvPr/>
        </p:nvSpPr>
        <p:spPr>
          <a:xfrm>
            <a:off x="4434960" y="5578324"/>
            <a:ext cx="3322080" cy="34605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en-US" altLang="ja-JP" sz="1333" dirty="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 panose="020B0604030504040204" pitchFamily="50" charset="-128"/>
                <a:cs typeface="Arial Unicode MS" panose="020B0604020202020204" pitchFamily="50" charset="-128"/>
              </a:rPr>
              <a:t>2026</a:t>
            </a:r>
            <a:r>
              <a:rPr lang="ja-JP" altLang="en-US" sz="1333" dirty="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 panose="020B0604030504040204" pitchFamily="50" charset="-128"/>
                <a:cs typeface="Arial Unicode MS" panose="020B0604020202020204" pitchFamily="50" charset="-128"/>
              </a:rPr>
              <a:t>年　　</a:t>
            </a:r>
            <a:r>
              <a:rPr lang="en-US" altLang="ja-JP" sz="1333" dirty="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 panose="020B0604030504040204" pitchFamily="50" charset="-128"/>
                <a:cs typeface="Arial Unicode MS" panose="020B0604020202020204" pitchFamily="50" charset="-128"/>
              </a:rPr>
              <a:t>6</a:t>
            </a:r>
            <a:r>
              <a:rPr lang="ja-JP" altLang="en-US" sz="1333" dirty="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 panose="020B0604030504040204" pitchFamily="50" charset="-128"/>
                <a:cs typeface="Arial Unicode MS" panose="020B0604020202020204" pitchFamily="50" charset="-128"/>
              </a:rPr>
              <a:t>月　　</a:t>
            </a:r>
            <a:r>
              <a:rPr lang="en-US" altLang="ja-JP" sz="1333" dirty="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 panose="020B0604030504040204" pitchFamily="50" charset="-128"/>
                <a:cs typeface="Arial Unicode MS" panose="020B0604020202020204" pitchFamily="50" charset="-128"/>
              </a:rPr>
              <a:t>10</a:t>
            </a:r>
            <a:r>
              <a:rPr lang="ja-JP" altLang="en-US" sz="1333" dirty="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 panose="020B0604030504040204" pitchFamily="50" charset="-128"/>
                <a:cs typeface="Arial Unicode MS" panose="020B0604020202020204" pitchFamily="50" charset="-128"/>
              </a:rPr>
              <a:t>日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B8CB22C-C17A-4064-990E-0010378DF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96772"/>
            <a:ext cx="10363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5400" b="1">
                <a:solidFill>
                  <a:schemeClr val="bg2">
                    <a:lumMod val="75000"/>
                  </a:schemeClr>
                </a:solidFill>
                <a:effectLst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defRPr>
            </a:lvl9pPr>
          </a:lstStyle>
          <a:p>
            <a:pPr defTabSz="1219170" eaLnBrk="1" hangingPunct="1"/>
            <a:r>
              <a:rPr lang="en-US" altLang="ja-JP" sz="2000" b="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DX</a:t>
            </a:r>
            <a:r>
              <a:rPr lang="ja-JP" altLang="en-US" sz="2000" b="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ea"/>
                <a:ea typeface="+mj-ea"/>
              </a:rPr>
              <a:t>推進プロジェクト　データ基盤チーム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CC1AADC-E2D3-E0AF-DEC2-FFE2E45343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3600" dirty="0"/>
              <a:t>TM</a:t>
            </a:r>
            <a:r>
              <a:rPr lang="ja-JP" altLang="en-US" sz="3600" dirty="0"/>
              <a:t>東京履歴データの持ち方</a:t>
            </a:r>
            <a:br>
              <a:rPr lang="en-US" altLang="ja-JP" sz="3600" dirty="0"/>
            </a:br>
            <a:r>
              <a:rPr lang="ja-JP" altLang="en-US" sz="3600" dirty="0"/>
              <a:t>設計基本方針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677DCE1-9BB7-0E5F-4F20-45985AF3E899}"/>
              </a:ext>
            </a:extLst>
          </p:cNvPr>
          <p:cNvSpPr/>
          <p:nvPr/>
        </p:nvSpPr>
        <p:spPr>
          <a:xfrm>
            <a:off x="734149" y="1061012"/>
            <a:ext cx="10756355" cy="5243341"/>
          </a:xfrm>
          <a:prstGeom prst="roundRect">
            <a:avLst>
              <a:gd name="adj" fmla="val 399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5EA4F98-BFB1-0C9E-C8ED-7181645E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</a:t>
            </a:r>
            <a:r>
              <a:rPr lang="en-US" altLang="ja-JP" dirty="0"/>
              <a:t>TM</a:t>
            </a:r>
            <a:r>
              <a:rPr lang="ja-JP" altLang="en-US" dirty="0"/>
              <a:t>東京の経営</a:t>
            </a:r>
            <a:r>
              <a:rPr lang="en-US" altLang="ja-JP" dirty="0"/>
              <a:t>SLIM</a:t>
            </a:r>
            <a:r>
              <a:rPr lang="ja-JP" altLang="en-US" dirty="0"/>
              <a:t>としてやりたいこと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91905C-3FA7-C32B-56BC-28023B7B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2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511869A-3BF2-7553-96EF-85931C84E6E9}"/>
              </a:ext>
            </a:extLst>
          </p:cNvPr>
          <p:cNvSpPr txBox="1"/>
          <p:nvPr/>
        </p:nvSpPr>
        <p:spPr>
          <a:xfrm>
            <a:off x="1021465" y="1380074"/>
            <a:ext cx="78678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b="1" u="sng" dirty="0"/>
              <a:t>目的</a:t>
            </a:r>
            <a:endParaRPr lang="en-US" altLang="ja-JP" sz="2000" b="1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特定の車が製造・販売されて廃棄されるまでのライフサイクルにおいて</a:t>
            </a:r>
            <a:br>
              <a:rPr lang="en-US" altLang="ja-JP" sz="2000" dirty="0"/>
            </a:br>
            <a:r>
              <a:rPr lang="ja-JP" altLang="en-US" sz="2000" dirty="0"/>
              <a:t>どの段階でどれだけ利益が出たかを追跡したい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4BD125B-4150-3E59-81A1-65F2F618CB2F}"/>
              </a:ext>
            </a:extLst>
          </p:cNvPr>
          <p:cNvSpPr txBox="1"/>
          <p:nvPr/>
        </p:nvSpPr>
        <p:spPr>
          <a:xfrm>
            <a:off x="1021465" y="2918453"/>
            <a:ext cx="9457482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b="1" u="sng" dirty="0"/>
              <a:t>課題</a:t>
            </a:r>
            <a:endParaRPr lang="en-US" altLang="ja-JP" sz="2000" b="1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/>
              <a:t>履歴データの蓄積についてのノウハウがなく、</a:t>
            </a:r>
            <a:br>
              <a:rPr lang="ja-JP" altLang="en-US" sz="2000" dirty="0"/>
            </a:br>
            <a:r>
              <a:rPr lang="ja-JP" altLang="en-US" sz="2000"/>
              <a:t>TM東京チームだけでは進行ができず阻害となっている。</a:t>
            </a:r>
            <a:endParaRPr lang="ja-JP"/>
          </a:p>
        </p:txBody>
      </p:sp>
      <p:sp>
        <p:nvSpPr>
          <p:cNvPr id="3" name="テキスト ボックス 11">
            <a:extLst>
              <a:ext uri="{FF2B5EF4-FFF2-40B4-BE49-F238E27FC236}">
                <a16:creationId xmlns:a16="http://schemas.microsoft.com/office/drawing/2014/main" id="{F0D2F902-0969-10FE-FB7B-E0E626B79F02}"/>
              </a:ext>
            </a:extLst>
          </p:cNvPr>
          <p:cNvSpPr txBox="1"/>
          <p:nvPr/>
        </p:nvSpPr>
        <p:spPr>
          <a:xfrm>
            <a:off x="1021464" y="4338920"/>
            <a:ext cx="9457482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b="1" u="sng"/>
              <a:t>対策</a:t>
            </a:r>
            <a:endParaRPr lang="en-US" altLang="ja-JP" sz="2000" b="1" u="sng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/>
              <a:t>データ基盤チームとしてデータ蓄積の設計方針を示し拠り所とすることで、</a:t>
            </a:r>
            <a:br>
              <a:rPr lang="ja-JP" altLang="en-US" sz="2000" dirty="0"/>
            </a:br>
            <a:r>
              <a:rPr lang="ja-JP" altLang="en-US" sz="2000"/>
              <a:t>TM東京チームが目的を達成できる支援を行う。</a:t>
            </a:r>
            <a:br>
              <a:rPr lang="ja-JP" altLang="en-US" sz="2000" dirty="0">
                <a:cs typeface="Arial"/>
              </a:rPr>
            </a:br>
            <a:br>
              <a:rPr lang="ja-JP" altLang="en-US" sz="2000" dirty="0">
                <a:cs typeface="Arial"/>
              </a:rPr>
            </a:br>
            <a:r>
              <a:rPr lang="ja-JP" altLang="en-US" sz="2000">
                <a:cs typeface="Arial"/>
              </a:rPr>
              <a:t>※副次的な効能としてデータ活用基盤にもデータ蓄積のノウハウを獲得したい。</a:t>
            </a:r>
          </a:p>
        </p:txBody>
      </p:sp>
    </p:spTree>
    <p:extLst>
      <p:ext uri="{BB962C8B-B14F-4D97-AF65-F5344CB8AC3E}">
        <p14:creationId xmlns:p14="http://schemas.microsoft.com/office/powerpoint/2010/main" val="188311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12">
            <a:extLst>
              <a:ext uri="{FF2B5EF4-FFF2-40B4-BE49-F238E27FC236}">
                <a16:creationId xmlns:a16="http://schemas.microsoft.com/office/drawing/2014/main" id="{4E837461-65DB-D3F7-24E7-C106197A56DB}"/>
              </a:ext>
            </a:extLst>
          </p:cNvPr>
          <p:cNvSpPr/>
          <p:nvPr/>
        </p:nvSpPr>
        <p:spPr>
          <a:xfrm>
            <a:off x="464964" y="1131414"/>
            <a:ext cx="6855247" cy="1495461"/>
          </a:xfrm>
          <a:prstGeom prst="roundRect">
            <a:avLst>
              <a:gd name="adj" fmla="val 399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9984BF0-1C09-1013-CCE7-FBD1B510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" altLang="ja-JP" dirty="0"/>
              <a:t>設計のポイント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CE1A44-A48F-4C6E-DFE9-A78F4247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3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6E2F52-BCFE-C9F8-6702-03D367FFD298}"/>
              </a:ext>
            </a:extLst>
          </p:cNvPr>
          <p:cNvSpPr txBox="1"/>
          <p:nvPr/>
        </p:nvSpPr>
        <p:spPr>
          <a:xfrm>
            <a:off x="466910" y="3427848"/>
            <a:ext cx="8141184" cy="10361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ja-JP" altLang="en-US" sz="2400" b="1" dirty="0"/>
              <a:t>データの種類に応じて履歴データの持ち方を分離</a:t>
            </a:r>
            <a:endParaRPr lang="en-US" altLang="ja-JP" sz="2400" b="1">
              <a:cs typeface="Arial"/>
            </a:endParaRPr>
          </a:p>
          <a:p>
            <a:pPr marL="342900" indent="-342900">
              <a:spcBef>
                <a:spcPts val="1600"/>
              </a:spcBef>
              <a:spcAft>
                <a:spcPts val="1600"/>
              </a:spcAft>
              <a:buAutoNum type="arabicPeriod"/>
            </a:pPr>
            <a:r>
              <a:rPr lang="ja-JP" altLang="en-US" sz="2400" b="1" dirty="0"/>
              <a:t>車両を一意に識別できること</a:t>
            </a:r>
            <a:endParaRPr lang="ja-JP" altLang="en-US" sz="2400" b="1" dirty="0">
              <a:cs typeface="Arial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437C3A-EB34-18C1-F650-CDE2487A3535}"/>
              </a:ext>
            </a:extLst>
          </p:cNvPr>
          <p:cNvSpPr txBox="1"/>
          <p:nvPr/>
        </p:nvSpPr>
        <p:spPr>
          <a:xfrm>
            <a:off x="745339" y="1444051"/>
            <a:ext cx="6300864" cy="8707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1600"/>
              </a:spcAft>
            </a:pPr>
            <a:r>
              <a:rPr lang="ja-JP" altLang="en-US"/>
              <a:t>車両が</a:t>
            </a:r>
            <a:r>
              <a:rPr lang="ja-JP" altLang="en-US">
                <a:solidFill>
                  <a:srgbClr val="FF0000"/>
                </a:solidFill>
              </a:rPr>
              <a:t>いつ</a:t>
            </a:r>
            <a:r>
              <a:rPr lang="ja-JP" altLang="en-US"/>
              <a:t>、</a:t>
            </a:r>
            <a:r>
              <a:rPr lang="ja-JP" altLang="en-US">
                <a:solidFill>
                  <a:srgbClr val="FF0000"/>
                </a:solidFill>
              </a:rPr>
              <a:t>どのライフサイクル</a:t>
            </a:r>
            <a:r>
              <a:rPr lang="ja-JP" altLang="en-US"/>
              <a:t>で</a:t>
            </a:r>
            <a:r>
              <a:rPr lang="ja-JP" altLang="en-US">
                <a:solidFill>
                  <a:srgbClr val="FF0000"/>
                </a:solidFill>
              </a:rPr>
              <a:t>どんな受注</a:t>
            </a:r>
            <a:r>
              <a:rPr lang="ja-JP" altLang="en-US"/>
              <a:t>を受けたかがわかるような</a:t>
            </a:r>
            <a:br>
              <a:rPr lang="en-US" altLang="ja-JP" dirty="0"/>
            </a:br>
            <a:r>
              <a:rPr lang="ja-JP" altLang="en-US"/>
              <a:t>データ蓄積とテーブル設計を行う</a:t>
            </a:r>
            <a:endParaRPr lang="ja-JP">
              <a:cs typeface="Arial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EEB483-CE99-FEDE-3552-5D6677FA54BC}"/>
              </a:ext>
            </a:extLst>
          </p:cNvPr>
          <p:cNvSpPr txBox="1"/>
          <p:nvPr/>
        </p:nvSpPr>
        <p:spPr>
          <a:xfrm>
            <a:off x="7906253" y="1166524"/>
            <a:ext cx="3899798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ja-JP" altLang="en-US" sz="1600"/>
              <a:t>（参考）車のライフサイクル</a:t>
            </a:r>
            <a:endParaRPr lang="en-US" altLang="ja-JP" sz="1600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600" dirty="0"/>
              <a:t>新車販売</a:t>
            </a:r>
            <a:endParaRPr lang="en-US" altLang="ja-JP" sz="1600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600" dirty="0"/>
              <a:t>サービス入庫（車検）</a:t>
            </a:r>
            <a:endParaRPr lang="en-US" altLang="ja-JP" sz="1600"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600" dirty="0"/>
              <a:t>下取り車として仕入れ</a:t>
            </a:r>
            <a:endParaRPr lang="en-US" altLang="ja-JP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/>
              <a:t>U-Car</a:t>
            </a:r>
            <a:r>
              <a:rPr lang="ja-JP" altLang="en-US" sz="1600" dirty="0"/>
              <a:t>として販売</a:t>
            </a:r>
            <a:endParaRPr lang="en-US" altLang="ja-JP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600" dirty="0"/>
              <a:t>卸・スクラップ</a:t>
            </a:r>
          </a:p>
        </p:txBody>
      </p:sp>
    </p:spTree>
    <p:extLst>
      <p:ext uri="{BB962C8B-B14F-4D97-AF65-F5344CB8AC3E}">
        <p14:creationId xmlns:p14="http://schemas.microsoft.com/office/powerpoint/2010/main" val="259124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2E1841-271C-DEB3-0B39-804D4255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" altLang="ja-JP"/>
              <a:t>データ種別に応じた履歴データの保持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3B57D9-CD16-429F-1A17-3868F484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4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6" name="Google Shape;74;p16">
            <a:extLst>
              <a:ext uri="{FF2B5EF4-FFF2-40B4-BE49-F238E27FC236}">
                <a16:creationId xmlns:a16="http://schemas.microsoft.com/office/drawing/2014/main" id="{D88E1DEC-5000-627C-20B7-4798090DB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5012752"/>
              </p:ext>
            </p:extLst>
          </p:nvPr>
        </p:nvGraphicFramePr>
        <p:xfrm>
          <a:off x="504478" y="977080"/>
          <a:ext cx="10971882" cy="3342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75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2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89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b="1" dirty="0"/>
                        <a:t>データ種別</a:t>
                      </a:r>
                      <a:endParaRPr sz="1400" b="1" dirty="0"/>
                    </a:p>
                  </a:txBody>
                  <a:tcPr marL="121900" marR="121900" marT="121900" marB="1219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b="1" dirty="0"/>
                        <a:t>推奨方式</a:t>
                      </a:r>
                      <a:endParaRPr sz="1400" b="1" dirty="0"/>
                    </a:p>
                  </a:txBody>
                  <a:tcPr marL="121900" marR="121900" marT="121900" marB="1219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b="1" dirty="0"/>
                        <a:t>例</a:t>
                      </a:r>
                      <a:endParaRPr sz="1400" b="1" dirty="0"/>
                    </a:p>
                  </a:txBody>
                  <a:tcPr marL="121900" marR="121900" marT="121900" marB="1219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8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マスタ系</a:t>
                      </a:r>
                      <a:endParaRPr sz="140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SCD Type2</a:t>
                      </a:r>
                      <a:endParaRPr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または最新 + 履歴テーブル分離</a:t>
                      </a:r>
                      <a:endParaRPr sz="140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400">
                          <a:solidFill>
                            <a:schemeClr val="dk1"/>
                          </a:solidFill>
                        </a:rPr>
                        <a:t>顧客基本DB、車両基本DB、店舗情報DB</a:t>
                      </a:r>
                      <a:endParaRPr sz="140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状態変化系</a:t>
                      </a:r>
                      <a:endParaRPr sz="140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最新テーブル + 状態遷移履歴</a:t>
                      </a:r>
                      <a:endParaRPr sz="140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新車受注基本情報DB、中古車受注基本情報DB</a:t>
                      </a:r>
                      <a:endParaRPr sz="140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8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ログ/イベント系</a:t>
                      </a:r>
                      <a:endParaRPr sz="1400" dirty="0"/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追記型</a:t>
                      </a:r>
                      <a:endParaRPr sz="1400" dirty="0"/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400" dirty="0">
                          <a:solidFill>
                            <a:schemeClr val="dk1"/>
                          </a:solidFill>
                        </a:rPr>
                        <a:t>入庫歴DB、整備歴DB</a:t>
                      </a:r>
                      <a:endParaRPr sz="1400" dirty="0"/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8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/>
                        <a:t>一時/検証/バックアップ系</a:t>
                      </a:r>
                      <a:endParaRPr sz="140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b="0" dirty="0"/>
                        <a:t>原則対象外</a:t>
                      </a:r>
                      <a:endParaRPr sz="1400" b="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400" dirty="0"/>
                        <a:t>-</a:t>
                      </a:r>
                      <a:endParaRPr sz="1400" dirty="0"/>
                    </a:p>
                  </a:txBody>
                  <a:tcPr marL="121900" marR="121900" marT="121900" marB="1219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75;p16">
            <a:extLst>
              <a:ext uri="{FF2B5EF4-FFF2-40B4-BE49-F238E27FC236}">
                <a16:creationId xmlns:a16="http://schemas.microsoft.com/office/drawing/2014/main" id="{67AFA5B5-A266-E601-835B-97615575B963}"/>
              </a:ext>
            </a:extLst>
          </p:cNvPr>
          <p:cNvSpPr txBox="1"/>
          <p:nvPr/>
        </p:nvSpPr>
        <p:spPr>
          <a:xfrm>
            <a:off x="503420" y="5434780"/>
            <a:ext cx="1077840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altLang="ja" sz="1400"/>
              <a:t>※SCD Type2</a:t>
            </a:r>
            <a:endParaRPr sz="1400"/>
          </a:p>
          <a:p>
            <a:r>
              <a:rPr lang="ja" altLang="en-US" sz="1400" dirty="0"/>
              <a:t>変更が発生したときに既存レコードを上書きせず、</a:t>
            </a:r>
            <a:endParaRPr sz="1400" dirty="0"/>
          </a:p>
          <a:p>
            <a:r>
              <a:rPr lang="ja" altLang="en-US" sz="1400" dirty="0"/>
              <a:t>古いレコードの有効終了日を更新し、新しいレコードを追加する方式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1896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28843-730D-5435-B14C-3D7A1EB2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ID設計（車両の識別）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6DC164-2525-A814-605D-0C8668584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車体</a:t>
            </a:r>
            <a:r>
              <a:rPr lang="en-US" altLang="ja-JP" sz="2400" dirty="0"/>
              <a:t>No</a:t>
            </a:r>
            <a:r>
              <a:rPr lang="ja-JP" altLang="en-US" sz="2400" dirty="0"/>
              <a:t>：車両型式 </a:t>
            </a:r>
            <a:r>
              <a:rPr lang="en-US" altLang="ja-JP" sz="2400" dirty="0"/>
              <a:t>+ </a:t>
            </a:r>
            <a:r>
              <a:rPr lang="ja-JP" altLang="en-US" sz="2400" dirty="0"/>
              <a:t>フレーム</a:t>
            </a:r>
            <a:r>
              <a:rPr lang="en-US" altLang="ja-JP" sz="2400" dirty="0"/>
              <a:t>No</a:t>
            </a:r>
            <a:endParaRPr lang="ja-JP" altLang="en-US" sz="2400" dirty="0">
              <a:cs typeface="Arial"/>
            </a:endParaRPr>
          </a:p>
          <a:p>
            <a:pPr marL="0" indent="0">
              <a:buNone/>
            </a:pPr>
            <a:r>
              <a:rPr lang="ja" sz="2400" b="0">
                <a:solidFill>
                  <a:srgbClr val="000000"/>
                </a:solidFill>
                <a:cs typeface="Arial"/>
              </a:rPr>
              <a:t>名義変更時に販売店で抹消処理がされないとデータが重複する懸念はある</a:t>
            </a:r>
            <a:endParaRPr lang="ja-JP" sz="2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5A446B-592F-7384-EC9F-29C63818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5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022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F0C6-E246-F588-1B8A-847122E7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今回の設計で前提としていること</a:t>
            </a:r>
            <a:endParaRPr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066E-E3A0-E5E9-61E7-B78D057FF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57E13-EB29-DC3C-E758-ACCBD040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6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4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9261-0166-7E37-C7D9-B674FD8D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1FA2-5FD7-8D0A-4971-B32615E0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今後TM東京チームで検討いただきたいこと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650C-4098-4960-1ABF-D4FE966AF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3FAA7-2699-250F-7421-91716DA4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7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72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2AF2-F7CC-3BA7-F8B1-1CDB6B5C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全テーブル共通の考え方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4779-12C6-C60C-06DF-7EAF092FB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4F1AA-CE03-7A4E-3CE6-A2662FA7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8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34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2D06-7BCD-ECCD-C794-BC5358A6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共通管理カラム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06BB-52D8-ED58-9FE7-A0F14F74F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ED046-B4C9-5831-70DC-BA92642B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9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4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A26D-C788-E187-145C-25E6E085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SCD Type2</a:t>
            </a:r>
            <a:r>
              <a:rPr lang="ja-JP" altLang="en-US"/>
              <a:t>履歴テーブル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88D3C-0364-9D13-03A3-5886CAAD2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F2B4C-5C3E-5323-EAA1-80CF2E4F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10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79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5292-D2DE-EC64-E078-7A929A1F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E82E-13E3-DF40-46BE-50299C9C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最新テーブル + 履歴テーブル分離型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2A9C-C46C-2A63-ED99-B99922F02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F52C-7CCF-E45B-A292-E54FD561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11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371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FCCF-D549-362E-46C0-20D6B0210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E67E-CB86-33AA-ACCA-6C5F6E24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最新テーブル + 状態遷移履歴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BCEC-D5FF-ECCC-8138-F3BD06BA9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E1C1F-CB18-8564-7809-5607BC75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12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39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EC07-96B9-68F5-23D5-8C4BCB78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2948-F5D3-5FD7-3CCD-72EB6A4F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追記型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E6304-5167-B8DE-5CCD-44450314B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E059C-DFC3-FA26-360B-1C910230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13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54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02C5C-89C5-2EB0-8DAC-A9831625C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7CE11-B8B4-1213-D47B-8F8B3F26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その他課題</a:t>
            </a:r>
            <a:endParaRPr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6FFFF4-1060-8D6A-77FE-3FE312EF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" altLang="en-US" sz="2400" b="0">
                <a:solidFill>
                  <a:srgbClr val="000000"/>
                </a:solidFill>
              </a:rPr>
              <a:t>複数の販売店を跨いで一生を終える車が多数派の可能性</a:t>
            </a:r>
            <a:endParaRPr lang="en-US" altLang="ja-JP" sz="2400" b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ja" sz="2400" b="0">
              <a:solidFill>
                <a:srgbClr val="000000"/>
              </a:solidFill>
              <a:cs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6BDBC1-317B-0869-090B-0B9BC325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14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36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1"/>
          <p:cNvSpPr txBox="1">
            <a:spLocks/>
          </p:cNvSpPr>
          <p:nvPr/>
        </p:nvSpPr>
        <p:spPr bwMode="auto">
          <a:xfrm>
            <a:off x="10533409" y="6424248"/>
            <a:ext cx="165926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pPr algn="r" defTabSz="1219170"/>
            <a:fld id="{5AEFF336-1E2B-43B1-AB2F-00EB3EDF84C9}" type="slidenum">
              <a:rPr lang="en-US" altLang="ja-JP" sz="2133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pPr algn="r" defTabSz="1219170"/>
              <a:t>15</a:t>
            </a:fld>
            <a:endParaRPr lang="en-US" altLang="ja-JP" sz="2133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096AC71-A4CE-432A-A169-9796142BF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640" y="2859543"/>
            <a:ext cx="4222745" cy="113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9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トヨテック標準テンプレ">
      <a:dk1>
        <a:sysClr val="windowText" lastClr="000000"/>
      </a:dk1>
      <a:lt1>
        <a:sysClr val="window" lastClr="FFFFFF"/>
      </a:lt1>
      <a:dk2>
        <a:srgbClr val="FF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C00000"/>
      </a:folHlink>
    </a:clrScheme>
    <a:fontScheme name="トヨテック標準テンプレ">
      <a:majorFont>
        <a:latin typeface="Meiryo UI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dc9add-bb5d-4974-938e-6de906df2254" xsi:nil="true"/>
    <lcf76f155ced4ddcb4097134ff3c332f xmlns="879ce5c7-7ac0-470a-8fb0-80b8dfe33f1c">
      <Terms xmlns="http://schemas.microsoft.com/office/infopath/2007/PartnerControls"/>
    </lcf76f155ced4ddcb4097134ff3c332f>
    <CONTENTS xmlns="879ce5c7-7ac0-470a-8fb0-80b8dfe33f1c" xsi:nil="true"/>
    <_x8cc7__x6599__x8aac__x660e_ xmlns="879ce5c7-7ac0-470a-8fb0-80b8dfe33f1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537E21-3738-4E64-89CE-DE8804F28B96}">
  <ds:schemaRefs>
    <ds:schemaRef ds:uri="http://schemas.microsoft.com/office/2006/documentManagement/types"/>
    <ds:schemaRef ds:uri="http://schemas.microsoft.com/office/infopath/2007/PartnerControls"/>
    <ds:schemaRef ds:uri="d326c412-3ddf-46ce-b701-76b652656398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3485b11a-9ace-4f0c-8794-60a1c759a5a6"/>
    <ds:schemaRef ds:uri="424bfdda-8589-45a2-83df-f67fc602aa7b"/>
    <ds:schemaRef ds:uri="http://purl.org/dc/terms/"/>
    <ds:schemaRef ds:uri="00dc9add-bb5d-4974-938e-6de906df2254"/>
    <ds:schemaRef ds:uri="879ce5c7-7ac0-470a-8fb0-80b8dfe33f1c"/>
  </ds:schemaRefs>
</ds:datastoreItem>
</file>

<file path=customXml/itemProps2.xml><?xml version="1.0" encoding="utf-8"?>
<ds:datastoreItem xmlns:ds="http://schemas.openxmlformats.org/officeDocument/2006/customXml" ds:itemID="{08D6D394-DB19-42C6-B4FF-7CD5CB458E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ce5c7-7ac0-470a-8fb0-80b8dfe33f1c"/>
    <ds:schemaRef ds:uri="00dc9add-bb5d-4974-938e-6de906df2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C7B1FE-A507-40CC-B61C-87DFE75307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324</Words>
  <Application>Microsoft Office PowerPoint</Application>
  <PresentationFormat>Widescreen</PresentationFormat>
  <Paragraphs>52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​​テーマ</vt:lpstr>
      <vt:lpstr>TM東京履歴データの持ち方 設計基本方針</vt:lpstr>
      <vt:lpstr>今回TM東京の経営SLIMとしてやりたいこと</vt:lpstr>
      <vt:lpstr>設計のポイント</vt:lpstr>
      <vt:lpstr>データ種別に応じた履歴データの保持</vt:lpstr>
      <vt:lpstr>ID設計（車両の識別）</vt:lpstr>
      <vt:lpstr>今回の設計で前提としていること</vt:lpstr>
      <vt:lpstr>今後TM東京チームで検討いただきたいこと</vt:lpstr>
      <vt:lpstr>全テーブル共通の考え方</vt:lpstr>
      <vt:lpstr>共通管理カラム</vt:lpstr>
      <vt:lpstr>SCD Type2履歴テーブル</vt:lpstr>
      <vt:lpstr>最新テーブル + 履歴テーブル分離型</vt:lpstr>
      <vt:lpstr>最新テーブル + 状態遷移履歴</vt:lpstr>
      <vt:lpstr>追記型</vt:lpstr>
      <vt:lpstr>その他課題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画面表示用テンプレート</dc:title>
  <cp:lastModifiedBy>三ツ井　涼太</cp:lastModifiedBy>
  <cp:revision>159</cp:revision>
  <dcterms:created xsi:type="dcterms:W3CDTF">2019-07-30T06:41:28Z</dcterms:created>
  <dcterms:modified xsi:type="dcterms:W3CDTF">2026-06-19T00:13:05Z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0x010100D23F1E4B07BBC341A8F6905F09A2526F</vt:lpwstr>
  </property>
  <property fmtid="{D5CDD505-2E9C-101B-9397-08002B2CF9AE}" pid="3" name="MediaServiceImageTags">
    <vt:lpwstr/>
  </property>
</Properties>
</file>